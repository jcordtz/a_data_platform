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3"/>
  </p:sldMasterIdLst>
  <p:notesMasterIdLst>
    <p:notesMasterId r:id="rId45"/>
  </p:notesMasterIdLst>
  <p:sldIdLst>
    <p:sldId id="2147481589" r:id="rId4"/>
    <p:sldId id="266" r:id="rId5"/>
    <p:sldId id="267" r:id="rId6"/>
    <p:sldId id="268" r:id="rId7"/>
    <p:sldId id="269" r:id="rId8"/>
    <p:sldId id="256" r:id="rId9"/>
    <p:sldId id="2076136823" r:id="rId10"/>
    <p:sldId id="8612" r:id="rId11"/>
    <p:sldId id="260" r:id="rId12"/>
    <p:sldId id="2142532575" r:id="rId13"/>
    <p:sldId id="2142532482" r:id="rId14"/>
    <p:sldId id="2147480304" r:id="rId15"/>
    <p:sldId id="2147483491" r:id="rId16"/>
    <p:sldId id="2142532506" r:id="rId17"/>
    <p:sldId id="262" r:id="rId18"/>
    <p:sldId id="2147480090" r:id="rId19"/>
    <p:sldId id="2147480091" r:id="rId20"/>
    <p:sldId id="2147480092" r:id="rId21"/>
    <p:sldId id="2147480306" r:id="rId22"/>
    <p:sldId id="263" r:id="rId23"/>
    <p:sldId id="2147480301" r:id="rId24"/>
    <p:sldId id="2147480309" r:id="rId25"/>
    <p:sldId id="2142532580" r:id="rId26"/>
    <p:sldId id="270" r:id="rId27"/>
    <p:sldId id="271" r:id="rId28"/>
    <p:sldId id="2147481590" r:id="rId29"/>
    <p:sldId id="2147483489" r:id="rId30"/>
    <p:sldId id="2147482014" r:id="rId31"/>
    <p:sldId id="2147482015" r:id="rId32"/>
    <p:sldId id="2147483492" r:id="rId33"/>
    <p:sldId id="2147482016" r:id="rId34"/>
    <p:sldId id="2147482017" r:id="rId35"/>
    <p:sldId id="345" r:id="rId36"/>
    <p:sldId id="342" r:id="rId37"/>
    <p:sldId id="349" r:id="rId38"/>
    <p:sldId id="2147481661" r:id="rId39"/>
    <p:sldId id="2147483482" r:id="rId40"/>
    <p:sldId id="2147483483" r:id="rId41"/>
    <p:sldId id="2147483485" r:id="rId42"/>
    <p:sldId id="2147481379" r:id="rId43"/>
    <p:sldId id="2147481646"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iscila Croxall" initials="PC" lastIdx="1" clrIdx="0">
    <p:extLst>
      <p:ext uri="{19B8F6BF-5375-455C-9EA6-DF929625EA0E}">
        <p15:presenceInfo xmlns:p15="http://schemas.microsoft.com/office/powerpoint/2012/main" userId="S-1-5-21-383413107-1061881802-891584314-1595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A05883-ACB3-0540-9204-745C9366D128}" v="58" dt="2026-05-07T08:12:11.7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3481"/>
    <p:restoredTop sz="94606"/>
  </p:normalViewPr>
  <p:slideViewPr>
    <p:cSldViewPr snapToGrid="0">
      <p:cViewPr varScale="1">
        <p:scale>
          <a:sx n="89" d="100"/>
          <a:sy n="89" d="100"/>
        </p:scale>
        <p:origin x="184" y="8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viewProps" Target="viewProps.xml"/><Relationship Id="rId8" Type="http://schemas.openxmlformats.org/officeDocument/2006/relationships/slide" Target="slides/slide5.xml"/><Relationship Id="rId51" Type="http://schemas.microsoft.com/office/2016/11/relationships/changesInfo" Target="changesInfos/changesInfo1.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commentAuthors" Target="commentAuthor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customXml" Target="../customXml/item1.xml"/><Relationship Id="rId6"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 Cordtz" userId="b5e592fb-fc8b-4323-a97d-691438b2e2da" providerId="ADAL" clId="{4E22EDF5-2883-5D57-B9C7-04E66950367B}"/>
    <pc:docChg chg="undo custSel addSld delSld modSld sldOrd">
      <pc:chgData name="Jan Cordtz" userId="b5e592fb-fc8b-4323-a97d-691438b2e2da" providerId="ADAL" clId="{4E22EDF5-2883-5D57-B9C7-04E66950367B}" dt="2026-05-07T08:12:22.969" v="1703" actId="1076"/>
      <pc:docMkLst>
        <pc:docMk/>
      </pc:docMkLst>
      <pc:sldChg chg="modSp mod modClrScheme chgLayout">
        <pc:chgData name="Jan Cordtz" userId="b5e592fb-fc8b-4323-a97d-691438b2e2da" providerId="ADAL" clId="{4E22EDF5-2883-5D57-B9C7-04E66950367B}" dt="2026-04-30T07:31:45.163" v="1376" actId="2711"/>
        <pc:sldMkLst>
          <pc:docMk/>
          <pc:sldMk cId="2739868348" sldId="256"/>
        </pc:sldMkLst>
        <pc:spChg chg="mod ord">
          <ac:chgData name="Jan Cordtz" userId="b5e592fb-fc8b-4323-a97d-691438b2e2da" providerId="ADAL" clId="{4E22EDF5-2883-5D57-B9C7-04E66950367B}" dt="2026-04-30T07:31:45.163" v="1376" actId="2711"/>
          <ac:spMkLst>
            <pc:docMk/>
            <pc:sldMk cId="2739868348" sldId="256"/>
            <ac:spMk id="2" creationId="{F51688C2-4D62-5B87-5259-7537B863957C}"/>
          </ac:spMkLst>
        </pc:spChg>
      </pc:sldChg>
      <pc:sldChg chg="modSp add del mod modClrScheme modShow chgLayout">
        <pc:chgData name="Jan Cordtz" userId="b5e592fb-fc8b-4323-a97d-691438b2e2da" providerId="ADAL" clId="{4E22EDF5-2883-5D57-B9C7-04E66950367B}" dt="2026-04-30T07:31:54.762" v="1377" actId="2711"/>
        <pc:sldMkLst>
          <pc:docMk/>
          <pc:sldMk cId="2100116325" sldId="260"/>
        </pc:sldMkLst>
        <pc:spChg chg="mod ord">
          <ac:chgData name="Jan Cordtz" userId="b5e592fb-fc8b-4323-a97d-691438b2e2da" providerId="ADAL" clId="{4E22EDF5-2883-5D57-B9C7-04E66950367B}" dt="2026-04-30T07:31:54.762" v="1377" actId="2711"/>
          <ac:spMkLst>
            <pc:docMk/>
            <pc:sldMk cId="2100116325" sldId="260"/>
            <ac:spMk id="2" creationId="{E62965E9-B533-738F-8B1F-1B52E44DE80A}"/>
          </ac:spMkLst>
        </pc:spChg>
      </pc:sldChg>
      <pc:sldChg chg="modSp mod modClrScheme chgLayout">
        <pc:chgData name="Jan Cordtz" userId="b5e592fb-fc8b-4323-a97d-691438b2e2da" providerId="ADAL" clId="{4E22EDF5-2883-5D57-B9C7-04E66950367B}" dt="2026-04-30T07:32:03.642" v="1378" actId="2711"/>
        <pc:sldMkLst>
          <pc:docMk/>
          <pc:sldMk cId="3979729693" sldId="262"/>
        </pc:sldMkLst>
        <pc:spChg chg="mod ord">
          <ac:chgData name="Jan Cordtz" userId="b5e592fb-fc8b-4323-a97d-691438b2e2da" providerId="ADAL" clId="{4E22EDF5-2883-5D57-B9C7-04E66950367B}" dt="2026-04-30T07:32:03.642" v="1378" actId="2711"/>
          <ac:spMkLst>
            <pc:docMk/>
            <pc:sldMk cId="3979729693" sldId="262"/>
            <ac:spMk id="2" creationId="{BA6966BF-09DD-FA61-E92D-7B50ECA306C8}"/>
          </ac:spMkLst>
        </pc:spChg>
      </pc:sldChg>
      <pc:sldChg chg="modSp mod modClrScheme chgLayout">
        <pc:chgData name="Jan Cordtz" userId="b5e592fb-fc8b-4323-a97d-691438b2e2da" providerId="ADAL" clId="{4E22EDF5-2883-5D57-B9C7-04E66950367B}" dt="2026-04-30T07:32:10.382" v="1379" actId="2711"/>
        <pc:sldMkLst>
          <pc:docMk/>
          <pc:sldMk cId="3836623421" sldId="263"/>
        </pc:sldMkLst>
        <pc:spChg chg="mod ord">
          <ac:chgData name="Jan Cordtz" userId="b5e592fb-fc8b-4323-a97d-691438b2e2da" providerId="ADAL" clId="{4E22EDF5-2883-5D57-B9C7-04E66950367B}" dt="2026-04-30T07:32:10.382" v="1379" actId="2711"/>
          <ac:spMkLst>
            <pc:docMk/>
            <pc:sldMk cId="3836623421" sldId="263"/>
            <ac:spMk id="2" creationId="{F0D3CDD2-AC20-42D1-D7FE-EF0372FA7B33}"/>
          </ac:spMkLst>
        </pc:spChg>
      </pc:sldChg>
      <pc:sldChg chg="modSp mod modClrScheme chgLayout">
        <pc:chgData name="Jan Cordtz" userId="b5e592fb-fc8b-4323-a97d-691438b2e2da" providerId="ADAL" clId="{4E22EDF5-2883-5D57-B9C7-04E66950367B}" dt="2026-04-30T07:28:17.927" v="1363" actId="700"/>
        <pc:sldMkLst>
          <pc:docMk/>
          <pc:sldMk cId="1293517296" sldId="266"/>
        </pc:sldMkLst>
        <pc:spChg chg="mod">
          <ac:chgData name="Jan Cordtz" userId="b5e592fb-fc8b-4323-a97d-691438b2e2da" providerId="ADAL" clId="{4E22EDF5-2883-5D57-B9C7-04E66950367B}" dt="2026-04-30T07:13:51.718" v="1053" actId="1076"/>
          <ac:spMkLst>
            <pc:docMk/>
            <pc:sldMk cId="1293517296" sldId="266"/>
            <ac:spMk id="2" creationId="{D460305A-E500-BFB6-6FCB-733C3B62D5B7}"/>
          </ac:spMkLst>
        </pc:spChg>
      </pc:sldChg>
      <pc:sldChg chg="modSp mod modClrScheme chgLayout">
        <pc:chgData name="Jan Cordtz" userId="b5e592fb-fc8b-4323-a97d-691438b2e2da" providerId="ADAL" clId="{4E22EDF5-2883-5D57-B9C7-04E66950367B}" dt="2026-04-30T07:31:38.647" v="1375" actId="1076"/>
        <pc:sldMkLst>
          <pc:docMk/>
          <pc:sldMk cId="4155882438" sldId="267"/>
        </pc:sldMkLst>
        <pc:spChg chg="mod ord">
          <ac:chgData name="Jan Cordtz" userId="b5e592fb-fc8b-4323-a97d-691438b2e2da" providerId="ADAL" clId="{4E22EDF5-2883-5D57-B9C7-04E66950367B}" dt="2026-04-30T07:31:38.647" v="1375" actId="1076"/>
          <ac:spMkLst>
            <pc:docMk/>
            <pc:sldMk cId="4155882438" sldId="267"/>
            <ac:spMk id="2" creationId="{69329003-D1B3-0ADC-B24D-FD2520E174E3}"/>
          </ac:spMkLst>
        </pc:spChg>
      </pc:sldChg>
      <pc:sldChg chg="modSp mod modClrScheme chgLayout">
        <pc:chgData name="Jan Cordtz" userId="b5e592fb-fc8b-4323-a97d-691438b2e2da" providerId="ADAL" clId="{4E22EDF5-2883-5D57-B9C7-04E66950367B}" dt="2026-05-07T08:03:39.200" v="1662" actId="166"/>
        <pc:sldMkLst>
          <pc:docMk/>
          <pc:sldMk cId="2659617306" sldId="268"/>
        </pc:sldMkLst>
        <pc:spChg chg="mod">
          <ac:chgData name="Jan Cordtz" userId="b5e592fb-fc8b-4323-a97d-691438b2e2da" providerId="ADAL" clId="{4E22EDF5-2883-5D57-B9C7-04E66950367B}" dt="2026-04-30T07:19:29.667" v="1140" actId="1035"/>
          <ac:spMkLst>
            <pc:docMk/>
            <pc:sldMk cId="2659617306" sldId="268"/>
            <ac:spMk id="3" creationId="{46608E6F-D8C0-DFFD-1673-97A512A7E923}"/>
          </ac:spMkLst>
        </pc:spChg>
        <pc:spChg chg="mod">
          <ac:chgData name="Jan Cordtz" userId="b5e592fb-fc8b-4323-a97d-691438b2e2da" providerId="ADAL" clId="{4E22EDF5-2883-5D57-B9C7-04E66950367B}" dt="2026-04-30T07:19:29.667" v="1140" actId="1035"/>
          <ac:spMkLst>
            <pc:docMk/>
            <pc:sldMk cId="2659617306" sldId="268"/>
            <ac:spMk id="4" creationId="{4AE1731E-4B9A-B95D-F701-B35930883745}"/>
          </ac:spMkLst>
        </pc:spChg>
        <pc:spChg chg="mod">
          <ac:chgData name="Jan Cordtz" userId="b5e592fb-fc8b-4323-a97d-691438b2e2da" providerId="ADAL" clId="{4E22EDF5-2883-5D57-B9C7-04E66950367B}" dt="2026-04-30T07:19:29.667" v="1140" actId="1035"/>
          <ac:spMkLst>
            <pc:docMk/>
            <pc:sldMk cId="2659617306" sldId="268"/>
            <ac:spMk id="5" creationId="{C9B80FC9-414B-244E-FB56-BFB6AC88384A}"/>
          </ac:spMkLst>
        </pc:spChg>
        <pc:spChg chg="mod">
          <ac:chgData name="Jan Cordtz" userId="b5e592fb-fc8b-4323-a97d-691438b2e2da" providerId="ADAL" clId="{4E22EDF5-2883-5D57-B9C7-04E66950367B}" dt="2026-04-30T07:19:29.667" v="1140" actId="1035"/>
          <ac:spMkLst>
            <pc:docMk/>
            <pc:sldMk cId="2659617306" sldId="268"/>
            <ac:spMk id="6" creationId="{F969889E-77D9-A639-E944-CA7B4DA37639}"/>
          </ac:spMkLst>
        </pc:spChg>
        <pc:spChg chg="mod">
          <ac:chgData name="Jan Cordtz" userId="b5e592fb-fc8b-4323-a97d-691438b2e2da" providerId="ADAL" clId="{4E22EDF5-2883-5D57-B9C7-04E66950367B}" dt="2026-04-30T07:19:29.667" v="1140" actId="1035"/>
          <ac:spMkLst>
            <pc:docMk/>
            <pc:sldMk cId="2659617306" sldId="268"/>
            <ac:spMk id="7" creationId="{D607D782-E0D4-65FA-F2BA-ED490C4D4966}"/>
          </ac:spMkLst>
        </pc:spChg>
        <pc:spChg chg="mod">
          <ac:chgData name="Jan Cordtz" userId="b5e592fb-fc8b-4323-a97d-691438b2e2da" providerId="ADAL" clId="{4E22EDF5-2883-5D57-B9C7-04E66950367B}" dt="2026-05-07T08:03:39.200" v="1662" actId="166"/>
          <ac:spMkLst>
            <pc:docMk/>
            <pc:sldMk cId="2659617306" sldId="268"/>
            <ac:spMk id="8" creationId="{92BC3F80-1C2F-0C63-95E0-F22391DE5D51}"/>
          </ac:spMkLst>
        </pc:spChg>
        <pc:spChg chg="mod">
          <ac:chgData name="Jan Cordtz" userId="b5e592fb-fc8b-4323-a97d-691438b2e2da" providerId="ADAL" clId="{4E22EDF5-2883-5D57-B9C7-04E66950367B}" dt="2026-04-30T07:19:29.667" v="1140" actId="1035"/>
          <ac:spMkLst>
            <pc:docMk/>
            <pc:sldMk cId="2659617306" sldId="268"/>
            <ac:spMk id="9" creationId="{D8311C8A-9976-B884-2289-E05AFEE16471}"/>
          </ac:spMkLst>
        </pc:spChg>
        <pc:spChg chg="mod">
          <ac:chgData name="Jan Cordtz" userId="b5e592fb-fc8b-4323-a97d-691438b2e2da" providerId="ADAL" clId="{4E22EDF5-2883-5D57-B9C7-04E66950367B}" dt="2026-04-30T07:19:29.667" v="1140" actId="1035"/>
          <ac:spMkLst>
            <pc:docMk/>
            <pc:sldMk cId="2659617306" sldId="268"/>
            <ac:spMk id="10" creationId="{7165B5DF-8BA7-01AA-1977-4305313A472C}"/>
          </ac:spMkLst>
        </pc:spChg>
        <pc:grpChg chg="mod">
          <ac:chgData name="Jan Cordtz" userId="b5e592fb-fc8b-4323-a97d-691438b2e2da" providerId="ADAL" clId="{4E22EDF5-2883-5D57-B9C7-04E66950367B}" dt="2026-04-30T07:19:29.667" v="1140" actId="1035"/>
          <ac:grpSpMkLst>
            <pc:docMk/>
            <pc:sldMk cId="2659617306" sldId="268"/>
            <ac:grpSpMk id="13" creationId="{2F70E49B-D1F0-C435-BD2F-1471FFE2D8AC}"/>
          </ac:grpSpMkLst>
        </pc:grpChg>
        <pc:grpChg chg="mod">
          <ac:chgData name="Jan Cordtz" userId="b5e592fb-fc8b-4323-a97d-691438b2e2da" providerId="ADAL" clId="{4E22EDF5-2883-5D57-B9C7-04E66950367B}" dt="2026-04-30T07:19:29.667" v="1140" actId="1035"/>
          <ac:grpSpMkLst>
            <pc:docMk/>
            <pc:sldMk cId="2659617306" sldId="268"/>
            <ac:grpSpMk id="17" creationId="{68D07299-A347-3C8B-607B-3F6E64180418}"/>
          </ac:grpSpMkLst>
        </pc:grpChg>
      </pc:sldChg>
      <pc:sldChg chg="modSp mod modClrScheme chgLayout">
        <pc:chgData name="Jan Cordtz" userId="b5e592fb-fc8b-4323-a97d-691438b2e2da" providerId="ADAL" clId="{4E22EDF5-2883-5D57-B9C7-04E66950367B}" dt="2026-04-30T07:28:17.927" v="1363" actId="700"/>
        <pc:sldMkLst>
          <pc:docMk/>
          <pc:sldMk cId="3187801672" sldId="269"/>
        </pc:sldMkLst>
        <pc:spChg chg="mod">
          <ac:chgData name="Jan Cordtz" userId="b5e592fb-fc8b-4323-a97d-691438b2e2da" providerId="ADAL" clId="{4E22EDF5-2883-5D57-B9C7-04E66950367B}" dt="2026-04-30T07:19:41.119" v="1162" actId="1038"/>
          <ac:spMkLst>
            <pc:docMk/>
            <pc:sldMk cId="3187801672" sldId="269"/>
            <ac:spMk id="2" creationId="{A89D2414-BA2B-CD25-3C88-9587F1D02155}"/>
          </ac:spMkLst>
        </pc:spChg>
        <pc:spChg chg="mod">
          <ac:chgData name="Jan Cordtz" userId="b5e592fb-fc8b-4323-a97d-691438b2e2da" providerId="ADAL" clId="{4E22EDF5-2883-5D57-B9C7-04E66950367B}" dt="2026-04-30T07:19:41.119" v="1162" actId="1038"/>
          <ac:spMkLst>
            <pc:docMk/>
            <pc:sldMk cId="3187801672" sldId="269"/>
            <ac:spMk id="14" creationId="{EFD17071-F2D7-7254-FCC9-0EDCCBB5C9B6}"/>
          </ac:spMkLst>
        </pc:spChg>
        <pc:spChg chg="mod">
          <ac:chgData name="Jan Cordtz" userId="b5e592fb-fc8b-4323-a97d-691438b2e2da" providerId="ADAL" clId="{4E22EDF5-2883-5D57-B9C7-04E66950367B}" dt="2026-04-30T07:19:41.119" v="1162" actId="1038"/>
          <ac:spMkLst>
            <pc:docMk/>
            <pc:sldMk cId="3187801672" sldId="269"/>
            <ac:spMk id="17" creationId="{62F0DD9B-8010-4639-BBAE-AD8E27A54AD2}"/>
          </ac:spMkLst>
        </pc:spChg>
        <pc:spChg chg="mod">
          <ac:chgData name="Jan Cordtz" userId="b5e592fb-fc8b-4323-a97d-691438b2e2da" providerId="ADAL" clId="{4E22EDF5-2883-5D57-B9C7-04E66950367B}" dt="2026-04-30T07:19:41.119" v="1162" actId="1038"/>
          <ac:spMkLst>
            <pc:docMk/>
            <pc:sldMk cId="3187801672" sldId="269"/>
            <ac:spMk id="23" creationId="{EC633156-D04E-7FAE-EBF3-B29FF62FFEFF}"/>
          </ac:spMkLst>
        </pc:spChg>
        <pc:spChg chg="mod">
          <ac:chgData name="Jan Cordtz" userId="b5e592fb-fc8b-4323-a97d-691438b2e2da" providerId="ADAL" clId="{4E22EDF5-2883-5D57-B9C7-04E66950367B}" dt="2026-04-30T07:19:41.119" v="1162" actId="1038"/>
          <ac:spMkLst>
            <pc:docMk/>
            <pc:sldMk cId="3187801672" sldId="269"/>
            <ac:spMk id="24" creationId="{8BC7BA35-5AA6-D501-B3B3-0807DB452F96}"/>
          </ac:spMkLst>
        </pc:spChg>
        <pc:spChg chg="mod">
          <ac:chgData name="Jan Cordtz" userId="b5e592fb-fc8b-4323-a97d-691438b2e2da" providerId="ADAL" clId="{4E22EDF5-2883-5D57-B9C7-04E66950367B}" dt="2026-04-30T07:19:41.119" v="1162" actId="1038"/>
          <ac:spMkLst>
            <pc:docMk/>
            <pc:sldMk cId="3187801672" sldId="269"/>
            <ac:spMk id="25" creationId="{5788E4B2-7946-45DA-4FA5-90D56823AAE8}"/>
          </ac:spMkLst>
        </pc:spChg>
        <pc:spChg chg="mod">
          <ac:chgData name="Jan Cordtz" userId="b5e592fb-fc8b-4323-a97d-691438b2e2da" providerId="ADAL" clId="{4E22EDF5-2883-5D57-B9C7-04E66950367B}" dt="2026-04-30T07:19:41.119" v="1162" actId="1038"/>
          <ac:spMkLst>
            <pc:docMk/>
            <pc:sldMk cId="3187801672" sldId="269"/>
            <ac:spMk id="26" creationId="{90A7E927-6ED9-EB32-B606-B6134CEFC45F}"/>
          </ac:spMkLst>
        </pc:spChg>
        <pc:spChg chg="mod">
          <ac:chgData name="Jan Cordtz" userId="b5e592fb-fc8b-4323-a97d-691438b2e2da" providerId="ADAL" clId="{4E22EDF5-2883-5D57-B9C7-04E66950367B}" dt="2026-04-30T07:19:41.119" v="1162" actId="1038"/>
          <ac:spMkLst>
            <pc:docMk/>
            <pc:sldMk cId="3187801672" sldId="269"/>
            <ac:spMk id="27" creationId="{233CF134-6DFA-1651-3ECB-C407E885CEDA}"/>
          </ac:spMkLst>
        </pc:spChg>
        <pc:picChg chg="mod">
          <ac:chgData name="Jan Cordtz" userId="b5e592fb-fc8b-4323-a97d-691438b2e2da" providerId="ADAL" clId="{4E22EDF5-2883-5D57-B9C7-04E66950367B}" dt="2026-04-30T07:19:41.119" v="1162" actId="1038"/>
          <ac:picMkLst>
            <pc:docMk/>
            <pc:sldMk cId="3187801672" sldId="269"/>
            <ac:picMk id="4" creationId="{2B874A35-6DC4-F542-29BB-8F4D3A1905D6}"/>
          </ac:picMkLst>
        </pc:picChg>
        <pc:picChg chg="mod">
          <ac:chgData name="Jan Cordtz" userId="b5e592fb-fc8b-4323-a97d-691438b2e2da" providerId="ADAL" clId="{4E22EDF5-2883-5D57-B9C7-04E66950367B}" dt="2026-04-30T07:19:41.119" v="1162" actId="1038"/>
          <ac:picMkLst>
            <pc:docMk/>
            <pc:sldMk cId="3187801672" sldId="269"/>
            <ac:picMk id="19" creationId="{A53577CF-B794-20EA-6B63-6A564DE7857E}"/>
          </ac:picMkLst>
        </pc:picChg>
      </pc:sldChg>
      <pc:sldChg chg="modSp mod modClrScheme chgLayout">
        <pc:chgData name="Jan Cordtz" userId="b5e592fb-fc8b-4323-a97d-691438b2e2da" providerId="ADAL" clId="{4E22EDF5-2883-5D57-B9C7-04E66950367B}" dt="2026-04-30T09:18:22.392" v="1582" actId="1076"/>
        <pc:sldMkLst>
          <pc:docMk/>
          <pc:sldMk cId="831259304" sldId="270"/>
        </pc:sldMkLst>
        <pc:spChg chg="mod ord">
          <ac:chgData name="Jan Cordtz" userId="b5e592fb-fc8b-4323-a97d-691438b2e2da" providerId="ADAL" clId="{4E22EDF5-2883-5D57-B9C7-04E66950367B}" dt="2026-04-30T09:18:22.392" v="1582" actId="1076"/>
          <ac:spMkLst>
            <pc:docMk/>
            <pc:sldMk cId="831259304" sldId="270"/>
            <ac:spMk id="2" creationId="{03CEAED6-F8E7-1CCC-4281-DE129B64F330}"/>
          </ac:spMkLst>
        </pc:spChg>
      </pc:sldChg>
      <pc:sldChg chg="mod modClrScheme chgLayout">
        <pc:chgData name="Jan Cordtz" userId="b5e592fb-fc8b-4323-a97d-691438b2e2da" providerId="ADAL" clId="{4E22EDF5-2883-5D57-B9C7-04E66950367B}" dt="2026-04-30T07:28:17.927" v="1363" actId="700"/>
        <pc:sldMkLst>
          <pc:docMk/>
          <pc:sldMk cId="2431941569" sldId="271"/>
        </pc:sldMkLst>
      </pc:sldChg>
      <pc:sldChg chg="add mod modClrScheme chgLayout">
        <pc:chgData name="Jan Cordtz" userId="b5e592fb-fc8b-4323-a97d-691438b2e2da" providerId="ADAL" clId="{4E22EDF5-2883-5D57-B9C7-04E66950367B}" dt="2026-04-30T09:13:13.768" v="1528" actId="700"/>
        <pc:sldMkLst>
          <pc:docMk/>
          <pc:sldMk cId="2077583726" sldId="342"/>
        </pc:sldMkLst>
      </pc:sldChg>
      <pc:sldChg chg="delSp modSp add mod modClrScheme chgLayout">
        <pc:chgData name="Jan Cordtz" userId="b5e592fb-fc8b-4323-a97d-691438b2e2da" providerId="ADAL" clId="{4E22EDF5-2883-5D57-B9C7-04E66950367B}" dt="2026-04-30T09:14:35.263" v="1535" actId="478"/>
        <pc:sldMkLst>
          <pc:docMk/>
          <pc:sldMk cId="1293615082" sldId="345"/>
        </pc:sldMkLst>
      </pc:sldChg>
      <pc:sldChg chg="modSp add mod modClrScheme chgLayout">
        <pc:chgData name="Jan Cordtz" userId="b5e592fb-fc8b-4323-a97d-691438b2e2da" providerId="ADAL" clId="{4E22EDF5-2883-5D57-B9C7-04E66950367B}" dt="2026-04-30T09:14:58.733" v="1538" actId="207"/>
        <pc:sldMkLst>
          <pc:docMk/>
          <pc:sldMk cId="427249412" sldId="349"/>
        </pc:sldMkLst>
        <pc:spChg chg="mod">
          <ac:chgData name="Jan Cordtz" userId="b5e592fb-fc8b-4323-a97d-691438b2e2da" providerId="ADAL" clId="{4E22EDF5-2883-5D57-B9C7-04E66950367B}" dt="2026-04-30T09:14:58.733" v="1538" actId="207"/>
          <ac:spMkLst>
            <pc:docMk/>
            <pc:sldMk cId="427249412" sldId="349"/>
            <ac:spMk id="2" creationId="{C78E73C8-5E76-3E4F-41C9-F5701DB3EBFD}"/>
          </ac:spMkLst>
        </pc:spChg>
        <pc:spChg chg="mod">
          <ac:chgData name="Jan Cordtz" userId="b5e592fb-fc8b-4323-a97d-691438b2e2da" providerId="ADAL" clId="{4E22EDF5-2883-5D57-B9C7-04E66950367B}" dt="2026-04-30T09:14:58.733" v="1538" actId="207"/>
          <ac:spMkLst>
            <pc:docMk/>
            <pc:sldMk cId="427249412" sldId="349"/>
            <ac:spMk id="7" creationId="{1149E73D-37C8-5B8F-4D22-D18F57141FC9}"/>
          </ac:spMkLst>
        </pc:spChg>
        <pc:spChg chg="mod">
          <ac:chgData name="Jan Cordtz" userId="b5e592fb-fc8b-4323-a97d-691438b2e2da" providerId="ADAL" clId="{4E22EDF5-2883-5D57-B9C7-04E66950367B}" dt="2026-04-30T09:14:58.733" v="1538" actId="207"/>
          <ac:spMkLst>
            <pc:docMk/>
            <pc:sldMk cId="427249412" sldId="349"/>
            <ac:spMk id="31" creationId="{4F4574AD-6ADF-BF02-78AD-BC476C048768}"/>
          </ac:spMkLst>
        </pc:spChg>
        <pc:spChg chg="mod">
          <ac:chgData name="Jan Cordtz" userId="b5e592fb-fc8b-4323-a97d-691438b2e2da" providerId="ADAL" clId="{4E22EDF5-2883-5D57-B9C7-04E66950367B}" dt="2026-04-30T09:14:58.733" v="1538" actId="207"/>
          <ac:spMkLst>
            <pc:docMk/>
            <pc:sldMk cId="427249412" sldId="349"/>
            <ac:spMk id="34" creationId="{79119080-AF3C-B823-2988-E3985531E6EE}"/>
          </ac:spMkLst>
        </pc:spChg>
        <pc:spChg chg="mod">
          <ac:chgData name="Jan Cordtz" userId="b5e592fb-fc8b-4323-a97d-691438b2e2da" providerId="ADAL" clId="{4E22EDF5-2883-5D57-B9C7-04E66950367B}" dt="2026-04-30T09:14:58.733" v="1538" actId="207"/>
          <ac:spMkLst>
            <pc:docMk/>
            <pc:sldMk cId="427249412" sldId="349"/>
            <ac:spMk id="44" creationId="{638354F2-A014-C68F-FF00-24F824900841}"/>
          </ac:spMkLst>
        </pc:spChg>
        <pc:spChg chg="mod">
          <ac:chgData name="Jan Cordtz" userId="b5e592fb-fc8b-4323-a97d-691438b2e2da" providerId="ADAL" clId="{4E22EDF5-2883-5D57-B9C7-04E66950367B}" dt="2026-04-30T09:14:58.733" v="1538" actId="207"/>
          <ac:spMkLst>
            <pc:docMk/>
            <pc:sldMk cId="427249412" sldId="349"/>
            <ac:spMk id="45" creationId="{C51AA8D7-46D9-AB51-A65D-233D573D0CD8}"/>
          </ac:spMkLst>
        </pc:spChg>
        <pc:spChg chg="mod">
          <ac:chgData name="Jan Cordtz" userId="b5e592fb-fc8b-4323-a97d-691438b2e2da" providerId="ADAL" clId="{4E22EDF5-2883-5D57-B9C7-04E66950367B}" dt="2026-04-30T09:14:58.733" v="1538" actId="207"/>
          <ac:spMkLst>
            <pc:docMk/>
            <pc:sldMk cId="427249412" sldId="349"/>
            <ac:spMk id="55" creationId="{29CB6A21-2520-FB09-ACC8-A7210EBDB9C4}"/>
          </ac:spMkLst>
        </pc:spChg>
        <pc:spChg chg="mod">
          <ac:chgData name="Jan Cordtz" userId="b5e592fb-fc8b-4323-a97d-691438b2e2da" providerId="ADAL" clId="{4E22EDF5-2883-5D57-B9C7-04E66950367B}" dt="2026-04-30T09:14:58.733" v="1538" actId="207"/>
          <ac:spMkLst>
            <pc:docMk/>
            <pc:sldMk cId="427249412" sldId="349"/>
            <ac:spMk id="59" creationId="{BD07E30A-6CD6-8979-CBC2-F8C593AD25DF}"/>
          </ac:spMkLst>
        </pc:spChg>
        <pc:spChg chg="mod">
          <ac:chgData name="Jan Cordtz" userId="b5e592fb-fc8b-4323-a97d-691438b2e2da" providerId="ADAL" clId="{4E22EDF5-2883-5D57-B9C7-04E66950367B}" dt="2026-04-30T09:14:58.733" v="1538" actId="207"/>
          <ac:spMkLst>
            <pc:docMk/>
            <pc:sldMk cId="427249412" sldId="349"/>
            <ac:spMk id="74" creationId="{342CD710-D661-7D81-5358-200B1B72783F}"/>
          </ac:spMkLst>
        </pc:spChg>
        <pc:spChg chg="mod">
          <ac:chgData name="Jan Cordtz" userId="b5e592fb-fc8b-4323-a97d-691438b2e2da" providerId="ADAL" clId="{4E22EDF5-2883-5D57-B9C7-04E66950367B}" dt="2026-04-30T09:14:58.733" v="1538" actId="207"/>
          <ac:spMkLst>
            <pc:docMk/>
            <pc:sldMk cId="427249412" sldId="349"/>
            <ac:spMk id="76" creationId="{F08EC89D-C800-7BB4-3C34-146CE99E46B8}"/>
          </ac:spMkLst>
        </pc:spChg>
        <pc:spChg chg="mod">
          <ac:chgData name="Jan Cordtz" userId="b5e592fb-fc8b-4323-a97d-691438b2e2da" providerId="ADAL" clId="{4E22EDF5-2883-5D57-B9C7-04E66950367B}" dt="2026-04-30T09:14:46.566" v="1536" actId="207"/>
          <ac:spMkLst>
            <pc:docMk/>
            <pc:sldMk cId="427249412" sldId="349"/>
            <ac:spMk id="81" creationId="{892A4F6D-CB0D-3CCA-0912-3FA9770F8541}"/>
          </ac:spMkLst>
        </pc:spChg>
      </pc:sldChg>
      <pc:sldChg chg="modSp mod modClrScheme chgLayout">
        <pc:chgData name="Jan Cordtz" userId="b5e592fb-fc8b-4323-a97d-691438b2e2da" providerId="ADAL" clId="{4E22EDF5-2883-5D57-B9C7-04E66950367B}" dt="2026-04-30T07:28:17.927" v="1363" actId="700"/>
        <pc:sldMkLst>
          <pc:docMk/>
          <pc:sldMk cId="2825491916" sldId="8612"/>
        </pc:sldMkLst>
        <pc:spChg chg="mod ord">
          <ac:chgData name="Jan Cordtz" userId="b5e592fb-fc8b-4323-a97d-691438b2e2da" providerId="ADAL" clId="{4E22EDF5-2883-5D57-B9C7-04E66950367B}" dt="2026-04-30T07:28:17.927" v="1363" actId="700"/>
          <ac:spMkLst>
            <pc:docMk/>
            <pc:sldMk cId="2825491916" sldId="8612"/>
            <ac:spMk id="6" creationId="{2E31D477-F5B6-4D99-889F-562F8293C606}"/>
          </ac:spMkLst>
        </pc:spChg>
      </pc:sldChg>
      <pc:sldChg chg="addSp modSp mod modClrScheme chgLayout">
        <pc:chgData name="Jan Cordtz" userId="b5e592fb-fc8b-4323-a97d-691438b2e2da" providerId="ADAL" clId="{4E22EDF5-2883-5D57-B9C7-04E66950367B}" dt="2026-04-30T09:11:01.808" v="1479" actId="255"/>
        <pc:sldMkLst>
          <pc:docMk/>
          <pc:sldMk cId="3933929903" sldId="2076136823"/>
        </pc:sldMkLst>
        <pc:spChg chg="mod ord">
          <ac:chgData name="Jan Cordtz" userId="b5e592fb-fc8b-4323-a97d-691438b2e2da" providerId="ADAL" clId="{4E22EDF5-2883-5D57-B9C7-04E66950367B}" dt="2026-04-30T09:11:01.808" v="1479" actId="255"/>
          <ac:spMkLst>
            <pc:docMk/>
            <pc:sldMk cId="3933929903" sldId="2076136823"/>
            <ac:spMk id="2" creationId="{00000000-0000-0000-0000-000000000000}"/>
          </ac:spMkLst>
        </pc:spChg>
        <pc:spChg chg="mod">
          <ac:chgData name="Jan Cordtz" userId="b5e592fb-fc8b-4323-a97d-691438b2e2da" providerId="ADAL" clId="{4E22EDF5-2883-5D57-B9C7-04E66950367B}" dt="2026-04-30T07:24:55.233" v="1361" actId="14100"/>
          <ac:spMkLst>
            <pc:docMk/>
            <pc:sldMk cId="3933929903" sldId="2076136823"/>
            <ac:spMk id="3" creationId="{D01D7389-0CCE-5D83-9479-A7A13B2C70EC}"/>
          </ac:spMkLst>
        </pc:spChg>
        <pc:spChg chg="mod">
          <ac:chgData name="Jan Cordtz" userId="b5e592fb-fc8b-4323-a97d-691438b2e2da" providerId="ADAL" clId="{4E22EDF5-2883-5D57-B9C7-04E66950367B}" dt="2026-04-30T07:24:51.317" v="1360" actId="14100"/>
          <ac:spMkLst>
            <pc:docMk/>
            <pc:sldMk cId="3933929903" sldId="2076136823"/>
            <ac:spMk id="4" creationId="{3F59CCF0-CE8D-B363-7D62-A25B4BAED094}"/>
          </ac:spMkLst>
        </pc:spChg>
        <pc:spChg chg="add mod">
          <ac:chgData name="Jan Cordtz" userId="b5e592fb-fc8b-4323-a97d-691438b2e2da" providerId="ADAL" clId="{4E22EDF5-2883-5D57-B9C7-04E66950367B}" dt="2026-04-30T07:22:27.064" v="1212" actId="1036"/>
          <ac:spMkLst>
            <pc:docMk/>
            <pc:sldMk cId="3933929903" sldId="2076136823"/>
            <ac:spMk id="7" creationId="{A705E4FA-BA85-52D0-60C3-4D9822131015}"/>
          </ac:spMkLst>
        </pc:spChg>
        <pc:spChg chg="mod">
          <ac:chgData name="Jan Cordtz" userId="b5e592fb-fc8b-4323-a97d-691438b2e2da" providerId="ADAL" clId="{4E22EDF5-2883-5D57-B9C7-04E66950367B}" dt="2026-04-30T07:23:28.723" v="1243" actId="207"/>
          <ac:spMkLst>
            <pc:docMk/>
            <pc:sldMk cId="3933929903" sldId="2076136823"/>
            <ac:spMk id="11" creationId="{028FD63C-D862-96F5-8A49-BB0285123A91}"/>
          </ac:spMkLst>
        </pc:spChg>
        <pc:spChg chg="mod">
          <ac:chgData name="Jan Cordtz" userId="b5e592fb-fc8b-4323-a97d-691438b2e2da" providerId="ADAL" clId="{4E22EDF5-2883-5D57-B9C7-04E66950367B}" dt="2026-04-30T07:20:10.442" v="1184" actId="1037"/>
          <ac:spMkLst>
            <pc:docMk/>
            <pc:sldMk cId="3933929903" sldId="2076136823"/>
            <ac:spMk id="94" creationId="{00000000-0000-0000-0000-000000000000}"/>
          </ac:spMkLst>
        </pc:spChg>
        <pc:spChg chg="mod">
          <ac:chgData name="Jan Cordtz" userId="b5e592fb-fc8b-4323-a97d-691438b2e2da" providerId="ADAL" clId="{4E22EDF5-2883-5D57-B9C7-04E66950367B}" dt="2026-04-30T07:20:10.442" v="1184" actId="1037"/>
          <ac:spMkLst>
            <pc:docMk/>
            <pc:sldMk cId="3933929903" sldId="2076136823"/>
            <ac:spMk id="160" creationId="{00000000-0000-0000-0000-000000000000}"/>
          </ac:spMkLst>
        </pc:spChg>
        <pc:spChg chg="mod">
          <ac:chgData name="Jan Cordtz" userId="b5e592fb-fc8b-4323-a97d-691438b2e2da" providerId="ADAL" clId="{4E22EDF5-2883-5D57-B9C7-04E66950367B}" dt="2026-04-30T07:20:10.442" v="1184" actId="1037"/>
          <ac:spMkLst>
            <pc:docMk/>
            <pc:sldMk cId="3933929903" sldId="2076136823"/>
            <ac:spMk id="161" creationId="{00000000-0000-0000-0000-000000000000}"/>
          </ac:spMkLst>
        </pc:spChg>
        <pc:spChg chg="mod">
          <ac:chgData name="Jan Cordtz" userId="b5e592fb-fc8b-4323-a97d-691438b2e2da" providerId="ADAL" clId="{4E22EDF5-2883-5D57-B9C7-04E66950367B}" dt="2026-04-30T07:20:10.442" v="1184" actId="1037"/>
          <ac:spMkLst>
            <pc:docMk/>
            <pc:sldMk cId="3933929903" sldId="2076136823"/>
            <ac:spMk id="162" creationId="{00000000-0000-0000-0000-000000000000}"/>
          </ac:spMkLst>
        </pc:spChg>
        <pc:spChg chg="mod">
          <ac:chgData name="Jan Cordtz" userId="b5e592fb-fc8b-4323-a97d-691438b2e2da" providerId="ADAL" clId="{4E22EDF5-2883-5D57-B9C7-04E66950367B}" dt="2026-04-30T07:20:10.442" v="1184" actId="1037"/>
          <ac:spMkLst>
            <pc:docMk/>
            <pc:sldMk cId="3933929903" sldId="2076136823"/>
            <ac:spMk id="163" creationId="{00000000-0000-0000-0000-000000000000}"/>
          </ac:spMkLst>
        </pc:spChg>
        <pc:spChg chg="mod">
          <ac:chgData name="Jan Cordtz" userId="b5e592fb-fc8b-4323-a97d-691438b2e2da" providerId="ADAL" clId="{4E22EDF5-2883-5D57-B9C7-04E66950367B}" dt="2026-04-30T07:20:10.442" v="1184" actId="1037"/>
          <ac:spMkLst>
            <pc:docMk/>
            <pc:sldMk cId="3933929903" sldId="2076136823"/>
            <ac:spMk id="166" creationId="{00000000-0000-0000-0000-000000000000}"/>
          </ac:spMkLst>
        </pc:spChg>
        <pc:spChg chg="mod">
          <ac:chgData name="Jan Cordtz" userId="b5e592fb-fc8b-4323-a97d-691438b2e2da" providerId="ADAL" clId="{4E22EDF5-2883-5D57-B9C7-04E66950367B}" dt="2026-04-30T07:20:10.442" v="1184" actId="1037"/>
          <ac:spMkLst>
            <pc:docMk/>
            <pc:sldMk cId="3933929903" sldId="2076136823"/>
            <ac:spMk id="167" creationId="{00000000-0000-0000-0000-000000000000}"/>
          </ac:spMkLst>
        </pc:spChg>
        <pc:spChg chg="mod">
          <ac:chgData name="Jan Cordtz" userId="b5e592fb-fc8b-4323-a97d-691438b2e2da" providerId="ADAL" clId="{4E22EDF5-2883-5D57-B9C7-04E66950367B}" dt="2026-04-30T07:20:10.442" v="1184" actId="1037"/>
          <ac:spMkLst>
            <pc:docMk/>
            <pc:sldMk cId="3933929903" sldId="2076136823"/>
            <ac:spMk id="168" creationId="{00000000-0000-0000-0000-000000000000}"/>
          </ac:spMkLst>
        </pc:spChg>
        <pc:spChg chg="mod">
          <ac:chgData name="Jan Cordtz" userId="b5e592fb-fc8b-4323-a97d-691438b2e2da" providerId="ADAL" clId="{4E22EDF5-2883-5D57-B9C7-04E66950367B}" dt="2026-04-30T07:20:10.442" v="1184" actId="1037"/>
          <ac:spMkLst>
            <pc:docMk/>
            <pc:sldMk cId="3933929903" sldId="2076136823"/>
            <ac:spMk id="170" creationId="{00000000-0000-0000-0000-000000000000}"/>
          </ac:spMkLst>
        </pc:spChg>
        <pc:grpChg chg="add mod">
          <ac:chgData name="Jan Cordtz" userId="b5e592fb-fc8b-4323-a97d-691438b2e2da" providerId="ADAL" clId="{4E22EDF5-2883-5D57-B9C7-04E66950367B}" dt="2026-04-30T07:24:37.115" v="1350" actId="1037"/>
          <ac:grpSpMkLst>
            <pc:docMk/>
            <pc:sldMk cId="3933929903" sldId="2076136823"/>
            <ac:grpSpMk id="8" creationId="{064AB8F2-A172-7AE2-0323-2ED2F3C13028}"/>
          </ac:grpSpMkLst>
        </pc:grpChg>
        <pc:grpChg chg="add mod">
          <ac:chgData name="Jan Cordtz" userId="b5e592fb-fc8b-4323-a97d-691438b2e2da" providerId="ADAL" clId="{4E22EDF5-2883-5D57-B9C7-04E66950367B}" dt="2026-04-30T07:24:46.900" v="1359" actId="1038"/>
          <ac:grpSpMkLst>
            <pc:docMk/>
            <pc:sldMk cId="3933929903" sldId="2076136823"/>
            <ac:grpSpMk id="9" creationId="{1286A1D7-2AEE-5E02-1DF7-E94B9B292C22}"/>
          </ac:grpSpMkLst>
        </pc:grpChg>
        <pc:picChg chg="add mod">
          <ac:chgData name="Jan Cordtz" userId="b5e592fb-fc8b-4323-a97d-691438b2e2da" providerId="ADAL" clId="{4E22EDF5-2883-5D57-B9C7-04E66950367B}" dt="2026-04-30T07:21:21.906" v="1207" actId="1076"/>
          <ac:picMkLst>
            <pc:docMk/>
            <pc:sldMk cId="3933929903" sldId="2076136823"/>
            <ac:picMk id="6" creationId="{C37B406E-6242-C158-3D2D-A8B21F11BF69}"/>
          </ac:picMkLst>
        </pc:picChg>
        <pc:picChg chg="mod">
          <ac:chgData name="Jan Cordtz" userId="b5e592fb-fc8b-4323-a97d-691438b2e2da" providerId="ADAL" clId="{4E22EDF5-2883-5D57-B9C7-04E66950367B}" dt="2026-04-30T07:22:42.270" v="1214"/>
          <ac:picMkLst>
            <pc:docMk/>
            <pc:sldMk cId="3933929903" sldId="2076136823"/>
            <ac:picMk id="10" creationId="{5DEB7B93-CFA2-6DC2-1D6F-303F7719B4F0}"/>
          </ac:picMkLst>
        </pc:picChg>
      </pc:sldChg>
      <pc:sldChg chg="modSp mod modClrScheme chgLayout">
        <pc:chgData name="Jan Cordtz" userId="b5e592fb-fc8b-4323-a97d-691438b2e2da" providerId="ADAL" clId="{4E22EDF5-2883-5D57-B9C7-04E66950367B}" dt="2026-05-07T08:03:24.922" v="1661" actId="108"/>
        <pc:sldMkLst>
          <pc:docMk/>
          <pc:sldMk cId="1260783676" sldId="2142532482"/>
        </pc:sldMkLst>
        <pc:spChg chg="mod">
          <ac:chgData name="Jan Cordtz" userId="b5e592fb-fc8b-4323-a97d-691438b2e2da" providerId="ADAL" clId="{4E22EDF5-2883-5D57-B9C7-04E66950367B}" dt="2026-04-30T09:11:27.262" v="1498" actId="1035"/>
          <ac:spMkLst>
            <pc:docMk/>
            <pc:sldMk cId="1260783676" sldId="2142532482"/>
            <ac:spMk id="2" creationId="{B153A67A-75EB-B000-6E75-716F9D3096E8}"/>
          </ac:spMkLst>
        </pc:spChg>
        <pc:spChg chg="mod">
          <ac:chgData name="Jan Cordtz" userId="b5e592fb-fc8b-4323-a97d-691438b2e2da" providerId="ADAL" clId="{4E22EDF5-2883-5D57-B9C7-04E66950367B}" dt="2026-04-30T09:11:27.262" v="1498" actId="1035"/>
          <ac:spMkLst>
            <pc:docMk/>
            <pc:sldMk cId="1260783676" sldId="2142532482"/>
            <ac:spMk id="4" creationId="{64B893EC-80E5-4345-A576-A8A61F389E4B}"/>
          </ac:spMkLst>
        </pc:spChg>
        <pc:spChg chg="mod">
          <ac:chgData name="Jan Cordtz" userId="b5e592fb-fc8b-4323-a97d-691438b2e2da" providerId="ADAL" clId="{4E22EDF5-2883-5D57-B9C7-04E66950367B}" dt="2026-05-07T08:03:24.922" v="1661" actId="108"/>
          <ac:spMkLst>
            <pc:docMk/>
            <pc:sldMk cId="1260783676" sldId="2142532482"/>
            <ac:spMk id="5" creationId="{208F8B85-4237-4012-8BC3-A5CD11E3FD19}"/>
          </ac:spMkLst>
        </pc:spChg>
        <pc:spChg chg="mod">
          <ac:chgData name="Jan Cordtz" userId="b5e592fb-fc8b-4323-a97d-691438b2e2da" providerId="ADAL" clId="{4E22EDF5-2883-5D57-B9C7-04E66950367B}" dt="2026-04-30T06:57:22.779" v="909" actId="20577"/>
          <ac:spMkLst>
            <pc:docMk/>
            <pc:sldMk cId="1260783676" sldId="2142532482"/>
            <ac:spMk id="6" creationId="{2AADBD70-2FFD-44D2-9B80-347D24354324}"/>
          </ac:spMkLst>
        </pc:spChg>
        <pc:spChg chg="mod">
          <ac:chgData name="Jan Cordtz" userId="b5e592fb-fc8b-4323-a97d-691438b2e2da" providerId="ADAL" clId="{4E22EDF5-2883-5D57-B9C7-04E66950367B}" dt="2026-04-30T09:11:27.262" v="1498" actId="1035"/>
          <ac:spMkLst>
            <pc:docMk/>
            <pc:sldMk cId="1260783676" sldId="2142532482"/>
            <ac:spMk id="8" creationId="{05DA7EE1-E43A-4DAB-A85F-AE3B0CF795BC}"/>
          </ac:spMkLst>
        </pc:spChg>
        <pc:spChg chg="mod">
          <ac:chgData name="Jan Cordtz" userId="b5e592fb-fc8b-4323-a97d-691438b2e2da" providerId="ADAL" clId="{4E22EDF5-2883-5D57-B9C7-04E66950367B}" dt="2026-04-30T09:11:27.262" v="1498" actId="1035"/>
          <ac:spMkLst>
            <pc:docMk/>
            <pc:sldMk cId="1260783676" sldId="2142532482"/>
            <ac:spMk id="10" creationId="{B4B34E37-EFFB-FB84-F209-B6BAEF99BE02}"/>
          </ac:spMkLst>
        </pc:spChg>
        <pc:spChg chg="mod">
          <ac:chgData name="Jan Cordtz" userId="b5e592fb-fc8b-4323-a97d-691438b2e2da" providerId="ADAL" clId="{4E22EDF5-2883-5D57-B9C7-04E66950367B}" dt="2026-04-30T09:11:27.262" v="1498" actId="1035"/>
          <ac:spMkLst>
            <pc:docMk/>
            <pc:sldMk cId="1260783676" sldId="2142532482"/>
            <ac:spMk id="11" creationId="{74BC155F-1428-A847-675F-FCA1E8EBF09A}"/>
          </ac:spMkLst>
        </pc:spChg>
        <pc:spChg chg="mod">
          <ac:chgData name="Jan Cordtz" userId="b5e592fb-fc8b-4323-a97d-691438b2e2da" providerId="ADAL" clId="{4E22EDF5-2883-5D57-B9C7-04E66950367B}" dt="2026-04-30T09:11:27.262" v="1498" actId="1035"/>
          <ac:spMkLst>
            <pc:docMk/>
            <pc:sldMk cId="1260783676" sldId="2142532482"/>
            <ac:spMk id="12" creationId="{FE02C5BF-7D98-420B-EB1B-10087F29751C}"/>
          </ac:spMkLst>
        </pc:spChg>
        <pc:spChg chg="mod">
          <ac:chgData name="Jan Cordtz" userId="b5e592fb-fc8b-4323-a97d-691438b2e2da" providerId="ADAL" clId="{4E22EDF5-2883-5D57-B9C7-04E66950367B}" dt="2026-04-30T09:11:27.262" v="1498" actId="1035"/>
          <ac:spMkLst>
            <pc:docMk/>
            <pc:sldMk cId="1260783676" sldId="2142532482"/>
            <ac:spMk id="13" creationId="{95E8715F-6FB2-BC5C-70BF-ED64CFCA7D5E}"/>
          </ac:spMkLst>
        </pc:spChg>
        <pc:spChg chg="mod">
          <ac:chgData name="Jan Cordtz" userId="b5e592fb-fc8b-4323-a97d-691438b2e2da" providerId="ADAL" clId="{4E22EDF5-2883-5D57-B9C7-04E66950367B}" dt="2026-04-30T09:11:27.262" v="1498" actId="1035"/>
          <ac:spMkLst>
            <pc:docMk/>
            <pc:sldMk cId="1260783676" sldId="2142532482"/>
            <ac:spMk id="17" creationId="{194A12D8-19E6-484C-8F17-0612B29BFAFE}"/>
          </ac:spMkLst>
        </pc:spChg>
        <pc:spChg chg="mod">
          <ac:chgData name="Jan Cordtz" userId="b5e592fb-fc8b-4323-a97d-691438b2e2da" providerId="ADAL" clId="{4E22EDF5-2883-5D57-B9C7-04E66950367B}" dt="2026-04-30T09:11:27.262" v="1498" actId="1035"/>
          <ac:spMkLst>
            <pc:docMk/>
            <pc:sldMk cId="1260783676" sldId="2142532482"/>
            <ac:spMk id="85" creationId="{CA1FDF63-603E-4923-B1A0-E1EA4D270132}"/>
          </ac:spMkLst>
        </pc:spChg>
      </pc:sldChg>
      <pc:sldChg chg="modSp mod modClrScheme chgLayout">
        <pc:chgData name="Jan Cordtz" userId="b5e592fb-fc8b-4323-a97d-691438b2e2da" providerId="ADAL" clId="{4E22EDF5-2883-5D57-B9C7-04E66950367B}" dt="2026-04-30T09:11:52.946" v="1526" actId="255"/>
        <pc:sldMkLst>
          <pc:docMk/>
          <pc:sldMk cId="2682585275" sldId="2142532506"/>
        </pc:sldMkLst>
        <pc:spChg chg="mod">
          <ac:chgData name="Jan Cordtz" userId="b5e592fb-fc8b-4323-a97d-691438b2e2da" providerId="ADAL" clId="{4E22EDF5-2883-5D57-B9C7-04E66950367B}" dt="2026-04-30T09:11:52.946" v="1526" actId="255"/>
          <ac:spMkLst>
            <pc:docMk/>
            <pc:sldMk cId="2682585275" sldId="2142532506"/>
            <ac:spMk id="2" creationId="{9EE9D79A-E00D-790A-4FFC-E832159FFF27}"/>
          </ac:spMkLst>
        </pc:spChg>
      </pc:sldChg>
      <pc:sldChg chg="modSp mod modClrScheme chgLayout">
        <pc:chgData name="Jan Cordtz" userId="b5e592fb-fc8b-4323-a97d-691438b2e2da" providerId="ADAL" clId="{4E22EDF5-2883-5D57-B9C7-04E66950367B}" dt="2026-04-30T09:11:10.312" v="1480" actId="255"/>
        <pc:sldMkLst>
          <pc:docMk/>
          <pc:sldMk cId="3300722731" sldId="2142532575"/>
        </pc:sldMkLst>
        <pc:spChg chg="mod">
          <ac:chgData name="Jan Cordtz" userId="b5e592fb-fc8b-4323-a97d-691438b2e2da" providerId="ADAL" clId="{4E22EDF5-2883-5D57-B9C7-04E66950367B}" dt="2026-04-30T09:11:10.312" v="1480" actId="255"/>
          <ac:spMkLst>
            <pc:docMk/>
            <pc:sldMk cId="3300722731" sldId="2142532575"/>
            <ac:spMk id="2" creationId="{64F0BC07-5CC1-5202-9F43-0B413E4887F7}"/>
          </ac:spMkLst>
        </pc:spChg>
      </pc:sldChg>
      <pc:sldChg chg="modSp mod modClrScheme chgLayout">
        <pc:chgData name="Jan Cordtz" userId="b5e592fb-fc8b-4323-a97d-691438b2e2da" providerId="ADAL" clId="{4E22EDF5-2883-5D57-B9C7-04E66950367B}" dt="2026-04-30T07:28:17.927" v="1363" actId="700"/>
        <pc:sldMkLst>
          <pc:docMk/>
          <pc:sldMk cId="1347856851" sldId="2142532580"/>
        </pc:sldMkLst>
        <pc:spChg chg="mod ord">
          <ac:chgData name="Jan Cordtz" userId="b5e592fb-fc8b-4323-a97d-691438b2e2da" providerId="ADAL" clId="{4E22EDF5-2883-5D57-B9C7-04E66950367B}" dt="2026-04-30T07:28:17.927" v="1363" actId="700"/>
          <ac:spMkLst>
            <pc:docMk/>
            <pc:sldMk cId="1347856851" sldId="2142532580"/>
            <ac:spMk id="3" creationId="{7611A82B-B8AA-4C05-9816-0DE7FB132940}"/>
          </ac:spMkLst>
        </pc:spChg>
      </pc:sldChg>
      <pc:sldChg chg="modSp add mod modClrScheme chgLayout">
        <pc:chgData name="Jan Cordtz" userId="b5e592fb-fc8b-4323-a97d-691438b2e2da" providerId="ADAL" clId="{4E22EDF5-2883-5D57-B9C7-04E66950367B}" dt="2026-04-30T08:17:03.177" v="1415" actId="207"/>
        <pc:sldMkLst>
          <pc:docMk/>
          <pc:sldMk cId="1147610374" sldId="2147480090"/>
        </pc:sldMkLst>
        <pc:spChg chg="mod">
          <ac:chgData name="Jan Cordtz" userId="b5e592fb-fc8b-4323-a97d-691438b2e2da" providerId="ADAL" clId="{4E22EDF5-2883-5D57-B9C7-04E66950367B}" dt="2026-04-30T08:17:03.177" v="1415" actId="207"/>
          <ac:spMkLst>
            <pc:docMk/>
            <pc:sldMk cId="1147610374" sldId="2147480090"/>
            <ac:spMk id="5" creationId="{BC4CC5C3-1E8D-2C0E-82EA-0C4265C7875B}"/>
          </ac:spMkLst>
        </pc:spChg>
        <pc:spChg chg="mod">
          <ac:chgData name="Jan Cordtz" userId="b5e592fb-fc8b-4323-a97d-691438b2e2da" providerId="ADAL" clId="{4E22EDF5-2883-5D57-B9C7-04E66950367B}" dt="2026-04-30T08:16:53.264" v="1413" actId="207"/>
          <ac:spMkLst>
            <pc:docMk/>
            <pc:sldMk cId="1147610374" sldId="2147480090"/>
            <ac:spMk id="9" creationId="{635A21B7-DDA7-FBD8-8DCE-E6F5F58045E0}"/>
          </ac:spMkLst>
        </pc:spChg>
        <pc:spChg chg="mod">
          <ac:chgData name="Jan Cordtz" userId="b5e592fb-fc8b-4323-a97d-691438b2e2da" providerId="ADAL" clId="{4E22EDF5-2883-5D57-B9C7-04E66950367B}" dt="2026-04-30T08:15:26.141" v="1399" actId="207"/>
          <ac:spMkLst>
            <pc:docMk/>
            <pc:sldMk cId="1147610374" sldId="2147480090"/>
            <ac:spMk id="11" creationId="{E24CCC6B-481F-3554-2E78-01F00F007D67}"/>
          </ac:spMkLst>
        </pc:spChg>
        <pc:spChg chg="mod">
          <ac:chgData name="Jan Cordtz" userId="b5e592fb-fc8b-4323-a97d-691438b2e2da" providerId="ADAL" clId="{4E22EDF5-2883-5D57-B9C7-04E66950367B}" dt="2026-04-30T08:15:26.141" v="1399" actId="207"/>
          <ac:spMkLst>
            <pc:docMk/>
            <pc:sldMk cId="1147610374" sldId="2147480090"/>
            <ac:spMk id="17" creationId="{A128138F-008F-267B-61B1-F18D612F3AF4}"/>
          </ac:spMkLst>
        </pc:spChg>
        <pc:spChg chg="mod">
          <ac:chgData name="Jan Cordtz" userId="b5e592fb-fc8b-4323-a97d-691438b2e2da" providerId="ADAL" clId="{4E22EDF5-2883-5D57-B9C7-04E66950367B}" dt="2026-04-30T08:15:26.141" v="1399" actId="207"/>
          <ac:spMkLst>
            <pc:docMk/>
            <pc:sldMk cId="1147610374" sldId="2147480090"/>
            <ac:spMk id="22" creationId="{3212412E-410F-7C42-80B5-FAEDF7C05BC5}"/>
          </ac:spMkLst>
        </pc:spChg>
        <pc:spChg chg="mod">
          <ac:chgData name="Jan Cordtz" userId="b5e592fb-fc8b-4323-a97d-691438b2e2da" providerId="ADAL" clId="{4E22EDF5-2883-5D57-B9C7-04E66950367B}" dt="2026-04-30T08:15:26.141" v="1399" actId="207"/>
          <ac:spMkLst>
            <pc:docMk/>
            <pc:sldMk cId="1147610374" sldId="2147480090"/>
            <ac:spMk id="24" creationId="{DF7B4CD2-1A08-2AFC-89FC-CD5220130BDB}"/>
          </ac:spMkLst>
        </pc:spChg>
        <pc:spChg chg="mod">
          <ac:chgData name="Jan Cordtz" userId="b5e592fb-fc8b-4323-a97d-691438b2e2da" providerId="ADAL" clId="{4E22EDF5-2883-5D57-B9C7-04E66950367B}" dt="2026-04-30T08:15:49.277" v="1401" actId="207"/>
          <ac:spMkLst>
            <pc:docMk/>
            <pc:sldMk cId="1147610374" sldId="2147480090"/>
            <ac:spMk id="7172" creationId="{EDBCB95C-C1AE-1FD1-D0CE-4699CC902ADC}"/>
          </ac:spMkLst>
        </pc:spChg>
        <pc:spChg chg="mod">
          <ac:chgData name="Jan Cordtz" userId="b5e592fb-fc8b-4323-a97d-691438b2e2da" providerId="ADAL" clId="{4E22EDF5-2883-5D57-B9C7-04E66950367B}" dt="2026-04-30T08:16:06.069" v="1403" actId="207"/>
          <ac:spMkLst>
            <pc:docMk/>
            <pc:sldMk cId="1147610374" sldId="2147480090"/>
            <ac:spMk id="7174" creationId="{05AF2B88-A1DB-65F5-EA77-B33429FCB27B}"/>
          </ac:spMkLst>
        </pc:spChg>
        <pc:spChg chg="mod">
          <ac:chgData name="Jan Cordtz" userId="b5e592fb-fc8b-4323-a97d-691438b2e2da" providerId="ADAL" clId="{4E22EDF5-2883-5D57-B9C7-04E66950367B}" dt="2026-04-30T08:15:57.520" v="1402" actId="207"/>
          <ac:spMkLst>
            <pc:docMk/>
            <pc:sldMk cId="1147610374" sldId="2147480090"/>
            <ac:spMk id="7175" creationId="{5137A0F1-ED86-DD2B-05C2-DB1D6F8FAC67}"/>
          </ac:spMkLst>
        </pc:spChg>
        <pc:cxnChg chg="mod">
          <ac:chgData name="Jan Cordtz" userId="b5e592fb-fc8b-4323-a97d-691438b2e2da" providerId="ADAL" clId="{4E22EDF5-2883-5D57-B9C7-04E66950367B}" dt="2026-04-30T08:16:37.364" v="1412" actId="692"/>
          <ac:cxnSpMkLst>
            <pc:docMk/>
            <pc:sldMk cId="1147610374" sldId="2147480090"/>
            <ac:cxnSpMk id="7178" creationId="{990182BE-72D4-A480-3A45-CA8F90E28761}"/>
          </ac:cxnSpMkLst>
        </pc:cxnChg>
      </pc:sldChg>
      <pc:sldChg chg="addSp modSp add mod modClrScheme chgLayout">
        <pc:chgData name="Jan Cordtz" userId="b5e592fb-fc8b-4323-a97d-691438b2e2da" providerId="ADAL" clId="{4E22EDF5-2883-5D57-B9C7-04E66950367B}" dt="2026-04-30T08:21:18.950" v="1469" actId="692"/>
        <pc:sldMkLst>
          <pc:docMk/>
          <pc:sldMk cId="441937" sldId="2147480091"/>
        </pc:sldMkLst>
        <pc:spChg chg="mod">
          <ac:chgData name="Jan Cordtz" userId="b5e592fb-fc8b-4323-a97d-691438b2e2da" providerId="ADAL" clId="{4E22EDF5-2883-5D57-B9C7-04E66950367B}" dt="2026-04-30T08:18:39.548" v="1430" actId="207"/>
          <ac:spMkLst>
            <pc:docMk/>
            <pc:sldMk cId="441937" sldId="2147480091"/>
            <ac:spMk id="7" creationId="{FB0966DE-D2CF-472E-BDAD-69C1A07ECA1F}"/>
          </ac:spMkLst>
        </pc:spChg>
        <pc:spChg chg="add mod">
          <ac:chgData name="Jan Cordtz" userId="b5e592fb-fc8b-4323-a97d-691438b2e2da" providerId="ADAL" clId="{4E22EDF5-2883-5D57-B9C7-04E66950367B}" dt="2026-04-30T08:18:05.233" v="1426" actId="1076"/>
          <ac:spMkLst>
            <pc:docMk/>
            <pc:sldMk cId="441937" sldId="2147480091"/>
            <ac:spMk id="9" creationId="{4BFCD2D6-E68C-5BD5-BA5E-5CAF8E5820FB}"/>
          </ac:spMkLst>
        </pc:spChg>
        <pc:spChg chg="mod">
          <ac:chgData name="Jan Cordtz" userId="b5e592fb-fc8b-4323-a97d-691438b2e2da" providerId="ADAL" clId="{4E22EDF5-2883-5D57-B9C7-04E66950367B}" dt="2026-04-30T08:18:16.076" v="1427" actId="207"/>
          <ac:spMkLst>
            <pc:docMk/>
            <pc:sldMk cId="441937" sldId="2147480091"/>
            <ac:spMk id="20" creationId="{D411F6BA-A965-AF48-AF18-7724AA61909E}"/>
          </ac:spMkLst>
        </pc:spChg>
        <pc:spChg chg="mod">
          <ac:chgData name="Jan Cordtz" userId="b5e592fb-fc8b-4323-a97d-691438b2e2da" providerId="ADAL" clId="{4E22EDF5-2883-5D57-B9C7-04E66950367B}" dt="2026-04-30T08:18:48.536" v="1431" actId="207"/>
          <ac:spMkLst>
            <pc:docMk/>
            <pc:sldMk cId="441937" sldId="2147480091"/>
            <ac:spMk id="40" creationId="{B4C4DEAB-1C39-6F23-C6AB-33BF61395A2B}"/>
          </ac:spMkLst>
        </pc:spChg>
        <pc:spChg chg="mod">
          <ac:chgData name="Jan Cordtz" userId="b5e592fb-fc8b-4323-a97d-691438b2e2da" providerId="ADAL" clId="{4E22EDF5-2883-5D57-B9C7-04E66950367B}" dt="2026-04-30T08:18:25.864" v="1428" actId="207"/>
          <ac:spMkLst>
            <pc:docMk/>
            <pc:sldMk cId="441937" sldId="2147480091"/>
            <ac:spMk id="59" creationId="{3F965651-8ADD-4DBA-A8C5-6148F7C1224F}"/>
          </ac:spMkLst>
        </pc:spChg>
        <pc:spChg chg="mod">
          <ac:chgData name="Jan Cordtz" userId="b5e592fb-fc8b-4323-a97d-691438b2e2da" providerId="ADAL" clId="{4E22EDF5-2883-5D57-B9C7-04E66950367B}" dt="2026-04-30T08:18:32.635" v="1429" actId="207"/>
          <ac:spMkLst>
            <pc:docMk/>
            <pc:sldMk cId="441937" sldId="2147480091"/>
            <ac:spMk id="7169" creationId="{5E096E72-7FF5-4794-854B-C79D09B3A487}"/>
          </ac:spMkLst>
        </pc:spChg>
        <pc:cxnChg chg="mod">
          <ac:chgData name="Jan Cordtz" userId="b5e592fb-fc8b-4323-a97d-691438b2e2da" providerId="ADAL" clId="{4E22EDF5-2883-5D57-B9C7-04E66950367B}" dt="2026-04-30T08:21:18.950" v="1469" actId="692"/>
          <ac:cxnSpMkLst>
            <pc:docMk/>
            <pc:sldMk cId="441937" sldId="2147480091"/>
            <ac:cxnSpMk id="130" creationId="{E5FA0D87-BC87-4E53-8D40-28AAA777EEC7}"/>
          </ac:cxnSpMkLst>
        </pc:cxnChg>
      </pc:sldChg>
      <pc:sldChg chg="addSp delSp modSp add mod modClrScheme delAnim modAnim chgLayout">
        <pc:chgData name="Jan Cordtz" userId="b5e592fb-fc8b-4323-a97d-691438b2e2da" providerId="ADAL" clId="{4E22EDF5-2883-5D57-B9C7-04E66950367B}" dt="2026-04-30T08:20:43.455" v="1456" actId="692"/>
        <pc:sldMkLst>
          <pc:docMk/>
          <pc:sldMk cId="1338838175" sldId="2147480092"/>
        </pc:sldMkLst>
        <pc:spChg chg="add mod">
          <ac:chgData name="Jan Cordtz" userId="b5e592fb-fc8b-4323-a97d-691438b2e2da" providerId="ADAL" clId="{4E22EDF5-2883-5D57-B9C7-04E66950367B}" dt="2026-04-30T08:19:34.249" v="1440" actId="1076"/>
          <ac:spMkLst>
            <pc:docMk/>
            <pc:sldMk cId="1338838175" sldId="2147480092"/>
            <ac:spMk id="2" creationId="{95B5EA0E-FBDB-CE46-4FB4-7101F43D2783}"/>
          </ac:spMkLst>
        </pc:spChg>
        <pc:spChg chg="mod">
          <ac:chgData name="Jan Cordtz" userId="b5e592fb-fc8b-4323-a97d-691438b2e2da" providerId="ADAL" clId="{4E22EDF5-2883-5D57-B9C7-04E66950367B}" dt="2026-04-30T08:19:43.833" v="1441" actId="207"/>
          <ac:spMkLst>
            <pc:docMk/>
            <pc:sldMk cId="1338838175" sldId="2147480092"/>
            <ac:spMk id="40" creationId="{B4C4DEAB-1C39-6F23-C6AB-33BF61395A2B}"/>
          </ac:spMkLst>
        </pc:spChg>
        <pc:spChg chg="mod">
          <ac:chgData name="Jan Cordtz" userId="b5e592fb-fc8b-4323-a97d-691438b2e2da" providerId="ADAL" clId="{4E22EDF5-2883-5D57-B9C7-04E66950367B}" dt="2026-04-30T08:20:07.094" v="1444"/>
          <ac:spMkLst>
            <pc:docMk/>
            <pc:sldMk cId="1338838175" sldId="2147480092"/>
            <ac:spMk id="50" creationId="{1B6796C7-8589-2D19-73FD-00BF6E53DDCE}"/>
          </ac:spMkLst>
        </pc:spChg>
        <pc:spChg chg="mod">
          <ac:chgData name="Jan Cordtz" userId="b5e592fb-fc8b-4323-a97d-691438b2e2da" providerId="ADAL" clId="{4E22EDF5-2883-5D57-B9C7-04E66950367B}" dt="2026-04-30T08:20:07.094" v="1444"/>
          <ac:spMkLst>
            <pc:docMk/>
            <pc:sldMk cId="1338838175" sldId="2147480092"/>
            <ac:spMk id="51" creationId="{EC659B12-DDA1-BFFA-446F-093CA69A07E7}"/>
          </ac:spMkLst>
        </pc:spChg>
        <pc:spChg chg="mod">
          <ac:chgData name="Jan Cordtz" userId="b5e592fb-fc8b-4323-a97d-691438b2e2da" providerId="ADAL" clId="{4E22EDF5-2883-5D57-B9C7-04E66950367B}" dt="2026-04-30T08:20:07.094" v="1444"/>
          <ac:spMkLst>
            <pc:docMk/>
            <pc:sldMk cId="1338838175" sldId="2147480092"/>
            <ac:spMk id="55" creationId="{B91953F9-6C01-DD97-AE79-7FDF9DFB4B6C}"/>
          </ac:spMkLst>
        </pc:spChg>
        <pc:spChg chg="mod">
          <ac:chgData name="Jan Cordtz" userId="b5e592fb-fc8b-4323-a97d-691438b2e2da" providerId="ADAL" clId="{4E22EDF5-2883-5D57-B9C7-04E66950367B}" dt="2026-04-30T08:20:07.094" v="1444"/>
          <ac:spMkLst>
            <pc:docMk/>
            <pc:sldMk cId="1338838175" sldId="2147480092"/>
            <ac:spMk id="57" creationId="{19B635B3-BF78-D006-DF52-2BC6C4183456}"/>
          </ac:spMkLst>
        </pc:spChg>
        <pc:spChg chg="mod">
          <ac:chgData name="Jan Cordtz" userId="b5e592fb-fc8b-4323-a97d-691438b2e2da" providerId="ADAL" clId="{4E22EDF5-2883-5D57-B9C7-04E66950367B}" dt="2026-04-30T08:20:07.094" v="1444"/>
          <ac:spMkLst>
            <pc:docMk/>
            <pc:sldMk cId="1338838175" sldId="2147480092"/>
            <ac:spMk id="7172" creationId="{16EC82C5-B8F2-449A-BFDF-BD2F58900B06}"/>
          </ac:spMkLst>
        </pc:spChg>
        <pc:spChg chg="mod">
          <ac:chgData name="Jan Cordtz" userId="b5e592fb-fc8b-4323-a97d-691438b2e2da" providerId="ADAL" clId="{4E22EDF5-2883-5D57-B9C7-04E66950367B}" dt="2026-04-30T08:20:07.094" v="1444"/>
          <ac:spMkLst>
            <pc:docMk/>
            <pc:sldMk cId="1338838175" sldId="2147480092"/>
            <ac:spMk id="7174" creationId="{F8F7FBD6-96C0-987D-F4A0-E9A1A94A5689}"/>
          </ac:spMkLst>
        </pc:spChg>
        <pc:spChg chg="mod">
          <ac:chgData name="Jan Cordtz" userId="b5e592fb-fc8b-4323-a97d-691438b2e2da" providerId="ADAL" clId="{4E22EDF5-2883-5D57-B9C7-04E66950367B}" dt="2026-04-30T08:20:07.094" v="1444"/>
          <ac:spMkLst>
            <pc:docMk/>
            <pc:sldMk cId="1338838175" sldId="2147480092"/>
            <ac:spMk id="7175" creationId="{C3AD255A-AD56-2CB0-87B3-A47D54162064}"/>
          </ac:spMkLst>
        </pc:spChg>
        <pc:spChg chg="mod">
          <ac:chgData name="Jan Cordtz" userId="b5e592fb-fc8b-4323-a97d-691438b2e2da" providerId="ADAL" clId="{4E22EDF5-2883-5D57-B9C7-04E66950367B}" dt="2026-04-30T08:20:07.094" v="1444"/>
          <ac:spMkLst>
            <pc:docMk/>
            <pc:sldMk cId="1338838175" sldId="2147480092"/>
            <ac:spMk id="7176" creationId="{82A7612B-1A6B-E9FF-6200-BF40BE94956E}"/>
          </ac:spMkLst>
        </pc:spChg>
        <pc:spChg chg="mod">
          <ac:chgData name="Jan Cordtz" userId="b5e592fb-fc8b-4323-a97d-691438b2e2da" providerId="ADAL" clId="{4E22EDF5-2883-5D57-B9C7-04E66950367B}" dt="2026-04-30T08:20:07.094" v="1444"/>
          <ac:spMkLst>
            <pc:docMk/>
            <pc:sldMk cId="1338838175" sldId="2147480092"/>
            <ac:spMk id="7178" creationId="{01F0101B-495E-1E70-1492-44118A60FB3F}"/>
          </ac:spMkLst>
        </pc:spChg>
        <pc:spChg chg="mod">
          <ac:chgData name="Jan Cordtz" userId="b5e592fb-fc8b-4323-a97d-691438b2e2da" providerId="ADAL" clId="{4E22EDF5-2883-5D57-B9C7-04E66950367B}" dt="2026-04-30T08:20:07.094" v="1444"/>
          <ac:spMkLst>
            <pc:docMk/>
            <pc:sldMk cId="1338838175" sldId="2147480092"/>
            <ac:spMk id="7184" creationId="{6485E039-DD7E-133D-C7BD-B8197ACFF23D}"/>
          </ac:spMkLst>
        </pc:spChg>
        <pc:cxnChg chg="mod">
          <ac:chgData name="Jan Cordtz" userId="b5e592fb-fc8b-4323-a97d-691438b2e2da" providerId="ADAL" clId="{4E22EDF5-2883-5D57-B9C7-04E66950367B}" dt="2026-04-30T08:19:59.423" v="1443" actId="478"/>
          <ac:cxnSpMkLst>
            <pc:docMk/>
            <pc:sldMk cId="1338838175" sldId="2147480092"/>
            <ac:cxnSpMk id="30" creationId="{446340EE-2513-EC5D-077C-944D43043E23}"/>
          </ac:cxnSpMkLst>
        </pc:cxnChg>
        <pc:cxnChg chg="mod">
          <ac:chgData name="Jan Cordtz" userId="b5e592fb-fc8b-4323-a97d-691438b2e2da" providerId="ADAL" clId="{4E22EDF5-2883-5D57-B9C7-04E66950367B}" dt="2026-04-30T08:19:59.423" v="1443" actId="478"/>
          <ac:cxnSpMkLst>
            <pc:docMk/>
            <pc:sldMk cId="1338838175" sldId="2147480092"/>
            <ac:cxnSpMk id="33" creationId="{52927463-7CE1-DD24-2BE0-00337B58FE95}"/>
          </ac:cxnSpMkLst>
        </pc:cxnChg>
        <pc:cxnChg chg="mod">
          <ac:chgData name="Jan Cordtz" userId="b5e592fb-fc8b-4323-a97d-691438b2e2da" providerId="ADAL" clId="{4E22EDF5-2883-5D57-B9C7-04E66950367B}" dt="2026-04-30T08:20:43.455" v="1456" actId="692"/>
          <ac:cxnSpMkLst>
            <pc:docMk/>
            <pc:sldMk cId="1338838175" sldId="2147480092"/>
            <ac:cxnSpMk id="53" creationId="{A45ED46B-0E5D-A4A2-D25D-30EC82257762}"/>
          </ac:cxnSpMkLst>
        </pc:cxnChg>
      </pc:sldChg>
      <pc:sldChg chg="modSp mod modClrScheme chgLayout">
        <pc:chgData name="Jan Cordtz" userId="b5e592fb-fc8b-4323-a97d-691438b2e2da" providerId="ADAL" clId="{4E22EDF5-2883-5D57-B9C7-04E66950367B}" dt="2026-05-07T08:00:43.645" v="1621" actId="1076"/>
        <pc:sldMkLst>
          <pc:docMk/>
          <pc:sldMk cId="1721880502" sldId="2147480301"/>
        </pc:sldMkLst>
        <pc:spChg chg="mod">
          <ac:chgData name="Jan Cordtz" userId="b5e592fb-fc8b-4323-a97d-691438b2e2da" providerId="ADAL" clId="{4E22EDF5-2883-5D57-B9C7-04E66950367B}" dt="2026-05-07T08:00:43.645" v="1621" actId="1076"/>
          <ac:spMkLst>
            <pc:docMk/>
            <pc:sldMk cId="1721880502" sldId="2147480301"/>
            <ac:spMk id="2" creationId="{010FF6EF-F029-BB27-1E6A-EC06AFA40230}"/>
          </ac:spMkLst>
        </pc:spChg>
      </pc:sldChg>
      <pc:sldChg chg="modSp mod modClrScheme chgLayout">
        <pc:chgData name="Jan Cordtz" userId="b5e592fb-fc8b-4323-a97d-691438b2e2da" providerId="ADAL" clId="{4E22EDF5-2883-5D57-B9C7-04E66950367B}" dt="2026-05-07T08:03:18.159" v="1660" actId="108"/>
        <pc:sldMkLst>
          <pc:docMk/>
          <pc:sldMk cId="961999962" sldId="2147480304"/>
        </pc:sldMkLst>
        <pc:spChg chg="mod">
          <ac:chgData name="Jan Cordtz" userId="b5e592fb-fc8b-4323-a97d-691438b2e2da" providerId="ADAL" clId="{4E22EDF5-2883-5D57-B9C7-04E66950367B}" dt="2026-04-30T09:11:39.571" v="1524" actId="1037"/>
          <ac:spMkLst>
            <pc:docMk/>
            <pc:sldMk cId="961999962" sldId="2147480304"/>
            <ac:spMk id="2" creationId="{4FBDB384-AD89-7148-D760-ADCFB80A2EA6}"/>
          </ac:spMkLst>
        </pc:spChg>
        <pc:spChg chg="mod">
          <ac:chgData name="Jan Cordtz" userId="b5e592fb-fc8b-4323-a97d-691438b2e2da" providerId="ADAL" clId="{4E22EDF5-2883-5D57-B9C7-04E66950367B}" dt="2026-04-30T06:57:36.421" v="921" actId="20577"/>
          <ac:spMkLst>
            <pc:docMk/>
            <pc:sldMk cId="961999962" sldId="2147480304"/>
            <ac:spMk id="4" creationId="{64B893EC-80E5-4345-A576-A8A61F389E4B}"/>
          </ac:spMkLst>
        </pc:spChg>
        <pc:spChg chg="mod">
          <ac:chgData name="Jan Cordtz" userId="b5e592fb-fc8b-4323-a97d-691438b2e2da" providerId="ADAL" clId="{4E22EDF5-2883-5D57-B9C7-04E66950367B}" dt="2026-05-07T08:03:18.159" v="1660" actId="108"/>
          <ac:spMkLst>
            <pc:docMk/>
            <pc:sldMk cId="961999962" sldId="2147480304"/>
            <ac:spMk id="5" creationId="{208F8B85-4237-4012-8BC3-A5CD11E3FD19}"/>
          </ac:spMkLst>
        </pc:spChg>
        <pc:spChg chg="mod">
          <ac:chgData name="Jan Cordtz" userId="b5e592fb-fc8b-4323-a97d-691438b2e2da" providerId="ADAL" clId="{4E22EDF5-2883-5D57-B9C7-04E66950367B}" dt="2026-04-30T09:11:39.571" v="1524" actId="1037"/>
          <ac:spMkLst>
            <pc:docMk/>
            <pc:sldMk cId="961999962" sldId="2147480304"/>
            <ac:spMk id="6" creationId="{2AADBD70-2FFD-44D2-9B80-347D24354324}"/>
          </ac:spMkLst>
        </pc:spChg>
        <pc:spChg chg="mod">
          <ac:chgData name="Jan Cordtz" userId="b5e592fb-fc8b-4323-a97d-691438b2e2da" providerId="ADAL" clId="{4E22EDF5-2883-5D57-B9C7-04E66950367B}" dt="2026-04-30T09:11:39.571" v="1524" actId="1037"/>
          <ac:spMkLst>
            <pc:docMk/>
            <pc:sldMk cId="961999962" sldId="2147480304"/>
            <ac:spMk id="8" creationId="{05DA7EE1-E43A-4DAB-A85F-AE3B0CF795BC}"/>
          </ac:spMkLst>
        </pc:spChg>
        <pc:spChg chg="mod">
          <ac:chgData name="Jan Cordtz" userId="b5e592fb-fc8b-4323-a97d-691438b2e2da" providerId="ADAL" clId="{4E22EDF5-2883-5D57-B9C7-04E66950367B}" dt="2026-05-07T08:02:27.018" v="1654" actId="20577"/>
          <ac:spMkLst>
            <pc:docMk/>
            <pc:sldMk cId="961999962" sldId="2147480304"/>
            <ac:spMk id="17" creationId="{194A12D8-19E6-484C-8F17-0612B29BFAFE}"/>
          </ac:spMkLst>
        </pc:spChg>
        <pc:spChg chg="mod">
          <ac:chgData name="Jan Cordtz" userId="b5e592fb-fc8b-4323-a97d-691438b2e2da" providerId="ADAL" clId="{4E22EDF5-2883-5D57-B9C7-04E66950367B}" dt="2026-04-30T09:11:39.571" v="1524" actId="1037"/>
          <ac:spMkLst>
            <pc:docMk/>
            <pc:sldMk cId="961999962" sldId="2147480304"/>
            <ac:spMk id="18" creationId="{3B8E7253-7C7F-4825-946F-3E6EF35F8924}"/>
          </ac:spMkLst>
        </pc:spChg>
        <pc:spChg chg="mod">
          <ac:chgData name="Jan Cordtz" userId="b5e592fb-fc8b-4323-a97d-691438b2e2da" providerId="ADAL" clId="{4E22EDF5-2883-5D57-B9C7-04E66950367B}" dt="2026-04-30T09:11:39.571" v="1524" actId="1037"/>
          <ac:spMkLst>
            <pc:docMk/>
            <pc:sldMk cId="961999962" sldId="2147480304"/>
            <ac:spMk id="19" creationId="{AB0D2781-D7C4-170C-063D-0AF79896239A}"/>
          </ac:spMkLst>
        </pc:spChg>
        <pc:spChg chg="mod">
          <ac:chgData name="Jan Cordtz" userId="b5e592fb-fc8b-4323-a97d-691438b2e2da" providerId="ADAL" clId="{4E22EDF5-2883-5D57-B9C7-04E66950367B}" dt="2026-04-30T09:11:39.571" v="1524" actId="1037"/>
          <ac:spMkLst>
            <pc:docMk/>
            <pc:sldMk cId="961999962" sldId="2147480304"/>
            <ac:spMk id="20" creationId="{A49ED8FD-BD45-8FF2-7BBF-349A536570D8}"/>
          </ac:spMkLst>
        </pc:spChg>
        <pc:spChg chg="mod">
          <ac:chgData name="Jan Cordtz" userId="b5e592fb-fc8b-4323-a97d-691438b2e2da" providerId="ADAL" clId="{4E22EDF5-2883-5D57-B9C7-04E66950367B}" dt="2026-04-30T09:11:39.571" v="1524" actId="1037"/>
          <ac:spMkLst>
            <pc:docMk/>
            <pc:sldMk cId="961999962" sldId="2147480304"/>
            <ac:spMk id="21" creationId="{5A7E57A9-DC71-34B9-1E73-22AA0BF9F53B}"/>
          </ac:spMkLst>
        </pc:spChg>
        <pc:spChg chg="mod">
          <ac:chgData name="Jan Cordtz" userId="b5e592fb-fc8b-4323-a97d-691438b2e2da" providerId="ADAL" clId="{4E22EDF5-2883-5D57-B9C7-04E66950367B}" dt="2026-04-30T09:11:39.571" v="1524" actId="1037"/>
          <ac:spMkLst>
            <pc:docMk/>
            <pc:sldMk cId="961999962" sldId="2147480304"/>
            <ac:spMk id="26" creationId="{03DBDE9B-6773-DD90-4385-8052E8948EF8}"/>
          </ac:spMkLst>
        </pc:spChg>
        <pc:spChg chg="mod">
          <ac:chgData name="Jan Cordtz" userId="b5e592fb-fc8b-4323-a97d-691438b2e2da" providerId="ADAL" clId="{4E22EDF5-2883-5D57-B9C7-04E66950367B}" dt="2026-04-30T09:11:39.571" v="1524" actId="1037"/>
          <ac:spMkLst>
            <pc:docMk/>
            <pc:sldMk cId="961999962" sldId="2147480304"/>
            <ac:spMk id="28" creationId="{643C1508-BED4-EFDA-3E04-D434525BADD9}"/>
          </ac:spMkLst>
        </pc:spChg>
        <pc:spChg chg="mod">
          <ac:chgData name="Jan Cordtz" userId="b5e592fb-fc8b-4323-a97d-691438b2e2da" providerId="ADAL" clId="{4E22EDF5-2883-5D57-B9C7-04E66950367B}" dt="2026-04-30T06:57:44.678" v="933" actId="20577"/>
          <ac:spMkLst>
            <pc:docMk/>
            <pc:sldMk cId="961999962" sldId="2147480304"/>
            <ac:spMk id="85" creationId="{CA1FDF63-603E-4923-B1A0-E1EA4D270132}"/>
          </ac:spMkLst>
        </pc:spChg>
      </pc:sldChg>
      <pc:sldChg chg="addSp modSp mod modClrScheme modShow chgLayout">
        <pc:chgData name="Jan Cordtz" userId="b5e592fb-fc8b-4323-a97d-691438b2e2da" providerId="ADAL" clId="{4E22EDF5-2883-5D57-B9C7-04E66950367B}" dt="2026-05-07T08:00:32.675" v="1620"/>
        <pc:sldMkLst>
          <pc:docMk/>
          <pc:sldMk cId="3419425520" sldId="2147480306"/>
        </pc:sldMkLst>
        <pc:spChg chg="mod">
          <ac:chgData name="Jan Cordtz" userId="b5e592fb-fc8b-4323-a97d-691438b2e2da" providerId="ADAL" clId="{4E22EDF5-2883-5D57-B9C7-04E66950367B}" dt="2026-04-30T06:59:10.550" v="1002" actId="20577"/>
          <ac:spMkLst>
            <pc:docMk/>
            <pc:sldMk cId="3419425520" sldId="2147480306"/>
            <ac:spMk id="4" creationId="{64B893EC-80E5-4345-A576-A8A61F389E4B}"/>
          </ac:spMkLst>
        </pc:spChg>
        <pc:spChg chg="mod">
          <ac:chgData name="Jan Cordtz" userId="b5e592fb-fc8b-4323-a97d-691438b2e2da" providerId="ADAL" clId="{4E22EDF5-2883-5D57-B9C7-04E66950367B}" dt="2026-04-30T06:59:15.933" v="1009" actId="20577"/>
          <ac:spMkLst>
            <pc:docMk/>
            <pc:sldMk cId="3419425520" sldId="2147480306"/>
            <ac:spMk id="6" creationId="{2AADBD70-2FFD-44D2-9B80-347D24354324}"/>
          </ac:spMkLst>
        </pc:spChg>
        <pc:spChg chg="mod">
          <ac:chgData name="Jan Cordtz" userId="b5e592fb-fc8b-4323-a97d-691438b2e2da" providerId="ADAL" clId="{4E22EDF5-2883-5D57-B9C7-04E66950367B}" dt="2026-05-07T08:00:19.036" v="1619" actId="255"/>
          <ac:spMkLst>
            <pc:docMk/>
            <pc:sldMk cId="3419425520" sldId="2147480306"/>
            <ac:spMk id="11" creationId="{ABBA0854-2B03-56BF-239E-75ED87EB4D15}"/>
          </ac:spMkLst>
        </pc:spChg>
        <pc:spChg chg="add mod">
          <ac:chgData name="Jan Cordtz" userId="b5e592fb-fc8b-4323-a97d-691438b2e2da" providerId="ADAL" clId="{4E22EDF5-2883-5D57-B9C7-04E66950367B}" dt="2026-05-07T08:00:32.675" v="1620"/>
          <ac:spMkLst>
            <pc:docMk/>
            <pc:sldMk cId="3419425520" sldId="2147480306"/>
            <ac:spMk id="28" creationId="{1C69DCB4-5D17-15AC-902F-B053318E53B6}"/>
          </ac:spMkLst>
        </pc:spChg>
        <pc:spChg chg="mod">
          <ac:chgData name="Jan Cordtz" userId="b5e592fb-fc8b-4323-a97d-691438b2e2da" providerId="ADAL" clId="{4E22EDF5-2883-5D57-B9C7-04E66950367B}" dt="2026-04-30T08:19:50.482" v="1442" actId="207"/>
          <ac:spMkLst>
            <pc:docMk/>
            <pc:sldMk cId="3419425520" sldId="2147480306"/>
            <ac:spMk id="38" creationId="{CBA7E0FB-E115-1D96-102C-4E1CDDB80C9E}"/>
          </ac:spMkLst>
        </pc:spChg>
        <pc:spChg chg="mod">
          <ac:chgData name="Jan Cordtz" userId="b5e592fb-fc8b-4323-a97d-691438b2e2da" providerId="ADAL" clId="{4E22EDF5-2883-5D57-B9C7-04E66950367B}" dt="2026-04-30T06:59:21.661" v="1014" actId="20577"/>
          <ac:spMkLst>
            <pc:docMk/>
            <pc:sldMk cId="3419425520" sldId="2147480306"/>
            <ac:spMk id="85" creationId="{CA1FDF63-603E-4923-B1A0-E1EA4D270132}"/>
          </ac:spMkLst>
        </pc:spChg>
      </pc:sldChg>
      <pc:sldChg chg="mod modClrScheme chgLayout">
        <pc:chgData name="Jan Cordtz" userId="b5e592fb-fc8b-4323-a97d-691438b2e2da" providerId="ADAL" clId="{4E22EDF5-2883-5D57-B9C7-04E66950367B}" dt="2026-04-30T07:28:17.927" v="1363" actId="700"/>
        <pc:sldMkLst>
          <pc:docMk/>
          <pc:sldMk cId="840209269" sldId="2147480309"/>
        </pc:sldMkLst>
      </pc:sldChg>
      <pc:sldChg chg="delSp modSp add mod modClrScheme chgLayout">
        <pc:chgData name="Jan Cordtz" userId="b5e592fb-fc8b-4323-a97d-691438b2e2da" providerId="ADAL" clId="{4E22EDF5-2883-5D57-B9C7-04E66950367B}" dt="2026-05-07T08:08:58.133" v="1697" actId="1076"/>
        <pc:sldMkLst>
          <pc:docMk/>
          <pc:sldMk cId="2310858096" sldId="2147481379"/>
        </pc:sldMkLst>
        <pc:spChg chg="mod ord">
          <ac:chgData name="Jan Cordtz" userId="b5e592fb-fc8b-4323-a97d-691438b2e2da" providerId="ADAL" clId="{4E22EDF5-2883-5D57-B9C7-04E66950367B}" dt="2026-05-07T08:08:37.471" v="1692" actId="1076"/>
          <ac:spMkLst>
            <pc:docMk/>
            <pc:sldMk cId="2310858096" sldId="2147481379"/>
            <ac:spMk id="2" creationId="{00D50EB6-69F1-936F-E6D2-EE39C1D635A8}"/>
          </ac:spMkLst>
        </pc:spChg>
        <pc:spChg chg="mod">
          <ac:chgData name="Jan Cordtz" userId="b5e592fb-fc8b-4323-a97d-691438b2e2da" providerId="ADAL" clId="{4E22EDF5-2883-5D57-B9C7-04E66950367B}" dt="2026-05-07T08:06:43.634" v="1678" actId="207"/>
          <ac:spMkLst>
            <pc:docMk/>
            <pc:sldMk cId="2310858096" sldId="2147481379"/>
            <ac:spMk id="9" creationId="{95F71344-A269-88A7-C9BB-BC37BE8147B1}"/>
          </ac:spMkLst>
        </pc:spChg>
        <pc:spChg chg="mod">
          <ac:chgData name="Jan Cordtz" userId="b5e592fb-fc8b-4323-a97d-691438b2e2da" providerId="ADAL" clId="{4E22EDF5-2883-5D57-B9C7-04E66950367B}" dt="2026-05-07T08:08:58.133" v="1697" actId="1076"/>
          <ac:spMkLst>
            <pc:docMk/>
            <pc:sldMk cId="2310858096" sldId="2147481379"/>
            <ac:spMk id="10" creationId="{25EFB5B0-BAFA-8D85-4C44-302363744314}"/>
          </ac:spMkLst>
        </pc:spChg>
        <pc:spChg chg="mod">
          <ac:chgData name="Jan Cordtz" userId="b5e592fb-fc8b-4323-a97d-691438b2e2da" providerId="ADAL" clId="{4E22EDF5-2883-5D57-B9C7-04E66950367B}" dt="2026-05-07T08:06:43.634" v="1678" actId="207"/>
          <ac:spMkLst>
            <pc:docMk/>
            <pc:sldMk cId="2310858096" sldId="2147481379"/>
            <ac:spMk id="18" creationId="{48C0ADCE-4B83-3968-C3DB-F5199FB8BE40}"/>
          </ac:spMkLst>
        </pc:spChg>
        <pc:spChg chg="mod">
          <ac:chgData name="Jan Cordtz" userId="b5e592fb-fc8b-4323-a97d-691438b2e2da" providerId="ADAL" clId="{4E22EDF5-2883-5D57-B9C7-04E66950367B}" dt="2026-05-07T08:08:41.163" v="1693" actId="1076"/>
          <ac:spMkLst>
            <pc:docMk/>
            <pc:sldMk cId="2310858096" sldId="2147481379"/>
            <ac:spMk id="20" creationId="{275606FB-E868-6EE8-F8BF-711FA754CC22}"/>
          </ac:spMkLst>
        </pc:spChg>
        <pc:spChg chg="mod">
          <ac:chgData name="Jan Cordtz" userId="b5e592fb-fc8b-4323-a97d-691438b2e2da" providerId="ADAL" clId="{4E22EDF5-2883-5D57-B9C7-04E66950367B}" dt="2026-05-07T08:06:43.634" v="1678" actId="207"/>
          <ac:spMkLst>
            <pc:docMk/>
            <pc:sldMk cId="2310858096" sldId="2147481379"/>
            <ac:spMk id="21" creationId="{3547AA51-04A9-47F2-114E-50135C44920D}"/>
          </ac:spMkLst>
        </pc:spChg>
        <pc:spChg chg="mod">
          <ac:chgData name="Jan Cordtz" userId="b5e592fb-fc8b-4323-a97d-691438b2e2da" providerId="ADAL" clId="{4E22EDF5-2883-5D57-B9C7-04E66950367B}" dt="2026-05-07T08:06:43.634" v="1678" actId="207"/>
          <ac:spMkLst>
            <pc:docMk/>
            <pc:sldMk cId="2310858096" sldId="2147481379"/>
            <ac:spMk id="26" creationId="{391746C6-090C-3472-6DD9-DF2AF8CA1A29}"/>
          </ac:spMkLst>
        </pc:spChg>
        <pc:spChg chg="mod">
          <ac:chgData name="Jan Cordtz" userId="b5e592fb-fc8b-4323-a97d-691438b2e2da" providerId="ADAL" clId="{4E22EDF5-2883-5D57-B9C7-04E66950367B}" dt="2026-05-07T08:06:43.634" v="1678" actId="207"/>
          <ac:spMkLst>
            <pc:docMk/>
            <pc:sldMk cId="2310858096" sldId="2147481379"/>
            <ac:spMk id="33" creationId="{0E51A843-16BC-01B4-4B84-B06C4F0E539B}"/>
          </ac:spMkLst>
        </pc:spChg>
        <pc:spChg chg="mod">
          <ac:chgData name="Jan Cordtz" userId="b5e592fb-fc8b-4323-a97d-691438b2e2da" providerId="ADAL" clId="{4E22EDF5-2883-5D57-B9C7-04E66950367B}" dt="2026-05-07T08:06:43.634" v="1678" actId="207"/>
          <ac:spMkLst>
            <pc:docMk/>
            <pc:sldMk cId="2310858096" sldId="2147481379"/>
            <ac:spMk id="34" creationId="{C28BA42B-9D1D-47C7-789A-2DF72FAD1CE5}"/>
          </ac:spMkLst>
        </pc:spChg>
        <pc:picChg chg="del">
          <ac:chgData name="Jan Cordtz" userId="b5e592fb-fc8b-4323-a97d-691438b2e2da" providerId="ADAL" clId="{4E22EDF5-2883-5D57-B9C7-04E66950367B}" dt="2026-05-07T08:08:54.758" v="1696" actId="478"/>
          <ac:picMkLst>
            <pc:docMk/>
            <pc:sldMk cId="2310858096" sldId="2147481379"/>
            <ac:picMk id="7" creationId="{B783B67E-1400-7821-8D9F-F5AE8F7646B3}"/>
          </ac:picMkLst>
        </pc:picChg>
      </pc:sldChg>
      <pc:sldChg chg="modSp mod modClrScheme chgLayout">
        <pc:chgData name="Jan Cordtz" userId="b5e592fb-fc8b-4323-a97d-691438b2e2da" providerId="ADAL" clId="{4E22EDF5-2883-5D57-B9C7-04E66950367B}" dt="2026-04-30T08:22:28.683" v="1472" actId="1076"/>
        <pc:sldMkLst>
          <pc:docMk/>
          <pc:sldMk cId="2402201945" sldId="2147481589"/>
        </pc:sldMkLst>
        <pc:spChg chg="mod ord">
          <ac:chgData name="Jan Cordtz" userId="b5e592fb-fc8b-4323-a97d-691438b2e2da" providerId="ADAL" clId="{4E22EDF5-2883-5D57-B9C7-04E66950367B}" dt="2026-04-30T08:22:24.077" v="1471" actId="1076"/>
          <ac:spMkLst>
            <pc:docMk/>
            <pc:sldMk cId="2402201945" sldId="2147481589"/>
            <ac:spMk id="2" creationId="{4CD244ED-51AC-9641-2993-B794F47846AF}"/>
          </ac:spMkLst>
        </pc:spChg>
        <pc:spChg chg="mod ord">
          <ac:chgData name="Jan Cordtz" userId="b5e592fb-fc8b-4323-a97d-691438b2e2da" providerId="ADAL" clId="{4E22EDF5-2883-5D57-B9C7-04E66950367B}" dt="2026-04-30T08:22:28.683" v="1472" actId="1076"/>
          <ac:spMkLst>
            <pc:docMk/>
            <pc:sldMk cId="2402201945" sldId="2147481589"/>
            <ac:spMk id="3" creationId="{DF51935B-98A2-F8D6-CE3E-A4D362C72069}"/>
          </ac:spMkLst>
        </pc:spChg>
      </pc:sldChg>
      <pc:sldChg chg="modSp add mod">
        <pc:chgData name="Jan Cordtz" userId="b5e592fb-fc8b-4323-a97d-691438b2e2da" providerId="ADAL" clId="{4E22EDF5-2883-5D57-B9C7-04E66950367B}" dt="2026-04-30T07:32:47.050" v="1396" actId="1076"/>
        <pc:sldMkLst>
          <pc:docMk/>
          <pc:sldMk cId="0" sldId="2147481590"/>
        </pc:sldMkLst>
        <pc:spChg chg="mod">
          <ac:chgData name="Jan Cordtz" userId="b5e592fb-fc8b-4323-a97d-691438b2e2da" providerId="ADAL" clId="{4E22EDF5-2883-5D57-B9C7-04E66950367B}" dt="2026-04-30T07:32:47.050" v="1396" actId="1076"/>
          <ac:spMkLst>
            <pc:docMk/>
            <pc:sldMk cId="0" sldId="2147481590"/>
            <ac:spMk id="172" creationId="{00000000-0000-0000-0000-000000000000}"/>
          </ac:spMkLst>
        </pc:spChg>
      </pc:sldChg>
      <pc:sldChg chg="modSp add mod modClrScheme chgLayout">
        <pc:chgData name="Jan Cordtz" userId="b5e592fb-fc8b-4323-a97d-691438b2e2da" providerId="ADAL" clId="{4E22EDF5-2883-5D57-B9C7-04E66950367B}" dt="2026-05-07T08:08:19.067" v="1687" actId="1076"/>
        <pc:sldMkLst>
          <pc:docMk/>
          <pc:sldMk cId="2368889216" sldId="2147481646"/>
        </pc:sldMkLst>
        <pc:spChg chg="mod ord">
          <ac:chgData name="Jan Cordtz" userId="b5e592fb-fc8b-4323-a97d-691438b2e2da" providerId="ADAL" clId="{4E22EDF5-2883-5D57-B9C7-04E66950367B}" dt="2026-05-07T08:08:14.235" v="1686" actId="1076"/>
          <ac:spMkLst>
            <pc:docMk/>
            <pc:sldMk cId="2368889216" sldId="2147481646"/>
            <ac:spMk id="2" creationId="{CBA56B7F-87E6-0B40-BDA9-AB483017B987}"/>
          </ac:spMkLst>
        </pc:spChg>
        <pc:spChg chg="mod">
          <ac:chgData name="Jan Cordtz" userId="b5e592fb-fc8b-4323-a97d-691438b2e2da" providerId="ADAL" clId="{4E22EDF5-2883-5D57-B9C7-04E66950367B}" dt="2026-05-07T08:07:35.282" v="1680" actId="1076"/>
          <ac:spMkLst>
            <pc:docMk/>
            <pc:sldMk cId="2368889216" sldId="2147481646"/>
            <ac:spMk id="5" creationId="{F5F32E17-B534-265C-9A49-5A9C71580640}"/>
          </ac:spMkLst>
        </pc:spChg>
        <pc:spChg chg="mod">
          <ac:chgData name="Jan Cordtz" userId="b5e592fb-fc8b-4323-a97d-691438b2e2da" providerId="ADAL" clId="{4E22EDF5-2883-5D57-B9C7-04E66950367B}" dt="2026-05-07T08:07:35.282" v="1680" actId="1076"/>
          <ac:spMkLst>
            <pc:docMk/>
            <pc:sldMk cId="2368889216" sldId="2147481646"/>
            <ac:spMk id="6" creationId="{FEB4D661-8B53-55EF-82AE-51FE6F05FC52}"/>
          </ac:spMkLst>
        </pc:spChg>
        <pc:spChg chg="mod">
          <ac:chgData name="Jan Cordtz" userId="b5e592fb-fc8b-4323-a97d-691438b2e2da" providerId="ADAL" clId="{4E22EDF5-2883-5D57-B9C7-04E66950367B}" dt="2026-05-07T08:08:19.067" v="1687" actId="1076"/>
          <ac:spMkLst>
            <pc:docMk/>
            <pc:sldMk cId="2368889216" sldId="2147481646"/>
            <ac:spMk id="8" creationId="{365291B7-60D1-EA9C-F043-F78991FF7462}"/>
          </ac:spMkLst>
        </pc:spChg>
        <pc:spChg chg="mod">
          <ac:chgData name="Jan Cordtz" userId="b5e592fb-fc8b-4323-a97d-691438b2e2da" providerId="ADAL" clId="{4E22EDF5-2883-5D57-B9C7-04E66950367B}" dt="2026-05-07T08:07:35.282" v="1680" actId="1076"/>
          <ac:spMkLst>
            <pc:docMk/>
            <pc:sldMk cId="2368889216" sldId="2147481646"/>
            <ac:spMk id="9" creationId="{490AFC09-D6C6-9D49-5972-BEAEAD227E75}"/>
          </ac:spMkLst>
        </pc:spChg>
        <pc:spChg chg="mod">
          <ac:chgData name="Jan Cordtz" userId="b5e592fb-fc8b-4323-a97d-691438b2e2da" providerId="ADAL" clId="{4E22EDF5-2883-5D57-B9C7-04E66950367B}" dt="2026-05-07T08:07:35.282" v="1680" actId="1076"/>
          <ac:spMkLst>
            <pc:docMk/>
            <pc:sldMk cId="2368889216" sldId="2147481646"/>
            <ac:spMk id="10" creationId="{F545A1D7-4BA3-F1C7-865E-B320635E3720}"/>
          </ac:spMkLst>
        </pc:spChg>
        <pc:spChg chg="mod">
          <ac:chgData name="Jan Cordtz" userId="b5e592fb-fc8b-4323-a97d-691438b2e2da" providerId="ADAL" clId="{4E22EDF5-2883-5D57-B9C7-04E66950367B}" dt="2026-05-07T08:08:14.235" v="1686" actId="1076"/>
          <ac:spMkLst>
            <pc:docMk/>
            <pc:sldMk cId="2368889216" sldId="2147481646"/>
            <ac:spMk id="11" creationId="{69F3DC92-F5A1-FE64-9566-2A3F4A5F9EDA}"/>
          </ac:spMkLst>
        </pc:spChg>
        <pc:spChg chg="mod">
          <ac:chgData name="Jan Cordtz" userId="b5e592fb-fc8b-4323-a97d-691438b2e2da" providerId="ADAL" clId="{4E22EDF5-2883-5D57-B9C7-04E66950367B}" dt="2026-05-07T08:07:35.282" v="1680" actId="1076"/>
          <ac:spMkLst>
            <pc:docMk/>
            <pc:sldMk cId="2368889216" sldId="2147481646"/>
            <ac:spMk id="14" creationId="{DDF912D1-1E78-2099-2B64-447DE6319B83}"/>
          </ac:spMkLst>
        </pc:spChg>
        <pc:spChg chg="mod">
          <ac:chgData name="Jan Cordtz" userId="b5e592fb-fc8b-4323-a97d-691438b2e2da" providerId="ADAL" clId="{4E22EDF5-2883-5D57-B9C7-04E66950367B}" dt="2026-05-07T08:07:35.282" v="1680" actId="1076"/>
          <ac:spMkLst>
            <pc:docMk/>
            <pc:sldMk cId="2368889216" sldId="2147481646"/>
            <ac:spMk id="17" creationId="{FE63D546-B602-B670-2587-67B08245C4DD}"/>
          </ac:spMkLst>
        </pc:spChg>
        <pc:spChg chg="mod">
          <ac:chgData name="Jan Cordtz" userId="b5e592fb-fc8b-4323-a97d-691438b2e2da" providerId="ADAL" clId="{4E22EDF5-2883-5D57-B9C7-04E66950367B}" dt="2026-05-07T08:07:35.282" v="1680" actId="1076"/>
          <ac:spMkLst>
            <pc:docMk/>
            <pc:sldMk cId="2368889216" sldId="2147481646"/>
            <ac:spMk id="29" creationId="{D00766E0-E1CC-6C26-B597-D3947860E379}"/>
          </ac:spMkLst>
        </pc:spChg>
        <pc:spChg chg="mod">
          <ac:chgData name="Jan Cordtz" userId="b5e592fb-fc8b-4323-a97d-691438b2e2da" providerId="ADAL" clId="{4E22EDF5-2883-5D57-B9C7-04E66950367B}" dt="2026-05-07T08:07:35.282" v="1680" actId="1076"/>
          <ac:spMkLst>
            <pc:docMk/>
            <pc:sldMk cId="2368889216" sldId="2147481646"/>
            <ac:spMk id="31" creationId="{C6D884A5-A88D-346B-7110-FD2315519061}"/>
          </ac:spMkLst>
        </pc:spChg>
        <pc:picChg chg="mod">
          <ac:chgData name="Jan Cordtz" userId="b5e592fb-fc8b-4323-a97d-691438b2e2da" providerId="ADAL" clId="{4E22EDF5-2883-5D57-B9C7-04E66950367B}" dt="2026-05-07T08:07:53.536" v="1682" actId="1076"/>
          <ac:picMkLst>
            <pc:docMk/>
            <pc:sldMk cId="2368889216" sldId="2147481646"/>
            <ac:picMk id="25" creationId="{9768DC07-C100-7F4C-F7CE-B01621C5F63A}"/>
          </ac:picMkLst>
        </pc:picChg>
      </pc:sldChg>
      <pc:sldChg chg="modSp add mod modClrScheme chgLayout">
        <pc:chgData name="Jan Cordtz" userId="b5e592fb-fc8b-4323-a97d-691438b2e2da" providerId="ADAL" clId="{4E22EDF5-2883-5D57-B9C7-04E66950367B}" dt="2026-04-30T09:15:14.482" v="1540" actId="207"/>
        <pc:sldMkLst>
          <pc:docMk/>
          <pc:sldMk cId="11633177" sldId="2147481661"/>
        </pc:sldMkLst>
        <pc:spChg chg="mod ord">
          <ac:chgData name="Jan Cordtz" userId="b5e592fb-fc8b-4323-a97d-691438b2e2da" providerId="ADAL" clId="{4E22EDF5-2883-5D57-B9C7-04E66950367B}" dt="2026-04-30T09:15:14.482" v="1540" actId="207"/>
          <ac:spMkLst>
            <pc:docMk/>
            <pc:sldMk cId="11633177" sldId="2147481661"/>
            <ac:spMk id="2" creationId="{DAED81BF-1CAE-6B98-F345-536151721563}"/>
          </ac:spMkLst>
        </pc:spChg>
      </pc:sldChg>
      <pc:sldChg chg="delSp modSp add del mod modClrScheme modShow chgLayout">
        <pc:chgData name="Jan Cordtz" userId="b5e592fb-fc8b-4323-a97d-691438b2e2da" providerId="ADAL" clId="{4E22EDF5-2883-5D57-B9C7-04E66950367B}" dt="2026-04-30T09:13:31.259" v="1530" actId="478"/>
        <pc:sldMkLst>
          <pc:docMk/>
          <pc:sldMk cId="3345751597" sldId="2147482014"/>
        </pc:sldMkLst>
      </pc:sldChg>
      <pc:sldChg chg="add mod modClrScheme chgLayout">
        <pc:chgData name="Jan Cordtz" userId="b5e592fb-fc8b-4323-a97d-691438b2e2da" providerId="ADAL" clId="{4E22EDF5-2883-5D57-B9C7-04E66950367B}" dt="2026-04-30T09:13:13.768" v="1528" actId="700"/>
        <pc:sldMkLst>
          <pc:docMk/>
          <pc:sldMk cId="1819719025" sldId="2147482015"/>
        </pc:sldMkLst>
      </pc:sldChg>
      <pc:sldChg chg="modSp add mod modClrScheme chgLayout">
        <pc:chgData name="Jan Cordtz" userId="b5e592fb-fc8b-4323-a97d-691438b2e2da" providerId="ADAL" clId="{4E22EDF5-2883-5D57-B9C7-04E66950367B}" dt="2026-05-07T08:01:32.125" v="1645" actId="14100"/>
        <pc:sldMkLst>
          <pc:docMk/>
          <pc:sldMk cId="727144837" sldId="2147482016"/>
        </pc:sldMkLst>
        <pc:spChg chg="mod">
          <ac:chgData name="Jan Cordtz" userId="b5e592fb-fc8b-4323-a97d-691438b2e2da" providerId="ADAL" clId="{4E22EDF5-2883-5D57-B9C7-04E66950367B}" dt="2026-04-30T09:13:58.717" v="1531" actId="207"/>
          <ac:spMkLst>
            <pc:docMk/>
            <pc:sldMk cId="727144837" sldId="2147482016"/>
            <ac:spMk id="2" creationId="{5C7B6847-B9C4-82E1-EA45-A25384BD851D}"/>
          </ac:spMkLst>
        </pc:spChg>
        <pc:spChg chg="mod">
          <ac:chgData name="Jan Cordtz" userId="b5e592fb-fc8b-4323-a97d-691438b2e2da" providerId="ADAL" clId="{4E22EDF5-2883-5D57-B9C7-04E66950367B}" dt="2026-05-07T08:01:23.528" v="1642" actId="14100"/>
          <ac:spMkLst>
            <pc:docMk/>
            <pc:sldMk cId="727144837" sldId="2147482016"/>
            <ac:spMk id="4" creationId="{680BC086-FB53-5C33-A96C-DD55B87E4E99}"/>
          </ac:spMkLst>
        </pc:spChg>
        <pc:spChg chg="mod">
          <ac:chgData name="Jan Cordtz" userId="b5e592fb-fc8b-4323-a97d-691438b2e2da" providerId="ADAL" clId="{4E22EDF5-2883-5D57-B9C7-04E66950367B}" dt="2026-04-30T09:14:05.311" v="1532" actId="207"/>
          <ac:spMkLst>
            <pc:docMk/>
            <pc:sldMk cId="727144837" sldId="2147482016"/>
            <ac:spMk id="5" creationId="{7DBA1887-0132-6B35-5404-7508E7FFB75B}"/>
          </ac:spMkLst>
        </pc:spChg>
        <pc:spChg chg="mod">
          <ac:chgData name="Jan Cordtz" userId="b5e592fb-fc8b-4323-a97d-691438b2e2da" providerId="ADAL" clId="{4E22EDF5-2883-5D57-B9C7-04E66950367B}" dt="2026-05-07T08:01:26.842" v="1643" actId="14100"/>
          <ac:spMkLst>
            <pc:docMk/>
            <pc:sldMk cId="727144837" sldId="2147482016"/>
            <ac:spMk id="6" creationId="{3FFE29EB-B558-583A-F2FB-47320DC52E64}"/>
          </ac:spMkLst>
        </pc:spChg>
        <pc:spChg chg="mod">
          <ac:chgData name="Jan Cordtz" userId="b5e592fb-fc8b-4323-a97d-691438b2e2da" providerId="ADAL" clId="{4E22EDF5-2883-5D57-B9C7-04E66950367B}" dt="2026-05-07T08:01:32.125" v="1645" actId="14100"/>
          <ac:spMkLst>
            <pc:docMk/>
            <pc:sldMk cId="727144837" sldId="2147482016"/>
            <ac:spMk id="8" creationId="{C262A69D-9EA9-6A95-B06C-7B94D123D589}"/>
          </ac:spMkLst>
        </pc:spChg>
        <pc:spChg chg="mod">
          <ac:chgData name="Jan Cordtz" userId="b5e592fb-fc8b-4323-a97d-691438b2e2da" providerId="ADAL" clId="{4E22EDF5-2883-5D57-B9C7-04E66950367B}" dt="2026-04-30T09:13:58.717" v="1531" actId="207"/>
          <ac:spMkLst>
            <pc:docMk/>
            <pc:sldMk cId="727144837" sldId="2147482016"/>
            <ac:spMk id="10" creationId="{4303F2AB-7E92-B55F-396E-9FF94479BEA8}"/>
          </ac:spMkLst>
        </pc:spChg>
        <pc:spChg chg="mod">
          <ac:chgData name="Jan Cordtz" userId="b5e592fb-fc8b-4323-a97d-691438b2e2da" providerId="ADAL" clId="{4E22EDF5-2883-5D57-B9C7-04E66950367B}" dt="2026-04-30T09:13:58.717" v="1531" actId="207"/>
          <ac:spMkLst>
            <pc:docMk/>
            <pc:sldMk cId="727144837" sldId="2147482016"/>
            <ac:spMk id="12" creationId="{696FFFD8-701C-015E-CED1-9728C5091043}"/>
          </ac:spMkLst>
        </pc:spChg>
        <pc:spChg chg="mod">
          <ac:chgData name="Jan Cordtz" userId="b5e592fb-fc8b-4323-a97d-691438b2e2da" providerId="ADAL" clId="{4E22EDF5-2883-5D57-B9C7-04E66950367B}" dt="2026-04-30T09:13:58.717" v="1531" actId="207"/>
          <ac:spMkLst>
            <pc:docMk/>
            <pc:sldMk cId="727144837" sldId="2147482016"/>
            <ac:spMk id="15" creationId="{B8DBE6DB-D6EF-0B54-84F1-D9AD4175DDF7}"/>
          </ac:spMkLst>
        </pc:spChg>
        <pc:spChg chg="mod">
          <ac:chgData name="Jan Cordtz" userId="b5e592fb-fc8b-4323-a97d-691438b2e2da" providerId="ADAL" clId="{4E22EDF5-2883-5D57-B9C7-04E66950367B}" dt="2026-04-30T09:14:10.095" v="1533" actId="207"/>
          <ac:spMkLst>
            <pc:docMk/>
            <pc:sldMk cId="727144837" sldId="2147482016"/>
            <ac:spMk id="17" creationId="{438058F5-A528-F0F6-79A9-F6E1BE49FFD8}"/>
          </ac:spMkLst>
        </pc:spChg>
        <pc:spChg chg="mod">
          <ac:chgData name="Jan Cordtz" userId="b5e592fb-fc8b-4323-a97d-691438b2e2da" providerId="ADAL" clId="{4E22EDF5-2883-5D57-B9C7-04E66950367B}" dt="2026-04-30T09:13:58.717" v="1531" actId="207"/>
          <ac:spMkLst>
            <pc:docMk/>
            <pc:sldMk cId="727144837" sldId="2147482016"/>
            <ac:spMk id="19" creationId="{0C86FFFB-5D7F-47E4-C5C1-DE70B45CF857}"/>
          </ac:spMkLst>
        </pc:spChg>
        <pc:spChg chg="mod">
          <ac:chgData name="Jan Cordtz" userId="b5e592fb-fc8b-4323-a97d-691438b2e2da" providerId="ADAL" clId="{4E22EDF5-2883-5D57-B9C7-04E66950367B}" dt="2026-04-30T09:13:58.717" v="1531" actId="207"/>
          <ac:spMkLst>
            <pc:docMk/>
            <pc:sldMk cId="727144837" sldId="2147482016"/>
            <ac:spMk id="20" creationId="{9A7025CE-5D49-70CE-12CB-F87BB4F76739}"/>
          </ac:spMkLst>
        </pc:spChg>
        <pc:spChg chg="mod">
          <ac:chgData name="Jan Cordtz" userId="b5e592fb-fc8b-4323-a97d-691438b2e2da" providerId="ADAL" clId="{4E22EDF5-2883-5D57-B9C7-04E66950367B}" dt="2026-05-07T08:01:29.709" v="1644" actId="14100"/>
          <ac:spMkLst>
            <pc:docMk/>
            <pc:sldMk cId="727144837" sldId="2147482016"/>
            <ac:spMk id="85" creationId="{FFE7FBD8-252E-8FF6-D2C0-E7E853AF172F}"/>
          </ac:spMkLst>
        </pc:spChg>
        <pc:spChg chg="mod">
          <ac:chgData name="Jan Cordtz" userId="b5e592fb-fc8b-4323-a97d-691438b2e2da" providerId="ADAL" clId="{4E22EDF5-2883-5D57-B9C7-04E66950367B}" dt="2026-04-30T09:13:58.717" v="1531" actId="207"/>
          <ac:spMkLst>
            <pc:docMk/>
            <pc:sldMk cId="727144837" sldId="2147482016"/>
            <ac:spMk id="185" creationId="{F062540E-06BB-E053-7E09-EE2F83A26421}"/>
          </ac:spMkLst>
        </pc:spChg>
      </pc:sldChg>
      <pc:sldChg chg="modSp add mod modClrScheme chgLayout">
        <pc:chgData name="Jan Cordtz" userId="b5e592fb-fc8b-4323-a97d-691438b2e2da" providerId="ADAL" clId="{4E22EDF5-2883-5D57-B9C7-04E66950367B}" dt="2026-04-30T09:14:25.962" v="1534" actId="1076"/>
        <pc:sldMkLst>
          <pc:docMk/>
          <pc:sldMk cId="2113178813" sldId="2147482017"/>
        </pc:sldMkLst>
        <pc:graphicFrameChg chg="mod ord">
          <ac:chgData name="Jan Cordtz" userId="b5e592fb-fc8b-4323-a97d-691438b2e2da" providerId="ADAL" clId="{4E22EDF5-2883-5D57-B9C7-04E66950367B}" dt="2026-04-30T09:14:25.962" v="1534" actId="1076"/>
          <ac:graphicFrameMkLst>
            <pc:docMk/>
            <pc:sldMk cId="2113178813" sldId="2147482017"/>
            <ac:graphicFrameMk id="12" creationId="{C45D4362-0571-EE6E-4549-044A596911A7}"/>
          </ac:graphicFrameMkLst>
        </pc:graphicFrameChg>
      </pc:sldChg>
      <pc:sldChg chg="modSp add mod modClrScheme chgLayout">
        <pc:chgData name="Jan Cordtz" userId="b5e592fb-fc8b-4323-a97d-691438b2e2da" providerId="ADAL" clId="{4E22EDF5-2883-5D57-B9C7-04E66950367B}" dt="2026-04-30T09:15:24.355" v="1542" actId="207"/>
        <pc:sldMkLst>
          <pc:docMk/>
          <pc:sldMk cId="3643118647" sldId="2147483482"/>
        </pc:sldMkLst>
        <pc:spChg chg="mod">
          <ac:chgData name="Jan Cordtz" userId="b5e592fb-fc8b-4323-a97d-691438b2e2da" providerId="ADAL" clId="{4E22EDF5-2883-5D57-B9C7-04E66950367B}" dt="2026-04-30T09:15:24.355" v="1542" actId="207"/>
          <ac:spMkLst>
            <pc:docMk/>
            <pc:sldMk cId="3643118647" sldId="2147483482"/>
            <ac:spMk id="2" creationId="{0BF76E4B-FB8F-9796-307E-E2D4F8DE9F26}"/>
          </ac:spMkLst>
        </pc:spChg>
      </pc:sldChg>
      <pc:sldChg chg="modSp add mod setBg modClrScheme chgLayout">
        <pc:chgData name="Jan Cordtz" userId="b5e592fb-fc8b-4323-a97d-691438b2e2da" providerId="ADAL" clId="{4E22EDF5-2883-5D57-B9C7-04E66950367B}" dt="2026-04-30T09:16:02.252" v="1548" actId="207"/>
        <pc:sldMkLst>
          <pc:docMk/>
          <pc:sldMk cId="900075711" sldId="2147483483"/>
        </pc:sldMkLst>
        <pc:spChg chg="mod">
          <ac:chgData name="Jan Cordtz" userId="b5e592fb-fc8b-4323-a97d-691438b2e2da" providerId="ADAL" clId="{4E22EDF5-2883-5D57-B9C7-04E66950367B}" dt="2026-04-30T09:16:02.252" v="1548" actId="207"/>
          <ac:spMkLst>
            <pc:docMk/>
            <pc:sldMk cId="900075711" sldId="2147483483"/>
            <ac:spMk id="4" creationId="{FB0548E4-7E4E-27DA-B0EE-36D1126DB884}"/>
          </ac:spMkLst>
        </pc:spChg>
        <pc:spChg chg="mod">
          <ac:chgData name="Jan Cordtz" userId="b5e592fb-fc8b-4323-a97d-691438b2e2da" providerId="ADAL" clId="{4E22EDF5-2883-5D57-B9C7-04E66950367B}" dt="2026-04-30T09:16:02.252" v="1548" actId="207"/>
          <ac:spMkLst>
            <pc:docMk/>
            <pc:sldMk cId="900075711" sldId="2147483483"/>
            <ac:spMk id="5" creationId="{7D31746B-3DCB-C1BF-F67F-363391394030}"/>
          </ac:spMkLst>
        </pc:spChg>
        <pc:spChg chg="mod">
          <ac:chgData name="Jan Cordtz" userId="b5e592fb-fc8b-4323-a97d-691438b2e2da" providerId="ADAL" clId="{4E22EDF5-2883-5D57-B9C7-04E66950367B}" dt="2026-04-30T09:16:02.252" v="1548" actId="207"/>
          <ac:spMkLst>
            <pc:docMk/>
            <pc:sldMk cId="900075711" sldId="2147483483"/>
            <ac:spMk id="6" creationId="{8F54E97E-A222-2A44-D919-BAAE46D60B04}"/>
          </ac:spMkLst>
        </pc:spChg>
        <pc:spChg chg="mod">
          <ac:chgData name="Jan Cordtz" userId="b5e592fb-fc8b-4323-a97d-691438b2e2da" providerId="ADAL" clId="{4E22EDF5-2883-5D57-B9C7-04E66950367B}" dt="2026-04-30T09:16:02.252" v="1548" actId="207"/>
          <ac:spMkLst>
            <pc:docMk/>
            <pc:sldMk cId="900075711" sldId="2147483483"/>
            <ac:spMk id="7" creationId="{83355BB2-CF7A-6ADA-3056-3D4032E33B73}"/>
          </ac:spMkLst>
        </pc:spChg>
        <pc:spChg chg="mod">
          <ac:chgData name="Jan Cordtz" userId="b5e592fb-fc8b-4323-a97d-691438b2e2da" providerId="ADAL" clId="{4E22EDF5-2883-5D57-B9C7-04E66950367B}" dt="2026-04-30T09:16:02.252" v="1548" actId="207"/>
          <ac:spMkLst>
            <pc:docMk/>
            <pc:sldMk cId="900075711" sldId="2147483483"/>
            <ac:spMk id="10" creationId="{B67AB113-E2BA-3D61-B5AC-236704C2A072}"/>
          </ac:spMkLst>
        </pc:spChg>
        <pc:spChg chg="mod">
          <ac:chgData name="Jan Cordtz" userId="b5e592fb-fc8b-4323-a97d-691438b2e2da" providerId="ADAL" clId="{4E22EDF5-2883-5D57-B9C7-04E66950367B}" dt="2026-04-30T09:16:02.252" v="1548" actId="207"/>
          <ac:spMkLst>
            <pc:docMk/>
            <pc:sldMk cId="900075711" sldId="2147483483"/>
            <ac:spMk id="12" creationId="{62FBEE02-B5D4-239C-E787-2BADB5BA195C}"/>
          </ac:spMkLst>
        </pc:spChg>
        <pc:spChg chg="mod">
          <ac:chgData name="Jan Cordtz" userId="b5e592fb-fc8b-4323-a97d-691438b2e2da" providerId="ADAL" clId="{4E22EDF5-2883-5D57-B9C7-04E66950367B}" dt="2026-04-30T09:15:50.051" v="1547" actId="20577"/>
          <ac:spMkLst>
            <pc:docMk/>
            <pc:sldMk cId="900075711" sldId="2147483483"/>
            <ac:spMk id="24" creationId="{475CBD4B-9D45-6334-7346-8263F78C68D8}"/>
          </ac:spMkLst>
        </pc:spChg>
      </pc:sldChg>
      <pc:sldChg chg="add del mod modClrScheme chgLayout">
        <pc:chgData name="Jan Cordtz" userId="b5e592fb-fc8b-4323-a97d-691438b2e2da" providerId="ADAL" clId="{4E22EDF5-2883-5D57-B9C7-04E66950367B}" dt="2026-05-07T08:05:56.603" v="1674" actId="2696"/>
        <pc:sldMkLst>
          <pc:docMk/>
          <pc:sldMk cId="4066761916" sldId="2147483484"/>
        </pc:sldMkLst>
      </pc:sldChg>
      <pc:sldChg chg="modSp add mod modClrScheme chgLayout">
        <pc:chgData name="Jan Cordtz" userId="b5e592fb-fc8b-4323-a97d-691438b2e2da" providerId="ADAL" clId="{4E22EDF5-2883-5D57-B9C7-04E66950367B}" dt="2026-04-30T09:16:31.873" v="1556" actId="20577"/>
        <pc:sldMkLst>
          <pc:docMk/>
          <pc:sldMk cId="1438087605" sldId="2147483485"/>
        </pc:sldMkLst>
        <pc:spChg chg="mod">
          <ac:chgData name="Jan Cordtz" userId="b5e592fb-fc8b-4323-a97d-691438b2e2da" providerId="ADAL" clId="{4E22EDF5-2883-5D57-B9C7-04E66950367B}" dt="2026-04-30T09:16:20.603" v="1549" actId="207"/>
          <ac:spMkLst>
            <pc:docMk/>
            <pc:sldMk cId="1438087605" sldId="2147483485"/>
            <ac:spMk id="4" creationId="{EDA3D76C-611D-9989-E02E-251AC9AC9619}"/>
          </ac:spMkLst>
        </pc:spChg>
        <pc:spChg chg="mod">
          <ac:chgData name="Jan Cordtz" userId="b5e592fb-fc8b-4323-a97d-691438b2e2da" providerId="ADAL" clId="{4E22EDF5-2883-5D57-B9C7-04E66950367B}" dt="2026-04-30T09:16:20.603" v="1549" actId="207"/>
          <ac:spMkLst>
            <pc:docMk/>
            <pc:sldMk cId="1438087605" sldId="2147483485"/>
            <ac:spMk id="5" creationId="{F44CAFE6-1C9D-0096-DA60-EF06A33E3743}"/>
          </ac:spMkLst>
        </pc:spChg>
        <pc:spChg chg="mod">
          <ac:chgData name="Jan Cordtz" userId="b5e592fb-fc8b-4323-a97d-691438b2e2da" providerId="ADAL" clId="{4E22EDF5-2883-5D57-B9C7-04E66950367B}" dt="2026-04-30T09:16:20.603" v="1549" actId="207"/>
          <ac:spMkLst>
            <pc:docMk/>
            <pc:sldMk cId="1438087605" sldId="2147483485"/>
            <ac:spMk id="6" creationId="{E98D6ABE-94D3-D4E6-C241-371838C0F15D}"/>
          </ac:spMkLst>
        </pc:spChg>
        <pc:spChg chg="mod">
          <ac:chgData name="Jan Cordtz" userId="b5e592fb-fc8b-4323-a97d-691438b2e2da" providerId="ADAL" clId="{4E22EDF5-2883-5D57-B9C7-04E66950367B}" dt="2026-04-30T09:16:20.603" v="1549" actId="207"/>
          <ac:spMkLst>
            <pc:docMk/>
            <pc:sldMk cId="1438087605" sldId="2147483485"/>
            <ac:spMk id="7" creationId="{46BB8818-1607-4B34-755E-7454BA6B36EC}"/>
          </ac:spMkLst>
        </pc:spChg>
        <pc:spChg chg="mod">
          <ac:chgData name="Jan Cordtz" userId="b5e592fb-fc8b-4323-a97d-691438b2e2da" providerId="ADAL" clId="{4E22EDF5-2883-5D57-B9C7-04E66950367B}" dt="2026-04-30T09:16:20.603" v="1549" actId="207"/>
          <ac:spMkLst>
            <pc:docMk/>
            <pc:sldMk cId="1438087605" sldId="2147483485"/>
            <ac:spMk id="10" creationId="{CDE78574-3B75-DBA7-D53A-61330F4057CD}"/>
          </ac:spMkLst>
        </pc:spChg>
        <pc:spChg chg="mod">
          <ac:chgData name="Jan Cordtz" userId="b5e592fb-fc8b-4323-a97d-691438b2e2da" providerId="ADAL" clId="{4E22EDF5-2883-5D57-B9C7-04E66950367B}" dt="2026-04-30T09:16:20.603" v="1549" actId="207"/>
          <ac:spMkLst>
            <pc:docMk/>
            <pc:sldMk cId="1438087605" sldId="2147483485"/>
            <ac:spMk id="12" creationId="{CCDA34BB-0972-B64D-9CCB-398780743751}"/>
          </ac:spMkLst>
        </pc:spChg>
        <pc:spChg chg="mod">
          <ac:chgData name="Jan Cordtz" userId="b5e592fb-fc8b-4323-a97d-691438b2e2da" providerId="ADAL" clId="{4E22EDF5-2883-5D57-B9C7-04E66950367B}" dt="2026-04-30T09:16:31.873" v="1556" actId="20577"/>
          <ac:spMkLst>
            <pc:docMk/>
            <pc:sldMk cId="1438087605" sldId="2147483485"/>
            <ac:spMk id="24" creationId="{799ECAD9-2A8D-08D5-2AF1-28AAC46946FF}"/>
          </ac:spMkLst>
        </pc:spChg>
      </pc:sldChg>
      <pc:sldChg chg="add del mod modClrScheme chgLayout">
        <pc:chgData name="Jan Cordtz" userId="b5e592fb-fc8b-4323-a97d-691438b2e2da" providerId="ADAL" clId="{4E22EDF5-2883-5D57-B9C7-04E66950367B}" dt="2026-05-07T08:05:58.771" v="1675" actId="2696"/>
        <pc:sldMkLst>
          <pc:docMk/>
          <pc:sldMk cId="1393292332" sldId="2147483486"/>
        </pc:sldMkLst>
      </pc:sldChg>
      <pc:sldChg chg="add del mod modClrScheme chgLayout">
        <pc:chgData name="Jan Cordtz" userId="b5e592fb-fc8b-4323-a97d-691438b2e2da" providerId="ADAL" clId="{4E22EDF5-2883-5D57-B9C7-04E66950367B}" dt="2026-05-07T08:06:19.791" v="1676" actId="2696"/>
        <pc:sldMkLst>
          <pc:docMk/>
          <pc:sldMk cId="1731003761" sldId="2147483487"/>
        </pc:sldMkLst>
      </pc:sldChg>
      <pc:sldChg chg="add del">
        <pc:chgData name="Jan Cordtz" userId="b5e592fb-fc8b-4323-a97d-691438b2e2da" providerId="ADAL" clId="{4E22EDF5-2883-5D57-B9C7-04E66950367B}" dt="2026-05-07T08:00:57.748" v="1622" actId="2696"/>
        <pc:sldMkLst>
          <pc:docMk/>
          <pc:sldMk cId="1548179854" sldId="2147483488"/>
        </pc:sldMkLst>
      </pc:sldChg>
      <pc:sldChg chg="addSp modSp new mod ord modClrScheme chgLayout">
        <pc:chgData name="Jan Cordtz" userId="b5e592fb-fc8b-4323-a97d-691438b2e2da" providerId="ADAL" clId="{4E22EDF5-2883-5D57-B9C7-04E66950367B}" dt="2026-04-30T09:18:34.783" v="1591" actId="20577"/>
        <pc:sldMkLst>
          <pc:docMk/>
          <pc:sldMk cId="3642526502" sldId="2147483489"/>
        </pc:sldMkLst>
        <pc:spChg chg="add mod">
          <ac:chgData name="Jan Cordtz" userId="b5e592fb-fc8b-4323-a97d-691438b2e2da" providerId="ADAL" clId="{4E22EDF5-2883-5D57-B9C7-04E66950367B}" dt="2026-04-30T09:18:34.783" v="1591" actId="20577"/>
          <ac:spMkLst>
            <pc:docMk/>
            <pc:sldMk cId="3642526502" sldId="2147483489"/>
            <ac:spMk id="2" creationId="{06127E66-2A46-E2D5-46D7-E16EF3B2406D}"/>
          </ac:spMkLst>
        </pc:spChg>
      </pc:sldChg>
      <pc:sldChg chg="addSp delSp modSp add del mod modClrScheme chgLayout">
        <pc:chgData name="Jan Cordtz" userId="b5e592fb-fc8b-4323-a97d-691438b2e2da" providerId="ADAL" clId="{4E22EDF5-2883-5D57-B9C7-04E66950367B}" dt="2026-05-07T08:04:33.219" v="1673" actId="2696"/>
        <pc:sldMkLst>
          <pc:docMk/>
          <pc:sldMk cId="2839288416" sldId="2147483490"/>
        </pc:sldMkLst>
        <pc:spChg chg="mod">
          <ac:chgData name="Jan Cordtz" userId="b5e592fb-fc8b-4323-a97d-691438b2e2da" providerId="ADAL" clId="{4E22EDF5-2883-5D57-B9C7-04E66950367B}" dt="2026-05-07T07:59:24.708" v="1605" actId="20577"/>
          <ac:spMkLst>
            <pc:docMk/>
            <pc:sldMk cId="2839288416" sldId="2147483490"/>
            <ac:spMk id="4" creationId="{AD013323-FA74-0DB9-9759-AD76C4A0F6F3}"/>
          </ac:spMkLst>
        </pc:spChg>
        <pc:spChg chg="mod">
          <ac:chgData name="Jan Cordtz" userId="b5e592fb-fc8b-4323-a97d-691438b2e2da" providerId="ADAL" clId="{4E22EDF5-2883-5D57-B9C7-04E66950367B}" dt="2026-05-07T08:03:06.870" v="1659" actId="108"/>
          <ac:spMkLst>
            <pc:docMk/>
            <pc:sldMk cId="2839288416" sldId="2147483490"/>
            <ac:spMk id="5" creationId="{6D644D9F-32C5-9926-080A-1899A85C38EC}"/>
          </ac:spMkLst>
        </pc:spChg>
        <pc:spChg chg="mod">
          <ac:chgData name="Jan Cordtz" userId="b5e592fb-fc8b-4323-a97d-691438b2e2da" providerId="ADAL" clId="{4E22EDF5-2883-5D57-B9C7-04E66950367B}" dt="2026-05-07T07:59:28.752" v="1612" actId="20577"/>
          <ac:spMkLst>
            <pc:docMk/>
            <pc:sldMk cId="2839288416" sldId="2147483490"/>
            <ac:spMk id="6" creationId="{3F1028B2-56FA-4A7C-3C2F-652BB6050CB5}"/>
          </ac:spMkLst>
        </pc:spChg>
        <pc:spChg chg="add mod">
          <ac:chgData name="Jan Cordtz" userId="b5e592fb-fc8b-4323-a97d-691438b2e2da" providerId="ADAL" clId="{4E22EDF5-2883-5D57-B9C7-04E66950367B}" dt="2026-05-07T08:02:43.069" v="1658" actId="1076"/>
          <ac:spMkLst>
            <pc:docMk/>
            <pc:sldMk cId="2839288416" sldId="2147483490"/>
            <ac:spMk id="9" creationId="{A28AC6CC-0063-2D9D-3C87-716521FCE0D8}"/>
          </ac:spMkLst>
        </pc:spChg>
        <pc:spChg chg="del mod">
          <ac:chgData name="Jan Cordtz" userId="b5e592fb-fc8b-4323-a97d-691438b2e2da" providerId="ADAL" clId="{4E22EDF5-2883-5D57-B9C7-04E66950367B}" dt="2026-05-07T08:02:34.524" v="1656" actId="478"/>
          <ac:spMkLst>
            <pc:docMk/>
            <pc:sldMk cId="2839288416" sldId="2147483490"/>
            <ac:spMk id="17" creationId="{D3BF6EB2-1B55-DAA4-7EE2-5B84C748145A}"/>
          </ac:spMkLst>
        </pc:spChg>
        <pc:spChg chg="mod">
          <ac:chgData name="Jan Cordtz" userId="b5e592fb-fc8b-4323-a97d-691438b2e2da" providerId="ADAL" clId="{4E22EDF5-2883-5D57-B9C7-04E66950367B}" dt="2026-05-07T07:58:45.458" v="1595" actId="207"/>
          <ac:spMkLst>
            <pc:docMk/>
            <pc:sldMk cId="2839288416" sldId="2147483490"/>
            <ac:spMk id="28" creationId="{3010FE5F-594F-8C38-C4AE-DF37354099E2}"/>
          </ac:spMkLst>
        </pc:spChg>
        <pc:spChg chg="mod">
          <ac:chgData name="Jan Cordtz" userId="b5e592fb-fc8b-4323-a97d-691438b2e2da" providerId="ADAL" clId="{4E22EDF5-2883-5D57-B9C7-04E66950367B}" dt="2026-05-07T07:59:40.664" v="1618" actId="207"/>
          <ac:spMkLst>
            <pc:docMk/>
            <pc:sldMk cId="2839288416" sldId="2147483490"/>
            <ac:spMk id="42" creationId="{DAF2067D-14A4-820C-316B-E549F9F2A419}"/>
          </ac:spMkLst>
        </pc:spChg>
        <pc:spChg chg="mod">
          <ac:chgData name="Jan Cordtz" userId="b5e592fb-fc8b-4323-a97d-691438b2e2da" providerId="ADAL" clId="{4E22EDF5-2883-5D57-B9C7-04E66950367B}" dt="2026-05-07T07:59:32.560" v="1617" actId="20577"/>
          <ac:spMkLst>
            <pc:docMk/>
            <pc:sldMk cId="2839288416" sldId="2147483490"/>
            <ac:spMk id="85" creationId="{DD32F67A-700A-22CF-D491-F3809B487351}"/>
          </ac:spMkLst>
        </pc:spChg>
      </pc:sldChg>
      <pc:sldChg chg="addSp delSp modSp add mod modAnim">
        <pc:chgData name="Jan Cordtz" userId="b5e592fb-fc8b-4323-a97d-691438b2e2da" providerId="ADAL" clId="{4E22EDF5-2883-5D57-B9C7-04E66950367B}" dt="2026-05-07T08:04:25.744" v="1672"/>
        <pc:sldMkLst>
          <pc:docMk/>
          <pc:sldMk cId="1129090519" sldId="2147483491"/>
        </pc:sldMkLst>
        <pc:spChg chg="add mod">
          <ac:chgData name="Jan Cordtz" userId="b5e592fb-fc8b-4323-a97d-691438b2e2da" providerId="ADAL" clId="{4E22EDF5-2883-5D57-B9C7-04E66950367B}" dt="2026-05-07T08:04:25.744" v="1672"/>
          <ac:spMkLst>
            <pc:docMk/>
            <pc:sldMk cId="1129090519" sldId="2147483491"/>
            <ac:spMk id="10" creationId="{F5F6D2D3-72D4-D001-0994-C30C686AB84C}"/>
          </ac:spMkLst>
        </pc:spChg>
        <pc:spChg chg="del">
          <ac:chgData name="Jan Cordtz" userId="b5e592fb-fc8b-4323-a97d-691438b2e2da" providerId="ADAL" clId="{4E22EDF5-2883-5D57-B9C7-04E66950367B}" dt="2026-05-07T08:04:23.962" v="1671" actId="478"/>
          <ac:spMkLst>
            <pc:docMk/>
            <pc:sldMk cId="1129090519" sldId="2147483491"/>
            <ac:spMk id="20" creationId="{8178B6FF-8670-E133-DC20-002483686065}"/>
          </ac:spMkLst>
        </pc:spChg>
        <pc:spChg chg="del">
          <ac:chgData name="Jan Cordtz" userId="b5e592fb-fc8b-4323-a97d-691438b2e2da" providerId="ADAL" clId="{4E22EDF5-2883-5D57-B9C7-04E66950367B}" dt="2026-05-07T08:04:20.827" v="1669" actId="478"/>
          <ac:spMkLst>
            <pc:docMk/>
            <pc:sldMk cId="1129090519" sldId="2147483491"/>
            <ac:spMk id="21" creationId="{73A73B03-1517-8D3A-A2C3-22941DBEB1EE}"/>
          </ac:spMkLst>
        </pc:spChg>
        <pc:spChg chg="del">
          <ac:chgData name="Jan Cordtz" userId="b5e592fb-fc8b-4323-a97d-691438b2e2da" providerId="ADAL" clId="{4E22EDF5-2883-5D57-B9C7-04E66950367B}" dt="2026-05-07T08:04:19.726" v="1668" actId="478"/>
          <ac:spMkLst>
            <pc:docMk/>
            <pc:sldMk cId="1129090519" sldId="2147483491"/>
            <ac:spMk id="22" creationId="{DB930FA1-409F-49FF-E72E-0AF06DAFFF63}"/>
          </ac:spMkLst>
        </pc:spChg>
        <pc:spChg chg="add mod">
          <ac:chgData name="Jan Cordtz" userId="b5e592fb-fc8b-4323-a97d-691438b2e2da" providerId="ADAL" clId="{4E22EDF5-2883-5D57-B9C7-04E66950367B}" dt="2026-05-07T08:04:25.744" v="1672"/>
          <ac:spMkLst>
            <pc:docMk/>
            <pc:sldMk cId="1129090519" sldId="2147483491"/>
            <ac:spMk id="23" creationId="{2FD187CF-B61E-2B0C-AF84-CBFDCD982E21}"/>
          </ac:spMkLst>
        </pc:spChg>
        <pc:spChg chg="del">
          <ac:chgData name="Jan Cordtz" userId="b5e592fb-fc8b-4323-a97d-691438b2e2da" providerId="ADAL" clId="{4E22EDF5-2883-5D57-B9C7-04E66950367B}" dt="2026-05-07T08:04:17.647" v="1666" actId="478"/>
          <ac:spMkLst>
            <pc:docMk/>
            <pc:sldMk cId="1129090519" sldId="2147483491"/>
            <ac:spMk id="26" creationId="{4122CE48-7595-710D-B24B-4C6DCC039637}"/>
          </ac:spMkLst>
        </pc:spChg>
        <pc:spChg chg="del">
          <ac:chgData name="Jan Cordtz" userId="b5e592fb-fc8b-4323-a97d-691438b2e2da" providerId="ADAL" clId="{4E22EDF5-2883-5D57-B9C7-04E66950367B}" dt="2026-05-07T08:04:16.571" v="1665" actId="478"/>
          <ac:spMkLst>
            <pc:docMk/>
            <pc:sldMk cId="1129090519" sldId="2147483491"/>
            <ac:spMk id="27" creationId="{4EDAF740-C3C6-5116-18EE-9B7465343275}"/>
          </ac:spMkLst>
        </pc:spChg>
        <pc:spChg chg="del">
          <ac:chgData name="Jan Cordtz" userId="b5e592fb-fc8b-4323-a97d-691438b2e2da" providerId="ADAL" clId="{4E22EDF5-2883-5D57-B9C7-04E66950367B}" dt="2026-05-07T08:04:22.870" v="1670" actId="478"/>
          <ac:spMkLst>
            <pc:docMk/>
            <pc:sldMk cId="1129090519" sldId="2147483491"/>
            <ac:spMk id="29" creationId="{627BD5FF-4F3E-ACFB-E5F5-DA5FD63A60BB}"/>
          </ac:spMkLst>
        </pc:spChg>
        <pc:spChg chg="add mod">
          <ac:chgData name="Jan Cordtz" userId="b5e592fb-fc8b-4323-a97d-691438b2e2da" providerId="ADAL" clId="{4E22EDF5-2883-5D57-B9C7-04E66950367B}" dt="2026-05-07T08:04:25.744" v="1672"/>
          <ac:spMkLst>
            <pc:docMk/>
            <pc:sldMk cId="1129090519" sldId="2147483491"/>
            <ac:spMk id="30" creationId="{1C7DCF49-7772-0848-7C95-DBFCA5EDAE4D}"/>
          </ac:spMkLst>
        </pc:spChg>
        <pc:spChg chg="add mod">
          <ac:chgData name="Jan Cordtz" userId="b5e592fb-fc8b-4323-a97d-691438b2e2da" providerId="ADAL" clId="{4E22EDF5-2883-5D57-B9C7-04E66950367B}" dt="2026-05-07T08:04:25.744" v="1672"/>
          <ac:spMkLst>
            <pc:docMk/>
            <pc:sldMk cId="1129090519" sldId="2147483491"/>
            <ac:spMk id="32" creationId="{30CFADEB-533F-4397-3813-23907D046A6D}"/>
          </ac:spMkLst>
        </pc:spChg>
        <pc:spChg chg="add mod">
          <ac:chgData name="Jan Cordtz" userId="b5e592fb-fc8b-4323-a97d-691438b2e2da" providerId="ADAL" clId="{4E22EDF5-2883-5D57-B9C7-04E66950367B}" dt="2026-05-07T08:04:25.744" v="1672"/>
          <ac:spMkLst>
            <pc:docMk/>
            <pc:sldMk cId="1129090519" sldId="2147483491"/>
            <ac:spMk id="33" creationId="{D9FAD7A6-1DD5-0641-38DC-7ACA5CD7EF74}"/>
          </ac:spMkLst>
        </pc:spChg>
        <pc:spChg chg="add mod">
          <ac:chgData name="Jan Cordtz" userId="b5e592fb-fc8b-4323-a97d-691438b2e2da" providerId="ADAL" clId="{4E22EDF5-2883-5D57-B9C7-04E66950367B}" dt="2026-05-07T08:04:25.744" v="1672"/>
          <ac:spMkLst>
            <pc:docMk/>
            <pc:sldMk cId="1129090519" sldId="2147483491"/>
            <ac:spMk id="45" creationId="{176F3E56-430C-95CE-8A71-2A26FA43725C}"/>
          </ac:spMkLst>
        </pc:spChg>
        <pc:spChg chg="add mod">
          <ac:chgData name="Jan Cordtz" userId="b5e592fb-fc8b-4323-a97d-691438b2e2da" providerId="ADAL" clId="{4E22EDF5-2883-5D57-B9C7-04E66950367B}" dt="2026-05-07T08:04:25.744" v="1672"/>
          <ac:spMkLst>
            <pc:docMk/>
            <pc:sldMk cId="1129090519" sldId="2147483491"/>
            <ac:spMk id="46" creationId="{655EDAD5-80D0-8F1E-A0E7-6C409561CC99}"/>
          </ac:spMkLst>
        </pc:spChg>
        <pc:spChg chg="add mod">
          <ac:chgData name="Jan Cordtz" userId="b5e592fb-fc8b-4323-a97d-691438b2e2da" providerId="ADAL" clId="{4E22EDF5-2883-5D57-B9C7-04E66950367B}" dt="2026-05-07T08:04:25.744" v="1672"/>
          <ac:spMkLst>
            <pc:docMk/>
            <pc:sldMk cId="1129090519" sldId="2147483491"/>
            <ac:spMk id="47" creationId="{A8FA2AD1-1BD4-FEA3-52DA-B2F7DA385564}"/>
          </ac:spMkLst>
        </pc:spChg>
        <pc:spChg chg="add mod">
          <ac:chgData name="Jan Cordtz" userId="b5e592fb-fc8b-4323-a97d-691438b2e2da" providerId="ADAL" clId="{4E22EDF5-2883-5D57-B9C7-04E66950367B}" dt="2026-05-07T08:04:25.744" v="1672"/>
          <ac:spMkLst>
            <pc:docMk/>
            <pc:sldMk cId="1129090519" sldId="2147483491"/>
            <ac:spMk id="48" creationId="{73743920-4EC7-808D-0D63-AFC87E6EC9B7}"/>
          </ac:spMkLst>
        </pc:spChg>
        <pc:spChg chg="add mod">
          <ac:chgData name="Jan Cordtz" userId="b5e592fb-fc8b-4323-a97d-691438b2e2da" providerId="ADAL" clId="{4E22EDF5-2883-5D57-B9C7-04E66950367B}" dt="2026-05-07T08:04:25.744" v="1672"/>
          <ac:spMkLst>
            <pc:docMk/>
            <pc:sldMk cId="1129090519" sldId="2147483491"/>
            <ac:spMk id="49" creationId="{69DCCD12-ABE5-7C85-EF84-7D1EB78E5E42}"/>
          </ac:spMkLst>
        </pc:spChg>
        <pc:picChg chg="del">
          <ac:chgData name="Jan Cordtz" userId="b5e592fb-fc8b-4323-a97d-691438b2e2da" providerId="ADAL" clId="{4E22EDF5-2883-5D57-B9C7-04E66950367B}" dt="2026-05-07T08:04:18.563" v="1667" actId="478"/>
          <ac:picMkLst>
            <pc:docMk/>
            <pc:sldMk cId="1129090519" sldId="2147483491"/>
            <ac:picMk id="9" creationId="{FAE0111D-BC02-9F38-D87F-F640D078E688}"/>
          </ac:picMkLst>
        </pc:picChg>
        <pc:picChg chg="del">
          <ac:chgData name="Jan Cordtz" userId="b5e592fb-fc8b-4323-a97d-691438b2e2da" providerId="ADAL" clId="{4E22EDF5-2883-5D57-B9C7-04E66950367B}" dt="2026-05-07T08:04:15.242" v="1664" actId="478"/>
          <ac:picMkLst>
            <pc:docMk/>
            <pc:sldMk cId="1129090519" sldId="2147483491"/>
            <ac:picMk id="24" creationId="{4610FDA5-A4B9-49DB-7DCA-42D64084F7FC}"/>
          </ac:picMkLst>
        </pc:picChg>
      </pc:sldChg>
      <pc:sldChg chg="addSp modSp new mod">
        <pc:chgData name="Jan Cordtz" userId="b5e592fb-fc8b-4323-a97d-691438b2e2da" providerId="ADAL" clId="{4E22EDF5-2883-5D57-B9C7-04E66950367B}" dt="2026-05-07T08:12:22.969" v="1703" actId="1076"/>
        <pc:sldMkLst>
          <pc:docMk/>
          <pc:sldMk cId="1388197840" sldId="2147483492"/>
        </pc:sldMkLst>
        <pc:picChg chg="add mod">
          <ac:chgData name="Jan Cordtz" userId="b5e592fb-fc8b-4323-a97d-691438b2e2da" providerId="ADAL" clId="{4E22EDF5-2883-5D57-B9C7-04E66950367B}" dt="2026-05-07T08:12:22.969" v="1703" actId="1076"/>
          <ac:picMkLst>
            <pc:docMk/>
            <pc:sldMk cId="1388197840" sldId="2147483492"/>
            <ac:picMk id="2" creationId="{78A02FFB-A203-ECF7-E7BD-2095F46FAFE1}"/>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AC93C6-E02B-4526-8191-3FD7874A30C7}" type="doc">
      <dgm:prSet loTypeId="urn:microsoft.com/office/officeart/2005/8/layout/hierarchy6" loCatId="hierarchy" qsTypeId="urn:microsoft.com/office/officeart/2005/8/quickstyle/simple1" qsCatId="simple" csTypeId="urn:microsoft.com/office/officeart/2005/8/colors/colorful1" csCatId="colorful" phldr="1"/>
      <dgm:spPr/>
      <dgm:t>
        <a:bodyPr/>
        <a:lstStyle/>
        <a:p>
          <a:endParaRPr lang="en-NL"/>
        </a:p>
      </dgm:t>
    </dgm:pt>
    <dgm:pt modelId="{C0F35941-E394-4BDB-8E38-2E514A1C4CCC}">
      <dgm:prSet phldrT="[Text]"/>
      <dgm:spPr>
        <a:solidFill>
          <a:srgbClr val="0078D4"/>
        </a:solidFill>
      </dgm:spPr>
      <dgm:t>
        <a:bodyPr/>
        <a:lstStyle/>
        <a:p>
          <a:r>
            <a:rPr lang="en-US"/>
            <a:t>Principal Agreement (MCA or MBSA &amp; EA)</a:t>
          </a:r>
          <a:endParaRPr lang="en-NL"/>
        </a:p>
      </dgm:t>
    </dgm:pt>
    <dgm:pt modelId="{B78D9BBE-58C4-4577-B194-0A56BE78FAD2}" type="parTrans" cxnId="{E407F5A0-F426-43DF-A265-3B0D1AE2E0CC}">
      <dgm:prSet/>
      <dgm:spPr/>
      <dgm:t>
        <a:bodyPr/>
        <a:lstStyle/>
        <a:p>
          <a:endParaRPr lang="en-NL"/>
        </a:p>
      </dgm:t>
    </dgm:pt>
    <dgm:pt modelId="{D7C46617-54CE-4AFD-AC78-2AB801860AAA}" type="sibTrans" cxnId="{E407F5A0-F426-43DF-A265-3B0D1AE2E0CC}">
      <dgm:prSet/>
      <dgm:spPr/>
      <dgm:t>
        <a:bodyPr/>
        <a:lstStyle/>
        <a:p>
          <a:endParaRPr lang="en-NL"/>
        </a:p>
      </dgm:t>
    </dgm:pt>
    <dgm:pt modelId="{EC9BC22D-C492-4D22-BCF6-CEE8F00003C6}" type="asst">
      <dgm:prSet phldrT="[Text]"/>
      <dgm:spPr/>
      <dgm:t>
        <a:bodyPr/>
        <a:lstStyle/>
        <a:p>
          <a:r>
            <a:rPr lang="en-US"/>
            <a:t>Product Terms</a:t>
          </a:r>
          <a:endParaRPr lang="en-NL"/>
        </a:p>
      </dgm:t>
    </dgm:pt>
    <dgm:pt modelId="{C2FCC028-7804-454B-B200-F325D7959E02}" type="parTrans" cxnId="{F9657CEA-B6A9-4AAC-B20A-C7FFCB4E0700}">
      <dgm:prSet/>
      <dgm:spPr/>
      <dgm:t>
        <a:bodyPr/>
        <a:lstStyle/>
        <a:p>
          <a:endParaRPr lang="en-NL"/>
        </a:p>
      </dgm:t>
    </dgm:pt>
    <dgm:pt modelId="{027E461D-292C-4CEE-81AD-CB2493D7CBDC}" type="sibTrans" cxnId="{F9657CEA-B6A9-4AAC-B20A-C7FFCB4E0700}">
      <dgm:prSet/>
      <dgm:spPr/>
      <dgm:t>
        <a:bodyPr/>
        <a:lstStyle/>
        <a:p>
          <a:endParaRPr lang="en-NL"/>
        </a:p>
      </dgm:t>
    </dgm:pt>
    <dgm:pt modelId="{D532436B-BCB6-43B2-ADF8-9CA021CD2352}" type="asst">
      <dgm:prSet phldrT="[Text]"/>
      <dgm:spPr/>
      <dgm:t>
        <a:bodyPr/>
        <a:lstStyle/>
        <a:p>
          <a:r>
            <a:rPr lang="en-US" dirty="0"/>
            <a:t>Universal License Terms </a:t>
          </a:r>
        </a:p>
        <a:p>
          <a:r>
            <a:rPr lang="en-US" dirty="0"/>
            <a:t>For Online Services</a:t>
          </a:r>
          <a:endParaRPr lang="en-NL" dirty="0"/>
        </a:p>
      </dgm:t>
    </dgm:pt>
    <dgm:pt modelId="{CC6E223C-E0F3-4381-B95E-7BFD2F8019C8}" type="parTrans" cxnId="{C9A4EB54-2F72-4EF3-8AB6-7B2EA250BB53}">
      <dgm:prSet/>
      <dgm:spPr/>
      <dgm:t>
        <a:bodyPr/>
        <a:lstStyle/>
        <a:p>
          <a:endParaRPr lang="en-NL"/>
        </a:p>
      </dgm:t>
    </dgm:pt>
    <dgm:pt modelId="{9F1CFE3D-0747-43CF-94BB-783A01362E22}" type="sibTrans" cxnId="{C9A4EB54-2F72-4EF3-8AB6-7B2EA250BB53}">
      <dgm:prSet/>
      <dgm:spPr/>
      <dgm:t>
        <a:bodyPr/>
        <a:lstStyle/>
        <a:p>
          <a:endParaRPr lang="en-NL"/>
        </a:p>
      </dgm:t>
    </dgm:pt>
    <dgm:pt modelId="{53B58C6F-C444-43AA-9AB5-F48D7DD06A49}" type="asst">
      <dgm:prSet phldrT="[Text]"/>
      <dgm:spPr/>
      <dgm:t>
        <a:bodyPr/>
        <a:lstStyle/>
        <a:p>
          <a:r>
            <a:rPr lang="en-US" dirty="0"/>
            <a:t>Privacy &amp; Security Terms </a:t>
          </a:r>
          <a:endParaRPr lang="en-NL" dirty="0"/>
        </a:p>
      </dgm:t>
    </dgm:pt>
    <dgm:pt modelId="{569B61BA-DACB-414D-8720-D13E881CE350}" type="parTrans" cxnId="{01334E6E-A32A-48C2-91FB-41C967FC1525}">
      <dgm:prSet/>
      <dgm:spPr/>
      <dgm:t>
        <a:bodyPr/>
        <a:lstStyle/>
        <a:p>
          <a:endParaRPr lang="en-NL"/>
        </a:p>
      </dgm:t>
    </dgm:pt>
    <dgm:pt modelId="{1FB22FD3-69FC-4126-B5DC-2801D70756C1}" type="sibTrans" cxnId="{01334E6E-A32A-48C2-91FB-41C967FC1525}">
      <dgm:prSet/>
      <dgm:spPr/>
      <dgm:t>
        <a:bodyPr/>
        <a:lstStyle/>
        <a:p>
          <a:endParaRPr lang="en-NL"/>
        </a:p>
      </dgm:t>
    </dgm:pt>
    <dgm:pt modelId="{04810233-2C17-4E72-B4D8-B17A4572F0DF}" type="asst">
      <dgm:prSet phldrT="[Text]"/>
      <dgm:spPr/>
      <dgm:t>
        <a:bodyPr/>
        <a:lstStyle/>
        <a:p>
          <a:r>
            <a:rPr lang="en-US" dirty="0"/>
            <a:t>Data Processing Addendum </a:t>
          </a:r>
          <a:endParaRPr lang="en-NL" dirty="0"/>
        </a:p>
      </dgm:t>
    </dgm:pt>
    <dgm:pt modelId="{0BA9F603-F9FF-4064-BE58-DEB304BE2C6C}" type="parTrans" cxnId="{192F58AE-FBF2-4C04-AF30-C25687F21AD7}">
      <dgm:prSet/>
      <dgm:spPr/>
      <dgm:t>
        <a:bodyPr/>
        <a:lstStyle/>
        <a:p>
          <a:endParaRPr lang="en-NL"/>
        </a:p>
      </dgm:t>
    </dgm:pt>
    <dgm:pt modelId="{D5F3BA19-2B7C-4340-8B8B-8F44D5EADD2D}" type="sibTrans" cxnId="{192F58AE-FBF2-4C04-AF30-C25687F21AD7}">
      <dgm:prSet/>
      <dgm:spPr/>
      <dgm:t>
        <a:bodyPr/>
        <a:lstStyle/>
        <a:p>
          <a:endParaRPr lang="en-NL"/>
        </a:p>
      </dgm:t>
    </dgm:pt>
    <dgm:pt modelId="{1AE042BC-32B1-41C2-B217-C5731430A64B}" type="asst">
      <dgm:prSet phldrT="[Text]"/>
      <dgm:spPr/>
      <dgm:t>
        <a:bodyPr/>
        <a:lstStyle/>
        <a:p>
          <a:r>
            <a:rPr lang="en-US" dirty="0"/>
            <a:t>Service-specific terms in “Product Offerings” (if applicable)</a:t>
          </a:r>
          <a:endParaRPr lang="en-NL" dirty="0"/>
        </a:p>
      </dgm:t>
    </dgm:pt>
    <dgm:pt modelId="{FA2249CC-5CBF-4550-8100-1C7711B0C297}" type="parTrans" cxnId="{F781433D-8D3C-4338-9E23-D2CF38BCF65C}">
      <dgm:prSet/>
      <dgm:spPr/>
      <dgm:t>
        <a:bodyPr/>
        <a:lstStyle/>
        <a:p>
          <a:endParaRPr lang="en-NL"/>
        </a:p>
      </dgm:t>
    </dgm:pt>
    <dgm:pt modelId="{87E03188-B383-4331-9199-6672C17F4CD8}" type="sibTrans" cxnId="{F781433D-8D3C-4338-9E23-D2CF38BCF65C}">
      <dgm:prSet/>
      <dgm:spPr/>
      <dgm:t>
        <a:bodyPr/>
        <a:lstStyle/>
        <a:p>
          <a:endParaRPr lang="en-NL"/>
        </a:p>
      </dgm:t>
    </dgm:pt>
    <dgm:pt modelId="{BAE8860A-1D57-481F-A9B7-9D2131A173F9}" type="pres">
      <dgm:prSet presAssocID="{E3AC93C6-E02B-4526-8191-3FD7874A30C7}" presName="mainComposite" presStyleCnt="0">
        <dgm:presLayoutVars>
          <dgm:chPref val="1"/>
          <dgm:dir/>
          <dgm:animOne val="branch"/>
          <dgm:animLvl val="lvl"/>
          <dgm:resizeHandles val="exact"/>
        </dgm:presLayoutVars>
      </dgm:prSet>
      <dgm:spPr/>
    </dgm:pt>
    <dgm:pt modelId="{B081B9DC-FE06-4D62-957E-4FF5C27E1414}" type="pres">
      <dgm:prSet presAssocID="{E3AC93C6-E02B-4526-8191-3FD7874A30C7}" presName="hierFlow" presStyleCnt="0"/>
      <dgm:spPr/>
    </dgm:pt>
    <dgm:pt modelId="{E24EA537-AF25-4E25-90C3-C0B4736990A9}" type="pres">
      <dgm:prSet presAssocID="{E3AC93C6-E02B-4526-8191-3FD7874A30C7}" presName="hierChild1" presStyleCnt="0">
        <dgm:presLayoutVars>
          <dgm:chPref val="1"/>
          <dgm:animOne val="branch"/>
          <dgm:animLvl val="lvl"/>
        </dgm:presLayoutVars>
      </dgm:prSet>
      <dgm:spPr/>
    </dgm:pt>
    <dgm:pt modelId="{C0B0ABC3-5E33-419E-8E31-00750C89955E}" type="pres">
      <dgm:prSet presAssocID="{C0F35941-E394-4BDB-8E38-2E514A1C4CCC}" presName="Name14" presStyleCnt="0"/>
      <dgm:spPr/>
    </dgm:pt>
    <dgm:pt modelId="{BC8C8017-ACC7-4AB1-94DE-6FAD2849E7B9}" type="pres">
      <dgm:prSet presAssocID="{C0F35941-E394-4BDB-8E38-2E514A1C4CCC}" presName="level1Shape" presStyleLbl="node0" presStyleIdx="0" presStyleCnt="1">
        <dgm:presLayoutVars>
          <dgm:chPref val="3"/>
        </dgm:presLayoutVars>
      </dgm:prSet>
      <dgm:spPr/>
    </dgm:pt>
    <dgm:pt modelId="{642DA4A5-B55F-4E51-B03F-5C78A05736D0}" type="pres">
      <dgm:prSet presAssocID="{C0F35941-E394-4BDB-8E38-2E514A1C4CCC}" presName="hierChild2" presStyleCnt="0"/>
      <dgm:spPr/>
    </dgm:pt>
    <dgm:pt modelId="{D8407443-C7A0-434F-BBBA-E24D61B0764C}" type="pres">
      <dgm:prSet presAssocID="{C2FCC028-7804-454B-B200-F325D7959E02}" presName="Name19" presStyleLbl="parChTrans1D2" presStyleIdx="0" presStyleCnt="1"/>
      <dgm:spPr/>
    </dgm:pt>
    <dgm:pt modelId="{7FB4F840-00B3-4D41-9718-DA3104130B81}" type="pres">
      <dgm:prSet presAssocID="{EC9BC22D-C492-4D22-BCF6-CEE8F00003C6}" presName="Name21" presStyleCnt="0"/>
      <dgm:spPr/>
    </dgm:pt>
    <dgm:pt modelId="{36E12451-4B03-4826-A057-2C80189496C6}" type="pres">
      <dgm:prSet presAssocID="{EC9BC22D-C492-4D22-BCF6-CEE8F00003C6}" presName="level2Shape" presStyleLbl="asst1" presStyleIdx="0" presStyleCnt="5"/>
      <dgm:spPr/>
    </dgm:pt>
    <dgm:pt modelId="{EE3B6CD2-E867-459C-BC5E-7D7336F07F75}" type="pres">
      <dgm:prSet presAssocID="{EC9BC22D-C492-4D22-BCF6-CEE8F00003C6}" presName="hierChild3" presStyleCnt="0"/>
      <dgm:spPr/>
    </dgm:pt>
    <dgm:pt modelId="{2CD80DB1-8AC4-4B8C-98A3-23A2424C1112}" type="pres">
      <dgm:prSet presAssocID="{CC6E223C-E0F3-4381-B95E-7BFD2F8019C8}" presName="Name19" presStyleLbl="parChTrans1D3" presStyleIdx="0" presStyleCnt="3"/>
      <dgm:spPr/>
    </dgm:pt>
    <dgm:pt modelId="{52661DBB-B8F7-40B2-B436-E4E8C739288D}" type="pres">
      <dgm:prSet presAssocID="{D532436B-BCB6-43B2-ADF8-9CA021CD2352}" presName="Name21" presStyleCnt="0"/>
      <dgm:spPr/>
    </dgm:pt>
    <dgm:pt modelId="{9F57F545-FC0F-4BFF-94C0-946ACCDFB57B}" type="pres">
      <dgm:prSet presAssocID="{D532436B-BCB6-43B2-ADF8-9CA021CD2352}" presName="level2Shape" presStyleLbl="asst1" presStyleIdx="1" presStyleCnt="5"/>
      <dgm:spPr/>
    </dgm:pt>
    <dgm:pt modelId="{DF10E9E2-3CD5-4D0F-B612-3AB012795A14}" type="pres">
      <dgm:prSet presAssocID="{D532436B-BCB6-43B2-ADF8-9CA021CD2352}" presName="hierChild3" presStyleCnt="0"/>
      <dgm:spPr/>
    </dgm:pt>
    <dgm:pt modelId="{FB33ACB8-D137-44A2-BBFE-894A9B57C1D3}" type="pres">
      <dgm:prSet presAssocID="{569B61BA-DACB-414D-8720-D13E881CE350}" presName="Name19" presStyleLbl="parChTrans1D3" presStyleIdx="1" presStyleCnt="3"/>
      <dgm:spPr/>
    </dgm:pt>
    <dgm:pt modelId="{4B12C2D8-20BF-4917-9826-3D11B1B56D93}" type="pres">
      <dgm:prSet presAssocID="{53B58C6F-C444-43AA-9AB5-F48D7DD06A49}" presName="Name21" presStyleCnt="0"/>
      <dgm:spPr/>
    </dgm:pt>
    <dgm:pt modelId="{5A93C7A3-94CF-49FB-B489-FA24C371E38A}" type="pres">
      <dgm:prSet presAssocID="{53B58C6F-C444-43AA-9AB5-F48D7DD06A49}" presName="level2Shape" presStyleLbl="asst1" presStyleIdx="2" presStyleCnt="5"/>
      <dgm:spPr/>
    </dgm:pt>
    <dgm:pt modelId="{D8B7A662-6704-426D-9A5D-C093C772BEB3}" type="pres">
      <dgm:prSet presAssocID="{53B58C6F-C444-43AA-9AB5-F48D7DD06A49}" presName="hierChild3" presStyleCnt="0"/>
      <dgm:spPr/>
    </dgm:pt>
    <dgm:pt modelId="{CD3D5B5B-B000-48A5-945C-78F89343C266}" type="pres">
      <dgm:prSet presAssocID="{0BA9F603-F9FF-4064-BE58-DEB304BE2C6C}" presName="Name19" presStyleLbl="parChTrans1D4" presStyleIdx="0" presStyleCnt="1"/>
      <dgm:spPr/>
    </dgm:pt>
    <dgm:pt modelId="{1305996A-6CB1-4A7C-8B84-ADBA34F2F7D7}" type="pres">
      <dgm:prSet presAssocID="{04810233-2C17-4E72-B4D8-B17A4572F0DF}" presName="Name21" presStyleCnt="0"/>
      <dgm:spPr/>
    </dgm:pt>
    <dgm:pt modelId="{F3331930-E1D2-46BD-A3DC-428E11B5396D}" type="pres">
      <dgm:prSet presAssocID="{04810233-2C17-4E72-B4D8-B17A4572F0DF}" presName="level2Shape" presStyleLbl="asst1" presStyleIdx="3" presStyleCnt="5"/>
      <dgm:spPr/>
    </dgm:pt>
    <dgm:pt modelId="{75E7A5C0-9174-4843-A67E-91F87824F66D}" type="pres">
      <dgm:prSet presAssocID="{04810233-2C17-4E72-B4D8-B17A4572F0DF}" presName="hierChild3" presStyleCnt="0"/>
      <dgm:spPr/>
    </dgm:pt>
    <dgm:pt modelId="{6B96A86E-24D0-4BD6-B43A-6A889E03831B}" type="pres">
      <dgm:prSet presAssocID="{FA2249CC-5CBF-4550-8100-1C7711B0C297}" presName="Name19" presStyleLbl="parChTrans1D3" presStyleIdx="2" presStyleCnt="3"/>
      <dgm:spPr/>
    </dgm:pt>
    <dgm:pt modelId="{B05F8F7B-13F5-43BE-8940-3A2EF4E661B1}" type="pres">
      <dgm:prSet presAssocID="{1AE042BC-32B1-41C2-B217-C5731430A64B}" presName="Name21" presStyleCnt="0"/>
      <dgm:spPr/>
    </dgm:pt>
    <dgm:pt modelId="{C2D35F4E-BDB2-44B7-9B96-78DFD807094F}" type="pres">
      <dgm:prSet presAssocID="{1AE042BC-32B1-41C2-B217-C5731430A64B}" presName="level2Shape" presStyleLbl="asst1" presStyleIdx="4" presStyleCnt="5"/>
      <dgm:spPr/>
    </dgm:pt>
    <dgm:pt modelId="{408F56DB-BE5F-47FB-A821-6A3557CB94F9}" type="pres">
      <dgm:prSet presAssocID="{1AE042BC-32B1-41C2-B217-C5731430A64B}" presName="hierChild3" presStyleCnt="0"/>
      <dgm:spPr/>
    </dgm:pt>
    <dgm:pt modelId="{FBB11E00-9BDF-49D2-AE2E-44F5DDD6BC08}" type="pres">
      <dgm:prSet presAssocID="{E3AC93C6-E02B-4526-8191-3FD7874A30C7}" presName="bgShapesFlow" presStyleCnt="0"/>
      <dgm:spPr/>
    </dgm:pt>
  </dgm:ptLst>
  <dgm:cxnLst>
    <dgm:cxn modelId="{54FBE216-C9AC-4C72-86CE-EA441CB368B2}" type="presOf" srcId="{FA2249CC-5CBF-4550-8100-1C7711B0C297}" destId="{6B96A86E-24D0-4BD6-B43A-6A889E03831B}" srcOrd="0" destOrd="0" presId="urn:microsoft.com/office/officeart/2005/8/layout/hierarchy6"/>
    <dgm:cxn modelId="{47574436-13AA-4FF7-94DE-487924551837}" type="presOf" srcId="{EC9BC22D-C492-4D22-BCF6-CEE8F00003C6}" destId="{36E12451-4B03-4826-A057-2C80189496C6}" srcOrd="0" destOrd="0" presId="urn:microsoft.com/office/officeart/2005/8/layout/hierarchy6"/>
    <dgm:cxn modelId="{F781433D-8D3C-4338-9E23-D2CF38BCF65C}" srcId="{EC9BC22D-C492-4D22-BCF6-CEE8F00003C6}" destId="{1AE042BC-32B1-41C2-B217-C5731430A64B}" srcOrd="2" destOrd="0" parTransId="{FA2249CC-5CBF-4550-8100-1C7711B0C297}" sibTransId="{87E03188-B383-4331-9199-6672C17F4CD8}"/>
    <dgm:cxn modelId="{BF83CE47-138E-4EFA-AEF9-4B4F84B125D6}" type="presOf" srcId="{CC6E223C-E0F3-4381-B95E-7BFD2F8019C8}" destId="{2CD80DB1-8AC4-4B8C-98A3-23A2424C1112}" srcOrd="0" destOrd="0" presId="urn:microsoft.com/office/officeart/2005/8/layout/hierarchy6"/>
    <dgm:cxn modelId="{560D604D-48CC-44FC-8C02-0CC409EEE5A3}" type="presOf" srcId="{C2FCC028-7804-454B-B200-F325D7959E02}" destId="{D8407443-C7A0-434F-BBBA-E24D61B0764C}" srcOrd="0" destOrd="0" presId="urn:microsoft.com/office/officeart/2005/8/layout/hierarchy6"/>
    <dgm:cxn modelId="{C9A4EB54-2F72-4EF3-8AB6-7B2EA250BB53}" srcId="{EC9BC22D-C492-4D22-BCF6-CEE8F00003C6}" destId="{D532436B-BCB6-43B2-ADF8-9CA021CD2352}" srcOrd="0" destOrd="0" parTransId="{CC6E223C-E0F3-4381-B95E-7BFD2F8019C8}" sibTransId="{9F1CFE3D-0747-43CF-94BB-783A01362E22}"/>
    <dgm:cxn modelId="{483D2059-54D5-4926-9787-89FD4F65E0A9}" type="presOf" srcId="{0BA9F603-F9FF-4064-BE58-DEB304BE2C6C}" destId="{CD3D5B5B-B000-48A5-945C-78F89343C266}" srcOrd="0" destOrd="0" presId="urn:microsoft.com/office/officeart/2005/8/layout/hierarchy6"/>
    <dgm:cxn modelId="{74A2246D-EB33-4CF8-B22C-0EC0362D7124}" type="presOf" srcId="{E3AC93C6-E02B-4526-8191-3FD7874A30C7}" destId="{BAE8860A-1D57-481F-A9B7-9D2131A173F9}" srcOrd="0" destOrd="0" presId="urn:microsoft.com/office/officeart/2005/8/layout/hierarchy6"/>
    <dgm:cxn modelId="{01334E6E-A32A-48C2-91FB-41C967FC1525}" srcId="{EC9BC22D-C492-4D22-BCF6-CEE8F00003C6}" destId="{53B58C6F-C444-43AA-9AB5-F48D7DD06A49}" srcOrd="1" destOrd="0" parTransId="{569B61BA-DACB-414D-8720-D13E881CE350}" sibTransId="{1FB22FD3-69FC-4126-B5DC-2801D70756C1}"/>
    <dgm:cxn modelId="{55E2FB77-89FC-486C-AB8D-F7B05900CA69}" type="presOf" srcId="{1AE042BC-32B1-41C2-B217-C5731430A64B}" destId="{C2D35F4E-BDB2-44B7-9B96-78DFD807094F}" srcOrd="0" destOrd="0" presId="urn:microsoft.com/office/officeart/2005/8/layout/hierarchy6"/>
    <dgm:cxn modelId="{35A9BF98-7E86-48A0-814F-899730C68336}" type="presOf" srcId="{569B61BA-DACB-414D-8720-D13E881CE350}" destId="{FB33ACB8-D137-44A2-BBFE-894A9B57C1D3}" srcOrd="0" destOrd="0" presId="urn:microsoft.com/office/officeart/2005/8/layout/hierarchy6"/>
    <dgm:cxn modelId="{E407F5A0-F426-43DF-A265-3B0D1AE2E0CC}" srcId="{E3AC93C6-E02B-4526-8191-3FD7874A30C7}" destId="{C0F35941-E394-4BDB-8E38-2E514A1C4CCC}" srcOrd="0" destOrd="0" parTransId="{B78D9BBE-58C4-4577-B194-0A56BE78FAD2}" sibTransId="{D7C46617-54CE-4AFD-AC78-2AB801860AAA}"/>
    <dgm:cxn modelId="{192F58AE-FBF2-4C04-AF30-C25687F21AD7}" srcId="{53B58C6F-C444-43AA-9AB5-F48D7DD06A49}" destId="{04810233-2C17-4E72-B4D8-B17A4572F0DF}" srcOrd="0" destOrd="0" parTransId="{0BA9F603-F9FF-4064-BE58-DEB304BE2C6C}" sibTransId="{D5F3BA19-2B7C-4340-8B8B-8F44D5EADD2D}"/>
    <dgm:cxn modelId="{9A3E12B0-0017-4164-AA13-8D72D46EA542}" type="presOf" srcId="{D532436B-BCB6-43B2-ADF8-9CA021CD2352}" destId="{9F57F545-FC0F-4BFF-94C0-946ACCDFB57B}" srcOrd="0" destOrd="0" presId="urn:microsoft.com/office/officeart/2005/8/layout/hierarchy6"/>
    <dgm:cxn modelId="{B5A8F8B8-AD40-427C-BDE3-B705841431FA}" type="presOf" srcId="{04810233-2C17-4E72-B4D8-B17A4572F0DF}" destId="{F3331930-E1D2-46BD-A3DC-428E11B5396D}" srcOrd="0" destOrd="0" presId="urn:microsoft.com/office/officeart/2005/8/layout/hierarchy6"/>
    <dgm:cxn modelId="{F9657CEA-B6A9-4AAC-B20A-C7FFCB4E0700}" srcId="{C0F35941-E394-4BDB-8E38-2E514A1C4CCC}" destId="{EC9BC22D-C492-4D22-BCF6-CEE8F00003C6}" srcOrd="0" destOrd="0" parTransId="{C2FCC028-7804-454B-B200-F325D7959E02}" sibTransId="{027E461D-292C-4CEE-81AD-CB2493D7CBDC}"/>
    <dgm:cxn modelId="{407C23EC-E73D-4396-B064-BEACCF88548A}" type="presOf" srcId="{C0F35941-E394-4BDB-8E38-2E514A1C4CCC}" destId="{BC8C8017-ACC7-4AB1-94DE-6FAD2849E7B9}" srcOrd="0" destOrd="0" presId="urn:microsoft.com/office/officeart/2005/8/layout/hierarchy6"/>
    <dgm:cxn modelId="{2B7486FA-AE90-4333-9C4A-40EA5857C6A1}" type="presOf" srcId="{53B58C6F-C444-43AA-9AB5-F48D7DD06A49}" destId="{5A93C7A3-94CF-49FB-B489-FA24C371E38A}" srcOrd="0" destOrd="0" presId="urn:microsoft.com/office/officeart/2005/8/layout/hierarchy6"/>
    <dgm:cxn modelId="{C2C180A0-7789-464D-8498-0F5B5FAFA0F2}" type="presParOf" srcId="{BAE8860A-1D57-481F-A9B7-9D2131A173F9}" destId="{B081B9DC-FE06-4D62-957E-4FF5C27E1414}" srcOrd="0" destOrd="0" presId="urn:microsoft.com/office/officeart/2005/8/layout/hierarchy6"/>
    <dgm:cxn modelId="{A243E0A9-77D9-498F-AC72-E9CAC1BBDDF2}" type="presParOf" srcId="{B081B9DC-FE06-4D62-957E-4FF5C27E1414}" destId="{E24EA537-AF25-4E25-90C3-C0B4736990A9}" srcOrd="0" destOrd="0" presId="urn:microsoft.com/office/officeart/2005/8/layout/hierarchy6"/>
    <dgm:cxn modelId="{1618FBA4-C664-44E2-996C-A44E6B45E8E2}" type="presParOf" srcId="{E24EA537-AF25-4E25-90C3-C0B4736990A9}" destId="{C0B0ABC3-5E33-419E-8E31-00750C89955E}" srcOrd="0" destOrd="0" presId="urn:microsoft.com/office/officeart/2005/8/layout/hierarchy6"/>
    <dgm:cxn modelId="{6ED4223B-D0A5-4DF4-871D-B7907CFA2805}" type="presParOf" srcId="{C0B0ABC3-5E33-419E-8E31-00750C89955E}" destId="{BC8C8017-ACC7-4AB1-94DE-6FAD2849E7B9}" srcOrd="0" destOrd="0" presId="urn:microsoft.com/office/officeart/2005/8/layout/hierarchy6"/>
    <dgm:cxn modelId="{89BD392D-B3A4-40BE-94A1-EDAE7697A032}" type="presParOf" srcId="{C0B0ABC3-5E33-419E-8E31-00750C89955E}" destId="{642DA4A5-B55F-4E51-B03F-5C78A05736D0}" srcOrd="1" destOrd="0" presId="urn:microsoft.com/office/officeart/2005/8/layout/hierarchy6"/>
    <dgm:cxn modelId="{D9C50FB4-AFD3-462C-BCEA-EFBFBA3B76EA}" type="presParOf" srcId="{642DA4A5-B55F-4E51-B03F-5C78A05736D0}" destId="{D8407443-C7A0-434F-BBBA-E24D61B0764C}" srcOrd="0" destOrd="0" presId="urn:microsoft.com/office/officeart/2005/8/layout/hierarchy6"/>
    <dgm:cxn modelId="{335E904A-C698-427D-901D-CC1CB7FE5693}" type="presParOf" srcId="{642DA4A5-B55F-4E51-B03F-5C78A05736D0}" destId="{7FB4F840-00B3-4D41-9718-DA3104130B81}" srcOrd="1" destOrd="0" presId="urn:microsoft.com/office/officeart/2005/8/layout/hierarchy6"/>
    <dgm:cxn modelId="{DF82D0B6-636A-465F-9640-A2D63BC3CE5E}" type="presParOf" srcId="{7FB4F840-00B3-4D41-9718-DA3104130B81}" destId="{36E12451-4B03-4826-A057-2C80189496C6}" srcOrd="0" destOrd="0" presId="urn:microsoft.com/office/officeart/2005/8/layout/hierarchy6"/>
    <dgm:cxn modelId="{4A6B0DB6-265B-4C8B-A4F2-FA83AAFA8FDB}" type="presParOf" srcId="{7FB4F840-00B3-4D41-9718-DA3104130B81}" destId="{EE3B6CD2-E867-459C-BC5E-7D7336F07F75}" srcOrd="1" destOrd="0" presId="urn:microsoft.com/office/officeart/2005/8/layout/hierarchy6"/>
    <dgm:cxn modelId="{A13E2D80-2EC1-4FF8-88B1-72F41F6939AD}" type="presParOf" srcId="{EE3B6CD2-E867-459C-BC5E-7D7336F07F75}" destId="{2CD80DB1-8AC4-4B8C-98A3-23A2424C1112}" srcOrd="0" destOrd="0" presId="urn:microsoft.com/office/officeart/2005/8/layout/hierarchy6"/>
    <dgm:cxn modelId="{9DC80D0A-4F05-4986-A64C-E3D8338C42F9}" type="presParOf" srcId="{EE3B6CD2-E867-459C-BC5E-7D7336F07F75}" destId="{52661DBB-B8F7-40B2-B436-E4E8C739288D}" srcOrd="1" destOrd="0" presId="urn:microsoft.com/office/officeart/2005/8/layout/hierarchy6"/>
    <dgm:cxn modelId="{5ADF1CC9-B7FD-4DAB-8315-446F8F209F1D}" type="presParOf" srcId="{52661DBB-B8F7-40B2-B436-E4E8C739288D}" destId="{9F57F545-FC0F-4BFF-94C0-946ACCDFB57B}" srcOrd="0" destOrd="0" presId="urn:microsoft.com/office/officeart/2005/8/layout/hierarchy6"/>
    <dgm:cxn modelId="{13BFF145-4B8D-4951-9A17-11F8D6D0E92C}" type="presParOf" srcId="{52661DBB-B8F7-40B2-B436-E4E8C739288D}" destId="{DF10E9E2-3CD5-4D0F-B612-3AB012795A14}" srcOrd="1" destOrd="0" presId="urn:microsoft.com/office/officeart/2005/8/layout/hierarchy6"/>
    <dgm:cxn modelId="{2C992DA0-DBA6-4104-9BEA-47C3C3665231}" type="presParOf" srcId="{EE3B6CD2-E867-459C-BC5E-7D7336F07F75}" destId="{FB33ACB8-D137-44A2-BBFE-894A9B57C1D3}" srcOrd="2" destOrd="0" presId="urn:microsoft.com/office/officeart/2005/8/layout/hierarchy6"/>
    <dgm:cxn modelId="{4F12B072-9004-49FF-B954-841035EE62EA}" type="presParOf" srcId="{EE3B6CD2-E867-459C-BC5E-7D7336F07F75}" destId="{4B12C2D8-20BF-4917-9826-3D11B1B56D93}" srcOrd="3" destOrd="0" presId="urn:microsoft.com/office/officeart/2005/8/layout/hierarchy6"/>
    <dgm:cxn modelId="{4057B698-90BA-4A9E-9F7F-51B3F7B8542D}" type="presParOf" srcId="{4B12C2D8-20BF-4917-9826-3D11B1B56D93}" destId="{5A93C7A3-94CF-49FB-B489-FA24C371E38A}" srcOrd="0" destOrd="0" presId="urn:microsoft.com/office/officeart/2005/8/layout/hierarchy6"/>
    <dgm:cxn modelId="{BCD0E81F-5166-4AEE-8FE4-816F83B6B071}" type="presParOf" srcId="{4B12C2D8-20BF-4917-9826-3D11B1B56D93}" destId="{D8B7A662-6704-426D-9A5D-C093C772BEB3}" srcOrd="1" destOrd="0" presId="urn:microsoft.com/office/officeart/2005/8/layout/hierarchy6"/>
    <dgm:cxn modelId="{276BE1AE-7711-4408-A299-DAFDF2A70D51}" type="presParOf" srcId="{D8B7A662-6704-426D-9A5D-C093C772BEB3}" destId="{CD3D5B5B-B000-48A5-945C-78F89343C266}" srcOrd="0" destOrd="0" presId="urn:microsoft.com/office/officeart/2005/8/layout/hierarchy6"/>
    <dgm:cxn modelId="{C0318D3D-B08D-492C-9E0B-F3AE2FF9B56C}" type="presParOf" srcId="{D8B7A662-6704-426D-9A5D-C093C772BEB3}" destId="{1305996A-6CB1-4A7C-8B84-ADBA34F2F7D7}" srcOrd="1" destOrd="0" presId="urn:microsoft.com/office/officeart/2005/8/layout/hierarchy6"/>
    <dgm:cxn modelId="{C9D1C7E8-0539-4993-8F21-EC83EA242A3B}" type="presParOf" srcId="{1305996A-6CB1-4A7C-8B84-ADBA34F2F7D7}" destId="{F3331930-E1D2-46BD-A3DC-428E11B5396D}" srcOrd="0" destOrd="0" presId="urn:microsoft.com/office/officeart/2005/8/layout/hierarchy6"/>
    <dgm:cxn modelId="{BC0955F7-2C1E-437D-A20F-7A6CF7DD99B7}" type="presParOf" srcId="{1305996A-6CB1-4A7C-8B84-ADBA34F2F7D7}" destId="{75E7A5C0-9174-4843-A67E-91F87824F66D}" srcOrd="1" destOrd="0" presId="urn:microsoft.com/office/officeart/2005/8/layout/hierarchy6"/>
    <dgm:cxn modelId="{2FB47625-DA2B-4132-BFE9-172B79B21F57}" type="presParOf" srcId="{EE3B6CD2-E867-459C-BC5E-7D7336F07F75}" destId="{6B96A86E-24D0-4BD6-B43A-6A889E03831B}" srcOrd="4" destOrd="0" presId="urn:microsoft.com/office/officeart/2005/8/layout/hierarchy6"/>
    <dgm:cxn modelId="{DF2662DB-1655-4487-BCD4-120EBB665AB2}" type="presParOf" srcId="{EE3B6CD2-E867-459C-BC5E-7D7336F07F75}" destId="{B05F8F7B-13F5-43BE-8940-3A2EF4E661B1}" srcOrd="5" destOrd="0" presId="urn:microsoft.com/office/officeart/2005/8/layout/hierarchy6"/>
    <dgm:cxn modelId="{8F1F7FB5-5688-497F-92DF-6CBD20C9E901}" type="presParOf" srcId="{B05F8F7B-13F5-43BE-8940-3A2EF4E661B1}" destId="{C2D35F4E-BDB2-44B7-9B96-78DFD807094F}" srcOrd="0" destOrd="0" presId="urn:microsoft.com/office/officeart/2005/8/layout/hierarchy6"/>
    <dgm:cxn modelId="{F8323E4E-C50C-4F7A-9696-97771DD042E0}" type="presParOf" srcId="{B05F8F7B-13F5-43BE-8940-3A2EF4E661B1}" destId="{408F56DB-BE5F-47FB-A821-6A3557CB94F9}" srcOrd="1" destOrd="0" presId="urn:microsoft.com/office/officeart/2005/8/layout/hierarchy6"/>
    <dgm:cxn modelId="{B7F6E3A1-3B4E-4FCC-B418-C1546240FC51}" type="presParOf" srcId="{BAE8860A-1D57-481F-A9B7-9D2131A173F9}" destId="{FBB11E00-9BDF-49D2-AE2E-44F5DDD6BC08}"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8C8017-ACC7-4AB1-94DE-6FAD2849E7B9}">
      <dsp:nvSpPr>
        <dsp:cNvPr id="0" name=""/>
        <dsp:cNvSpPr/>
      </dsp:nvSpPr>
      <dsp:spPr>
        <a:xfrm>
          <a:off x="4170993" y="1394"/>
          <a:ext cx="1451300" cy="967533"/>
        </a:xfrm>
        <a:prstGeom prst="roundRect">
          <a:avLst>
            <a:gd name="adj" fmla="val 10000"/>
          </a:avLst>
        </a:prstGeom>
        <a:solidFill>
          <a:srgbClr val="0078D4"/>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Principal Agreement (MCA or MBSA &amp; EA)</a:t>
          </a:r>
          <a:endParaRPr lang="en-NL" sz="1200" kern="1200"/>
        </a:p>
      </dsp:txBody>
      <dsp:txXfrm>
        <a:off x="4199331" y="29732"/>
        <a:ext cx="1394624" cy="910857"/>
      </dsp:txXfrm>
    </dsp:sp>
    <dsp:sp modelId="{D8407443-C7A0-434F-BBBA-E24D61B0764C}">
      <dsp:nvSpPr>
        <dsp:cNvPr id="0" name=""/>
        <dsp:cNvSpPr/>
      </dsp:nvSpPr>
      <dsp:spPr>
        <a:xfrm>
          <a:off x="4850923" y="968927"/>
          <a:ext cx="91440" cy="387013"/>
        </a:xfrm>
        <a:custGeom>
          <a:avLst/>
          <a:gdLst/>
          <a:ahLst/>
          <a:cxnLst/>
          <a:rect l="0" t="0" r="0" b="0"/>
          <a:pathLst>
            <a:path>
              <a:moveTo>
                <a:pt x="45720" y="0"/>
              </a:moveTo>
              <a:lnTo>
                <a:pt x="45720" y="387013"/>
              </a:lnTo>
            </a:path>
          </a:pathLst>
        </a:custGeom>
        <a:noFill/>
        <a:ln w="10795"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E12451-4B03-4826-A057-2C80189496C6}">
      <dsp:nvSpPr>
        <dsp:cNvPr id="0" name=""/>
        <dsp:cNvSpPr/>
      </dsp:nvSpPr>
      <dsp:spPr>
        <a:xfrm>
          <a:off x="4170993" y="1355940"/>
          <a:ext cx="1451300" cy="967533"/>
        </a:xfrm>
        <a:prstGeom prst="roundRect">
          <a:avLst>
            <a:gd name="adj" fmla="val 10000"/>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Product Terms</a:t>
          </a:r>
          <a:endParaRPr lang="en-NL" sz="1200" kern="1200"/>
        </a:p>
      </dsp:txBody>
      <dsp:txXfrm>
        <a:off x="4199331" y="1384278"/>
        <a:ext cx="1394624" cy="910857"/>
      </dsp:txXfrm>
    </dsp:sp>
    <dsp:sp modelId="{2CD80DB1-8AC4-4B8C-98A3-23A2424C1112}">
      <dsp:nvSpPr>
        <dsp:cNvPr id="0" name=""/>
        <dsp:cNvSpPr/>
      </dsp:nvSpPr>
      <dsp:spPr>
        <a:xfrm>
          <a:off x="3009953" y="2323474"/>
          <a:ext cx="1886690" cy="387013"/>
        </a:xfrm>
        <a:custGeom>
          <a:avLst/>
          <a:gdLst/>
          <a:ahLst/>
          <a:cxnLst/>
          <a:rect l="0" t="0" r="0" b="0"/>
          <a:pathLst>
            <a:path>
              <a:moveTo>
                <a:pt x="1886690" y="0"/>
              </a:moveTo>
              <a:lnTo>
                <a:pt x="1886690" y="193506"/>
              </a:lnTo>
              <a:lnTo>
                <a:pt x="0" y="193506"/>
              </a:lnTo>
              <a:lnTo>
                <a:pt x="0" y="387013"/>
              </a:lnTo>
            </a:path>
          </a:pathLst>
        </a:custGeom>
        <a:noFill/>
        <a:ln w="1079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F57F545-FC0F-4BFF-94C0-946ACCDFB57B}">
      <dsp:nvSpPr>
        <dsp:cNvPr id="0" name=""/>
        <dsp:cNvSpPr/>
      </dsp:nvSpPr>
      <dsp:spPr>
        <a:xfrm>
          <a:off x="2284303" y="2710487"/>
          <a:ext cx="1451300" cy="967533"/>
        </a:xfrm>
        <a:prstGeom prst="roundRect">
          <a:avLst>
            <a:gd name="adj" fmla="val 10000"/>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Universal License Terms </a:t>
          </a:r>
        </a:p>
        <a:p>
          <a:pPr marL="0" lvl="0" indent="0" algn="ctr" defTabSz="533400">
            <a:lnSpc>
              <a:spcPct val="90000"/>
            </a:lnSpc>
            <a:spcBef>
              <a:spcPct val="0"/>
            </a:spcBef>
            <a:spcAft>
              <a:spcPct val="35000"/>
            </a:spcAft>
            <a:buNone/>
          </a:pPr>
          <a:r>
            <a:rPr lang="en-US" sz="1200" kern="1200" dirty="0"/>
            <a:t>For Online Services</a:t>
          </a:r>
          <a:endParaRPr lang="en-NL" sz="1200" kern="1200" dirty="0"/>
        </a:p>
      </dsp:txBody>
      <dsp:txXfrm>
        <a:off x="2312641" y="2738825"/>
        <a:ext cx="1394624" cy="910857"/>
      </dsp:txXfrm>
    </dsp:sp>
    <dsp:sp modelId="{FB33ACB8-D137-44A2-BBFE-894A9B57C1D3}">
      <dsp:nvSpPr>
        <dsp:cNvPr id="0" name=""/>
        <dsp:cNvSpPr/>
      </dsp:nvSpPr>
      <dsp:spPr>
        <a:xfrm>
          <a:off x="4850923" y="2323474"/>
          <a:ext cx="91440" cy="387013"/>
        </a:xfrm>
        <a:custGeom>
          <a:avLst/>
          <a:gdLst/>
          <a:ahLst/>
          <a:cxnLst/>
          <a:rect l="0" t="0" r="0" b="0"/>
          <a:pathLst>
            <a:path>
              <a:moveTo>
                <a:pt x="45720" y="0"/>
              </a:moveTo>
              <a:lnTo>
                <a:pt x="45720" y="387013"/>
              </a:lnTo>
            </a:path>
          </a:pathLst>
        </a:custGeom>
        <a:noFill/>
        <a:ln w="1079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A93C7A3-94CF-49FB-B489-FA24C371E38A}">
      <dsp:nvSpPr>
        <dsp:cNvPr id="0" name=""/>
        <dsp:cNvSpPr/>
      </dsp:nvSpPr>
      <dsp:spPr>
        <a:xfrm>
          <a:off x="4170993" y="2710487"/>
          <a:ext cx="1451300" cy="967533"/>
        </a:xfrm>
        <a:prstGeom prst="roundRect">
          <a:avLst>
            <a:gd name="adj" fmla="val 10000"/>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Privacy &amp; Security Terms </a:t>
          </a:r>
          <a:endParaRPr lang="en-NL" sz="1200" kern="1200" dirty="0"/>
        </a:p>
      </dsp:txBody>
      <dsp:txXfrm>
        <a:off x="4199331" y="2738825"/>
        <a:ext cx="1394624" cy="910857"/>
      </dsp:txXfrm>
    </dsp:sp>
    <dsp:sp modelId="{CD3D5B5B-B000-48A5-945C-78F89343C266}">
      <dsp:nvSpPr>
        <dsp:cNvPr id="0" name=""/>
        <dsp:cNvSpPr/>
      </dsp:nvSpPr>
      <dsp:spPr>
        <a:xfrm>
          <a:off x="4850923" y="3678021"/>
          <a:ext cx="91440" cy="387013"/>
        </a:xfrm>
        <a:custGeom>
          <a:avLst/>
          <a:gdLst/>
          <a:ahLst/>
          <a:cxnLst/>
          <a:rect l="0" t="0" r="0" b="0"/>
          <a:pathLst>
            <a:path>
              <a:moveTo>
                <a:pt x="45720" y="0"/>
              </a:moveTo>
              <a:lnTo>
                <a:pt x="45720" y="387013"/>
              </a:lnTo>
            </a:path>
          </a:pathLst>
        </a:custGeom>
        <a:noFill/>
        <a:ln w="10795"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331930-E1D2-46BD-A3DC-428E11B5396D}">
      <dsp:nvSpPr>
        <dsp:cNvPr id="0" name=""/>
        <dsp:cNvSpPr/>
      </dsp:nvSpPr>
      <dsp:spPr>
        <a:xfrm>
          <a:off x="4170993" y="4065034"/>
          <a:ext cx="1451300" cy="967533"/>
        </a:xfrm>
        <a:prstGeom prst="roundRect">
          <a:avLst>
            <a:gd name="adj" fmla="val 10000"/>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Data Processing Addendum </a:t>
          </a:r>
          <a:endParaRPr lang="en-NL" sz="1200" kern="1200" dirty="0"/>
        </a:p>
      </dsp:txBody>
      <dsp:txXfrm>
        <a:off x="4199331" y="4093372"/>
        <a:ext cx="1394624" cy="910857"/>
      </dsp:txXfrm>
    </dsp:sp>
    <dsp:sp modelId="{6B96A86E-24D0-4BD6-B43A-6A889E03831B}">
      <dsp:nvSpPr>
        <dsp:cNvPr id="0" name=""/>
        <dsp:cNvSpPr/>
      </dsp:nvSpPr>
      <dsp:spPr>
        <a:xfrm>
          <a:off x="4896643" y="2323474"/>
          <a:ext cx="1886690" cy="387013"/>
        </a:xfrm>
        <a:custGeom>
          <a:avLst/>
          <a:gdLst/>
          <a:ahLst/>
          <a:cxnLst/>
          <a:rect l="0" t="0" r="0" b="0"/>
          <a:pathLst>
            <a:path>
              <a:moveTo>
                <a:pt x="0" y="0"/>
              </a:moveTo>
              <a:lnTo>
                <a:pt x="0" y="193506"/>
              </a:lnTo>
              <a:lnTo>
                <a:pt x="1886690" y="193506"/>
              </a:lnTo>
              <a:lnTo>
                <a:pt x="1886690" y="387013"/>
              </a:lnTo>
            </a:path>
          </a:pathLst>
        </a:custGeom>
        <a:noFill/>
        <a:ln w="1079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2D35F4E-BDB2-44B7-9B96-78DFD807094F}">
      <dsp:nvSpPr>
        <dsp:cNvPr id="0" name=""/>
        <dsp:cNvSpPr/>
      </dsp:nvSpPr>
      <dsp:spPr>
        <a:xfrm>
          <a:off x="6057683" y="2710487"/>
          <a:ext cx="1451300" cy="967533"/>
        </a:xfrm>
        <a:prstGeom prst="roundRect">
          <a:avLst>
            <a:gd name="adj" fmla="val 10000"/>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Service-specific terms in “Product Offerings” (if applicable)</a:t>
          </a:r>
          <a:endParaRPr lang="en-NL" sz="1200" kern="1200" dirty="0"/>
        </a:p>
      </dsp:txBody>
      <dsp:txXfrm>
        <a:off x="6086021" y="2738825"/>
        <a:ext cx="1394624" cy="91085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FB50CC-DA4C-4BE7-AD4A-98F6EE78E81F}" type="datetimeFigureOut">
              <a:rPr lang="en-US" smtClean="0"/>
              <a:t>5/7/26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825D11-2958-41FC-ADFF-BC0B0D1DF93A}" type="slidenum">
              <a:rPr lang="en-US" smtClean="0"/>
              <a:t>‹#›</a:t>
            </a:fld>
            <a:endParaRPr lang="en-US"/>
          </a:p>
        </p:txBody>
      </p:sp>
    </p:spTree>
    <p:extLst>
      <p:ext uri="{BB962C8B-B14F-4D97-AF65-F5344CB8AC3E}">
        <p14:creationId xmlns:p14="http://schemas.microsoft.com/office/powerpoint/2010/main" val="2357901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8B263312-38AA-4E1E-B2B5-0F8F122B24FE}"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360560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a:t>Product truth is here now!   </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a:p>
          <a:p>
            <a:pPr marL="0" marR="0" lvl="0" indent="0" algn="l" defTabSz="914367" rtl="0" eaLnBrk="1" fontAlgn="auto" latinLnBrk="0" hangingPunct="1">
              <a:lnSpc>
                <a:spcPct val="90000"/>
              </a:lnSpc>
              <a:spcBef>
                <a:spcPts val="0"/>
              </a:spcBef>
              <a:spcAft>
                <a:spcPts val="333"/>
              </a:spcAft>
              <a:buClrTx/>
              <a:buSzTx/>
              <a:buFontTx/>
              <a:buNone/>
              <a:tabLst/>
              <a:defRPr/>
            </a:pPr>
            <a:r>
              <a:rPr lang="en-US"/>
              <a:t>Azure is designed to support the open source ecosystem from Management to Apps to Databases and </a:t>
            </a:r>
            <a:r>
              <a:rPr lang="en-US" err="1"/>
              <a:t>Middelware</a:t>
            </a:r>
            <a:r>
              <a:rPr lang="en-US"/>
              <a:t> to  Infrastructure and App Frameworks.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CBECF3-5844-4AC7-B494-96F7036046D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8127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0563825A-F6AA-4151-A6AC-7E5685033920}" type="slidenum">
              <a:rPr lang="en-US" smtClean="0"/>
              <a:t>14</a:t>
            </a:fld>
            <a:endParaRPr lang="en-US"/>
          </a:p>
        </p:txBody>
      </p:sp>
    </p:spTree>
    <p:extLst>
      <p:ext uri="{BB962C8B-B14F-4D97-AF65-F5344CB8AC3E}">
        <p14:creationId xmlns:p14="http://schemas.microsoft.com/office/powerpoint/2010/main" val="2871638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FBC613-1724-4A3D-8232-14A588971EF4}" type="slidenum">
              <a:rPr lang="en-US" smtClean="0"/>
              <a:t>16</a:t>
            </a:fld>
            <a:endParaRPr lang="en-US"/>
          </a:p>
        </p:txBody>
      </p:sp>
    </p:spTree>
    <p:extLst>
      <p:ext uri="{BB962C8B-B14F-4D97-AF65-F5344CB8AC3E}">
        <p14:creationId xmlns:p14="http://schemas.microsoft.com/office/powerpoint/2010/main" val="30794914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FBC613-1724-4A3D-8232-14A588971EF4}" type="slidenum">
              <a:rPr lang="en-US" smtClean="0"/>
              <a:t>17</a:t>
            </a:fld>
            <a:endParaRPr lang="en-US"/>
          </a:p>
        </p:txBody>
      </p:sp>
    </p:spTree>
    <p:extLst>
      <p:ext uri="{BB962C8B-B14F-4D97-AF65-F5344CB8AC3E}">
        <p14:creationId xmlns:p14="http://schemas.microsoft.com/office/powerpoint/2010/main" val="37629631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FBC613-1724-4A3D-8232-14A588971EF4}" type="slidenum">
              <a:rPr lang="en-US" smtClean="0"/>
              <a:t>18</a:t>
            </a:fld>
            <a:endParaRPr lang="en-US"/>
          </a:p>
        </p:txBody>
      </p:sp>
    </p:spTree>
    <p:extLst>
      <p:ext uri="{BB962C8B-B14F-4D97-AF65-F5344CB8AC3E}">
        <p14:creationId xmlns:p14="http://schemas.microsoft.com/office/powerpoint/2010/main" val="240701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FBC613-1724-4A3D-8232-14A588971EF4}" type="slidenum">
              <a:rPr lang="en-US" smtClean="0"/>
              <a:t>19</a:t>
            </a:fld>
            <a:endParaRPr lang="en-US"/>
          </a:p>
        </p:txBody>
      </p:sp>
    </p:spTree>
    <p:extLst>
      <p:ext uri="{BB962C8B-B14F-4D97-AF65-F5344CB8AC3E}">
        <p14:creationId xmlns:p14="http://schemas.microsoft.com/office/powerpoint/2010/main" val="28354147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21B2C36-2D93-43F3-8B1C-CBF08904AAB6}" type="slidenum">
              <a:rPr lang="da-DK" smtClean="0"/>
              <a:t>23</a:t>
            </a:fld>
            <a:endParaRPr lang="da-DK"/>
          </a:p>
        </p:txBody>
      </p:sp>
    </p:spTree>
    <p:extLst>
      <p:ext uri="{BB962C8B-B14F-4D97-AF65-F5344CB8AC3E}">
        <p14:creationId xmlns:p14="http://schemas.microsoft.com/office/powerpoint/2010/main" val="31402751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825D11-2958-41FC-ADFF-BC0B0D1DF93A}" type="slidenum">
              <a:rPr lang="en-US" smtClean="0"/>
              <a:t>25</a:t>
            </a:fld>
            <a:endParaRPr lang="en-US"/>
          </a:p>
        </p:txBody>
      </p:sp>
    </p:spTree>
    <p:extLst>
      <p:ext uri="{BB962C8B-B14F-4D97-AF65-F5344CB8AC3E}">
        <p14:creationId xmlns:p14="http://schemas.microsoft.com/office/powerpoint/2010/main" val="32002643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 name="Google Shape;170;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fontAlgn="base">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0138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6"/>
        <p:cNvGrpSpPr/>
        <p:nvPr/>
      </p:nvGrpSpPr>
      <p:grpSpPr>
        <a:xfrm>
          <a:off x="0" y="0"/>
          <a:ext cx="0" cy="0"/>
          <a:chOff x="0" y="0"/>
          <a:chExt cx="0" cy="0"/>
        </a:xfrm>
      </p:grpSpPr>
      <p:sp>
        <p:nvSpPr>
          <p:cNvPr id="2987" name="Google Shape;2987;p4:notes"/>
          <p:cNvSpPr>
            <a:spLocks noGrp="1" noRot="1" noChangeAspect="1"/>
          </p:cNvSpPr>
          <p:nvPr>
            <p:ph type="sldImg" idx="2"/>
          </p:nvPr>
        </p:nvSpPr>
        <p:spPr>
          <a:xfrm>
            <a:off x="706438" y="1155700"/>
            <a:ext cx="5541962"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8" name="Google Shape;2988;p4:notes"/>
          <p:cNvSpPr txBox="1">
            <a:spLocks noGrp="1"/>
          </p:cNvSpPr>
          <p:nvPr>
            <p:ph type="body" idx="1"/>
          </p:nvPr>
        </p:nvSpPr>
        <p:spPr>
          <a:xfrm>
            <a:off x="695484" y="4447153"/>
            <a:ext cx="5563870" cy="3638580"/>
          </a:xfrm>
          <a:prstGeom prst="rect">
            <a:avLst/>
          </a:prstGeom>
          <a:noFill/>
          <a:ln>
            <a:noFill/>
          </a:ln>
        </p:spPr>
        <p:txBody>
          <a:bodyPr spcFirstLastPara="1" wrap="square" lIns="92531" tIns="46253" rIns="92531" bIns="46253" anchor="t" anchorCtr="0">
            <a:noAutofit/>
          </a:bodyPr>
          <a:lstStyle/>
          <a:p>
            <a:r>
              <a:rPr lang="en-US" sz="1800" b="0" i="0">
                <a:solidFill>
                  <a:srgbClr val="000000"/>
                </a:solidFill>
                <a:effectLst/>
                <a:latin typeface="Segoe UI" panose="020B0502040204020203" pitchFamily="34" charset="0"/>
              </a:rPr>
              <a:t>A couple of basics:</a:t>
            </a:r>
          </a:p>
          <a:p>
            <a:endParaRPr lang="en-US" sz="1800" b="0" i="0">
              <a:solidFill>
                <a:srgbClr val="000000"/>
              </a:solidFill>
              <a:effectLst/>
              <a:latin typeface="Segoe UI" panose="020B0502040204020203" pitchFamily="34" charset="0"/>
            </a:endParaRPr>
          </a:p>
          <a:p>
            <a:pPr marL="285750" indent="-285750" algn="l" rtl="0" fontAlgn="base">
              <a:buFont typeface="Arial" panose="020B0604020202020204" pitchFamily="34" charset="0"/>
              <a:buChar char="•"/>
            </a:pPr>
            <a:r>
              <a:rPr lang="en-US" sz="1800" b="1" i="0">
                <a:solidFill>
                  <a:srgbClr val="000000"/>
                </a:solidFill>
                <a:effectLst/>
                <a:latin typeface="Segoe UI" panose="020B0502040204020203" pitchFamily="34" charset="0"/>
              </a:rPr>
              <a:t>First, your data is your data. </a:t>
            </a:r>
            <a:r>
              <a:rPr lang="en-US" sz="1800" b="0" i="0">
                <a:solidFill>
                  <a:srgbClr val="000000"/>
                </a:solidFill>
                <a:effectLst/>
                <a:latin typeface="Segoe UI" panose="020B0502040204020203" pitchFamily="34" charset="0"/>
              </a:rPr>
              <a:t>That means it is yours to own and control. And it is for you to choose how you want to leverage and monetize.</a:t>
            </a:r>
          </a:p>
          <a:p>
            <a:pPr marL="285750" indent="-285750" algn="l" rtl="0" fontAlgn="base">
              <a:buFont typeface="Arial" panose="020B0604020202020204" pitchFamily="34" charset="0"/>
              <a:buChar char="•"/>
            </a:pPr>
            <a:r>
              <a:rPr lang="en-US" sz="1800" b="0" i="0">
                <a:solidFill>
                  <a:srgbClr val="000000"/>
                </a:solidFill>
                <a:effectLst/>
                <a:latin typeface="Segoe UI" panose="020B0502040204020203" pitchFamily="34" charset="0"/>
              </a:rPr>
              <a:t>Your data is </a:t>
            </a:r>
            <a:r>
              <a:rPr lang="en-US" sz="1800" b="1" i="0">
                <a:solidFill>
                  <a:srgbClr val="000000"/>
                </a:solidFill>
                <a:effectLst/>
                <a:latin typeface="Segoe UI" panose="020B0502040204020203" pitchFamily="34" charset="0"/>
              </a:rPr>
              <a:t>not used to train or enrich the foundational AI models used by others </a:t>
            </a:r>
            <a:r>
              <a:rPr lang="en-US" sz="1800" b="0" i="0">
                <a:solidFill>
                  <a:srgbClr val="000000"/>
                </a:solidFill>
                <a:effectLst/>
                <a:latin typeface="Segoe UI" panose="020B0502040204020203" pitchFamily="34" charset="0"/>
              </a:rPr>
              <a:t>without your permission, so you don’t have to worry about anyone other than your organization benefiting from AI that is trained on your data. </a:t>
            </a:r>
          </a:p>
          <a:p>
            <a:pPr marL="285750" indent="-285750" algn="l" rtl="0" fontAlgn="base">
              <a:buFont typeface="Arial" panose="020B0604020202020204" pitchFamily="34" charset="0"/>
              <a:buChar char="•"/>
            </a:pPr>
            <a:r>
              <a:rPr lang="en-US" sz="1800" b="0" i="0">
                <a:solidFill>
                  <a:srgbClr val="000000"/>
                </a:solidFill>
                <a:effectLst/>
                <a:latin typeface="Segoe UI" panose="020B0502040204020203" pitchFamily="34" charset="0"/>
              </a:rPr>
              <a:t> And your data and AI models are protected at every step by </a:t>
            </a:r>
            <a:r>
              <a:rPr lang="en-US" sz="1800" b="1" i="0">
                <a:solidFill>
                  <a:srgbClr val="000000"/>
                </a:solidFill>
                <a:effectLst/>
                <a:latin typeface="Segoe UI" panose="020B0502040204020203" pitchFamily="34" charset="0"/>
              </a:rPr>
              <a:t>the most comprehensive enterprise compliance and security controls in the industry</a:t>
            </a:r>
            <a:r>
              <a:rPr lang="en-US" sz="1800" b="0" i="0">
                <a:solidFill>
                  <a:srgbClr val="000000"/>
                </a:solidFill>
                <a:effectLst/>
                <a:latin typeface="Segoe UI" panose="020B0502040204020203" pitchFamily="34" charset="0"/>
              </a:rPr>
              <a:t>. </a:t>
            </a:r>
          </a:p>
          <a:p>
            <a:pPr marL="285750" marR="0" indent="-285750">
              <a:lnSpc>
                <a:spcPct val="115000"/>
              </a:lnSpc>
              <a:spcBef>
                <a:spcPts val="0"/>
              </a:spcBef>
              <a:spcAft>
                <a:spcPts val="800"/>
              </a:spcAft>
              <a:buFont typeface="Arial" panose="020B0604020202020204" pitchFamily="34" charset="0"/>
              <a:buChar char="•"/>
            </a:pPr>
            <a:r>
              <a:rPr lang="en-US" sz="1800" kern="100">
                <a:effectLst/>
                <a:latin typeface="Aptos" panose="020B0004020202020204" pitchFamily="34" charset="0"/>
                <a:ea typeface="Aptos" panose="020B0004020202020204" pitchFamily="34" charset="0"/>
                <a:cs typeface="Times New Roman" panose="02020603050405020304" pitchFamily="18" charset="0"/>
              </a:rPr>
              <a:t> </a:t>
            </a:r>
            <a:r>
              <a:rPr lang="en-US" sz="1800">
                <a:effectLst/>
                <a:latin typeface="Aptos" panose="020B0004020202020204" pitchFamily="34" charset="0"/>
                <a:ea typeface="Aptos" panose="020B0004020202020204" pitchFamily="34" charset="0"/>
                <a:cs typeface="Times New Roman" panose="02020603050405020304" pitchFamily="18" charset="0"/>
              </a:rPr>
              <a:t>You’re also protected through our </a:t>
            </a:r>
            <a:r>
              <a:rPr lang="en-US" sz="1800" b="1">
                <a:effectLst/>
                <a:latin typeface="Aptos" panose="020B0004020202020204" pitchFamily="34" charset="0"/>
                <a:ea typeface="Aptos" panose="020B0004020202020204" pitchFamily="34" charset="0"/>
                <a:cs typeface="Times New Roman" panose="02020603050405020304" pitchFamily="18" charset="0"/>
              </a:rPr>
              <a:t>customer copyright commitment</a:t>
            </a:r>
            <a:r>
              <a:rPr lang="en-US" sz="1800">
                <a:effectLst/>
                <a:latin typeface="Aptos" panose="020B0004020202020204" pitchFamily="34" charset="0"/>
                <a:ea typeface="Aptos" panose="020B0004020202020204" pitchFamily="34" charset="0"/>
                <a:cs typeface="Times New Roman" panose="02020603050405020304" pitchFamily="18" charset="0"/>
              </a:rPr>
              <a:t>, where Microsoft will defend customers from IP infringement claims arising from the customer's use and distribution of the output content generated by Microsoft’s Copilot services and Azure OpenAI model, as long as the customer used the guardrails and content filters we have built into our products or provided.</a:t>
            </a:r>
          </a:p>
          <a:p>
            <a:pPr marL="285750" marR="0" indent="-285750">
              <a:lnSpc>
                <a:spcPct val="115000"/>
              </a:lnSpc>
              <a:spcBef>
                <a:spcPts val="0"/>
              </a:spcBef>
              <a:spcAft>
                <a:spcPts val="800"/>
              </a:spcAft>
              <a:buFont typeface="Arial" panose="020B0604020202020204" pitchFamily="34" charset="0"/>
              <a:buChar char="•"/>
            </a:pPr>
            <a:r>
              <a:rPr lang="en-US" sz="1800" b="0" i="0">
                <a:solidFill>
                  <a:srgbClr val="000000"/>
                </a:solidFill>
                <a:effectLst/>
                <a:latin typeface="Aptos" panose="020B0004020202020204" pitchFamily="34" charset="0"/>
                <a:cs typeface="Times New Roman" panose="02020603050405020304" pitchFamily="18" charset="0"/>
              </a:rPr>
              <a:t>That’s how confident we are in our safety systems.</a:t>
            </a:r>
          </a:p>
        </p:txBody>
      </p:sp>
      <p:sp>
        <p:nvSpPr>
          <p:cNvPr id="2989" name="Google Shape;2989;p4:notes"/>
          <p:cNvSpPr txBox="1">
            <a:spLocks noGrp="1"/>
          </p:cNvSpPr>
          <p:nvPr>
            <p:ph type="sldNum" idx="12"/>
          </p:nvPr>
        </p:nvSpPr>
        <p:spPr>
          <a:xfrm>
            <a:off x="3939466" y="8777193"/>
            <a:ext cx="3013763" cy="463646"/>
          </a:xfrm>
          <a:prstGeom prst="rect">
            <a:avLst/>
          </a:prstGeom>
          <a:noFill/>
          <a:ln>
            <a:noFill/>
          </a:ln>
        </p:spPr>
        <p:txBody>
          <a:bodyPr spcFirstLastPara="1" wrap="square" lIns="92531" tIns="46253" rIns="92531" bIns="46253" anchor="b" anchorCtr="0">
            <a:no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0474276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923E569-1BF3-4BF3-8871-4C27DC09C0A0}" type="slidenum">
              <a:rPr lang="en-US" smtClean="0"/>
              <a:t>34</a:t>
            </a:fld>
            <a:endParaRPr lang="en-US"/>
          </a:p>
        </p:txBody>
      </p:sp>
    </p:spTree>
    <p:extLst>
      <p:ext uri="{BB962C8B-B14F-4D97-AF65-F5344CB8AC3E}">
        <p14:creationId xmlns:p14="http://schemas.microsoft.com/office/powerpoint/2010/main" val="11190921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923E569-1BF3-4BF3-8871-4C27DC09C0A0}" type="slidenum">
              <a:rPr lang="en-US" smtClean="0"/>
              <a:t>35</a:t>
            </a:fld>
            <a:endParaRPr lang="en-US"/>
          </a:p>
        </p:txBody>
      </p:sp>
    </p:spTree>
    <p:extLst>
      <p:ext uri="{BB962C8B-B14F-4D97-AF65-F5344CB8AC3E}">
        <p14:creationId xmlns:p14="http://schemas.microsoft.com/office/powerpoint/2010/main" val="38866992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730E2-C347-92D0-852B-6E0C1BF8A6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7226F3-621E-1361-59F6-F798CCA089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FDD28D-F95B-C98B-AB54-C2BECCBFAE5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EAF826-B092-164B-8845-F3F877170C21}"/>
              </a:ext>
            </a:extLst>
          </p:cNvPr>
          <p:cNvSpPr>
            <a:spLocks noGrp="1"/>
          </p:cNvSpPr>
          <p:nvPr>
            <p:ph type="sldNum" sz="quarter" idx="5"/>
          </p:nvPr>
        </p:nvSpPr>
        <p:spPr/>
        <p:txBody>
          <a:bodyPr/>
          <a:lstStyle/>
          <a:p>
            <a:pPr marL="0" marR="0" lvl="0" indent="0" algn="r" defTabSz="914460" rtl="0" eaLnBrk="1" fontAlgn="auto" latinLnBrk="0" hangingPunct="1">
              <a:lnSpc>
                <a:spcPct val="100000"/>
              </a:lnSpc>
              <a:spcBef>
                <a:spcPts val="0"/>
              </a:spcBef>
              <a:spcAft>
                <a:spcPts val="0"/>
              </a:spcAft>
              <a:buClrTx/>
              <a:buSzTx/>
              <a:buFontTx/>
              <a:buNone/>
              <a:tabLst/>
              <a:defRPr/>
            </a:pPr>
            <a:fld id="{9922E50C-A288-42A2-B731-AA2D674CC45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46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7150952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923E569-1BF3-4BF3-8871-4C27DC09C0A0}" type="slidenum">
              <a:rPr lang="en-US" smtClean="0"/>
              <a:t>37</a:t>
            </a:fld>
            <a:endParaRPr lang="en-US"/>
          </a:p>
        </p:txBody>
      </p:sp>
    </p:spTree>
    <p:extLst>
      <p:ext uri="{BB962C8B-B14F-4D97-AF65-F5344CB8AC3E}">
        <p14:creationId xmlns:p14="http://schemas.microsoft.com/office/powerpoint/2010/main" val="11190921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63825A-F6AA-4151-A6AC-7E5685033920}" type="slidenum">
              <a:rPr lang="en-US" smtClean="0"/>
              <a:t>39</a:t>
            </a:fld>
            <a:endParaRPr lang="en-US"/>
          </a:p>
        </p:txBody>
      </p:sp>
    </p:spTree>
    <p:extLst>
      <p:ext uri="{BB962C8B-B14F-4D97-AF65-F5344CB8AC3E}">
        <p14:creationId xmlns:p14="http://schemas.microsoft.com/office/powerpoint/2010/main" val="14337427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DD8AD-2AD8-E833-B905-595AC53681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40C1A0-F068-046E-FB64-4E5BC48190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C9A626-8F05-A459-B193-CF38B59B1E6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51A2675-CE6E-7224-B5FD-F62327DB4B92}"/>
              </a:ext>
            </a:extLst>
          </p:cNvPr>
          <p:cNvSpPr>
            <a:spLocks noGrp="1"/>
          </p:cNvSpPr>
          <p:nvPr>
            <p:ph type="sldNum" sz="quarter" idx="5"/>
          </p:nvPr>
        </p:nvSpPr>
        <p:spPr/>
        <p:txBody>
          <a:bodyPr/>
          <a:lstStyle/>
          <a:p>
            <a:pPr marL="0" marR="0" lvl="0" indent="0" algn="r" defTabSz="914460" rtl="0" eaLnBrk="1" fontAlgn="auto" latinLnBrk="0" hangingPunct="1">
              <a:lnSpc>
                <a:spcPct val="100000"/>
              </a:lnSpc>
              <a:spcBef>
                <a:spcPts val="0"/>
              </a:spcBef>
              <a:spcAft>
                <a:spcPts val="0"/>
              </a:spcAft>
              <a:buClrTx/>
              <a:buSzTx/>
              <a:buFontTx/>
              <a:buNone/>
              <a:tabLst/>
              <a:defRPr/>
            </a:pPr>
            <a:fld id="{9922E50C-A288-42A2-B731-AA2D674CC45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46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5647517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B78E5-8776-D381-E022-4757EB6AE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F2C7CC-E100-4964-732E-7814517E7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02DAF-EE1E-8F6A-91E9-629027CFD03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3B48AB1-7E4E-3A4A-EDEA-6FE44EA4574E}"/>
              </a:ext>
            </a:extLst>
          </p:cNvPr>
          <p:cNvSpPr>
            <a:spLocks noGrp="1"/>
          </p:cNvSpPr>
          <p:nvPr>
            <p:ph type="sldNum" sz="quarter" idx="5"/>
          </p:nvPr>
        </p:nvSpPr>
        <p:spPr/>
        <p:txBody>
          <a:bodyPr/>
          <a:lstStyle/>
          <a:p>
            <a:pPr marL="0" marR="0" lvl="0" indent="0" algn="r" defTabSz="914460" rtl="0" eaLnBrk="1" fontAlgn="auto" latinLnBrk="0" hangingPunct="1">
              <a:lnSpc>
                <a:spcPct val="100000"/>
              </a:lnSpc>
              <a:spcBef>
                <a:spcPts val="0"/>
              </a:spcBef>
              <a:spcAft>
                <a:spcPts val="0"/>
              </a:spcAft>
              <a:buClrTx/>
              <a:buSzTx/>
              <a:buFontTx/>
              <a:buNone/>
              <a:tabLst/>
              <a:defRPr/>
            </a:pPr>
            <a:fld id="{9922E50C-A288-42A2-B731-AA2D674CC45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46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1306218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Graphic">
    <p:spTree>
      <p:nvGrpSpPr>
        <p:cNvPr id="1" name=""/>
        <p:cNvGrpSpPr/>
        <p:nvPr/>
      </p:nvGrpSpPr>
      <p:grpSpPr>
        <a:xfrm>
          <a:off x="0" y="0"/>
          <a:ext cx="0" cy="0"/>
          <a:chOff x="0" y="0"/>
          <a:chExt cx="0" cy="0"/>
        </a:xfrm>
      </p:grpSpPr>
      <p:pic>
        <p:nvPicPr>
          <p:cNvPr id="2" name="Picture 1" descr="A picture containing text, vector graphics&#10;&#10;Description automatically generated">
            <a:extLst>
              <a:ext uri="{FF2B5EF4-FFF2-40B4-BE49-F238E27FC236}">
                <a16:creationId xmlns:a16="http://schemas.microsoft.com/office/drawing/2014/main" id="{EC2CAC23-1268-5E7C-87AE-680DA7F183B6}"/>
              </a:ext>
            </a:extLst>
          </p:cNvPr>
          <p:cNvPicPr>
            <a:picLocks noChangeAspect="1"/>
          </p:cNvPicPr>
          <p:nvPr userDrawn="1"/>
        </p:nvPicPr>
        <p:blipFill>
          <a:blip r:embed="rId2">
            <a:alphaModFix amt="66000"/>
            <a:extLst>
              <a:ext uri="{28A0092B-C50C-407E-A947-70E740481C1C}">
                <a14:useLocalDpi xmlns:a14="http://schemas.microsoft.com/office/drawing/2010/main" val="0"/>
              </a:ext>
            </a:extLst>
          </a:blip>
          <a:stretch>
            <a:fillRect/>
          </a:stretch>
        </p:blipFill>
        <p:spPr>
          <a:xfrm>
            <a:off x="6520543" y="0"/>
            <a:ext cx="5671457" cy="3193277"/>
          </a:xfrm>
          <a:prstGeom prst="rect">
            <a:avLst/>
          </a:prstGeom>
        </p:spPr>
      </p:pic>
    </p:spTree>
    <p:extLst>
      <p:ext uri="{BB962C8B-B14F-4D97-AF65-F5344CB8AC3E}">
        <p14:creationId xmlns:p14="http://schemas.microsoft.com/office/powerpoint/2010/main" val="178970092"/>
      </p:ext>
    </p:extLst>
  </p:cSld>
  <p:clrMapOvr>
    <a:masterClrMapping/>
  </p:clrMapOvr>
  <p:transition>
    <p:fade/>
  </p:transition>
  <p:extLst>
    <p:ext uri="{DCECCB84-F9BA-43D5-87BE-67443E8EF086}">
      <p15:sldGuideLst xmlns:p15="http://schemas.microsoft.com/office/powerpoint/2012/main">
        <p15:guide id="15">
          <p15:clr>
            <a:srgbClr val="A4A3A4"/>
          </p15:clr>
        </p15:guide>
        <p15:guide id="16" pos="384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F5F1FA">
                <a:lumMod val="97099"/>
                <a:alpha val="69897"/>
              </a:srgbClr>
            </a:gs>
            <a:gs pos="100000">
              <a:srgbClr val="EDF6FB">
                <a:lumMod val="92371"/>
              </a:srgbClr>
            </a:gs>
          </a:gsLst>
          <a:lin ang="1380000" scaled="0"/>
          <a:tileRect/>
        </a:gradFill>
        <a:effectLst/>
      </p:bgPr>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9" name="Picture 48">
            <a:extLst>
              <a:ext uri="{FF2B5EF4-FFF2-40B4-BE49-F238E27FC236}">
                <a16:creationId xmlns:a16="http://schemas.microsoft.com/office/drawing/2014/main" id="{18E4BB3E-EFB4-084A-18AD-5FF1136C772A}"/>
              </a:ext>
            </a:extLst>
          </p:cNvPr>
          <p:cNvPicPr>
            <a:picLocks noChangeAspect="1"/>
          </p:cNvPicPr>
          <p:nvPr userDrawn="1"/>
        </p:nvPicPr>
        <p:blipFill>
          <a:blip r:embed="rId3"/>
          <a:stretch>
            <a:fillRect/>
          </a:stretch>
        </p:blipFill>
        <p:spPr>
          <a:xfrm>
            <a:off x="12330030" y="-72426"/>
            <a:ext cx="1227865" cy="6949440"/>
          </a:xfrm>
          <a:prstGeom prst="rect">
            <a:avLst/>
          </a:prstGeom>
        </p:spPr>
      </p:pic>
      <p:pic>
        <p:nvPicPr>
          <p:cNvPr id="4" name="Picture 3">
            <a:extLst>
              <a:ext uri="{FF2B5EF4-FFF2-40B4-BE49-F238E27FC236}">
                <a16:creationId xmlns:a16="http://schemas.microsoft.com/office/drawing/2014/main" id="{A40EF1B7-66C8-4565-4047-ADC6B0773291}"/>
              </a:ext>
            </a:extLst>
          </p:cNvPr>
          <p:cNvPicPr>
            <a:picLocks noChangeAspect="1"/>
          </p:cNvPicPr>
          <p:nvPr userDrawn="1"/>
        </p:nvPicPr>
        <p:blipFill>
          <a:blip r:embed="rId4"/>
          <a:srcRect/>
          <a:stretch/>
        </p:blipFill>
        <p:spPr>
          <a:xfrm>
            <a:off x="10536820" y="6178597"/>
            <a:ext cx="1722671" cy="773590"/>
          </a:xfrm>
          <a:prstGeom prst="rect">
            <a:avLst/>
          </a:prstGeom>
        </p:spPr>
      </p:pic>
    </p:spTree>
    <p:extLst>
      <p:ext uri="{BB962C8B-B14F-4D97-AF65-F5344CB8AC3E}">
        <p14:creationId xmlns:p14="http://schemas.microsoft.com/office/powerpoint/2010/main" val="2920036238"/>
      </p:ext>
    </p:extLst>
  </p:cSld>
  <p:clrMap bg1="dk1" tx1="lt1" bg2="dk2" tx2="lt2" accent1="accent1" accent2="accent2" accent3="accent3" accent4="accent4" accent5="accent5" accent6="accent6" hlink="hlink" folHlink="folHlink"/>
  <p:sldLayoutIdLst>
    <p:sldLayoutId id="2147483682" r:id="rId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jpeg"/><Relationship Id="rId3" Type="http://schemas.openxmlformats.org/officeDocument/2006/relationships/notesSlide" Target="../notesSlides/notesSlide2.xml"/><Relationship Id="rId21" Type="http://schemas.openxmlformats.org/officeDocument/2006/relationships/image" Target="../media/image26.png"/><Relationship Id="rId7" Type="http://schemas.openxmlformats.org/officeDocument/2006/relationships/image" Target="../media/image12.jpeg"/><Relationship Id="rId12" Type="http://schemas.openxmlformats.org/officeDocument/2006/relationships/image" Target="../media/image17.jpeg"/><Relationship Id="rId17" Type="http://schemas.openxmlformats.org/officeDocument/2006/relationships/image" Target="../media/image22.png"/><Relationship Id="rId25" Type="http://schemas.openxmlformats.org/officeDocument/2006/relationships/image" Target="../media/image30.png"/><Relationship Id="rId33" Type="http://schemas.openxmlformats.org/officeDocument/2006/relationships/image" Target="../media/image38.jpeg"/><Relationship Id="rId2" Type="http://schemas.openxmlformats.org/officeDocument/2006/relationships/slideLayout" Target="../slideLayouts/slideLayout1.xml"/><Relationship Id="rId16" Type="http://schemas.openxmlformats.org/officeDocument/2006/relationships/image" Target="../media/image21.png"/><Relationship Id="rId20" Type="http://schemas.openxmlformats.org/officeDocument/2006/relationships/image" Target="../media/image25.png"/><Relationship Id="rId29" Type="http://schemas.openxmlformats.org/officeDocument/2006/relationships/image" Target="../media/image34.png"/><Relationship Id="rId1" Type="http://schemas.openxmlformats.org/officeDocument/2006/relationships/tags" Target="../tags/tag1.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32" Type="http://schemas.openxmlformats.org/officeDocument/2006/relationships/image" Target="../media/image37.png"/><Relationship Id="rId5" Type="http://schemas.openxmlformats.org/officeDocument/2006/relationships/image" Target="../media/image10.png"/><Relationship Id="rId15" Type="http://schemas.openxmlformats.org/officeDocument/2006/relationships/image" Target="../media/image20.jpeg"/><Relationship Id="rId23" Type="http://schemas.openxmlformats.org/officeDocument/2006/relationships/image" Target="../media/image28.png"/><Relationship Id="rId28" Type="http://schemas.openxmlformats.org/officeDocument/2006/relationships/image" Target="../media/image33.png"/><Relationship Id="rId10" Type="http://schemas.openxmlformats.org/officeDocument/2006/relationships/image" Target="../media/image15.png"/><Relationship Id="rId19" Type="http://schemas.openxmlformats.org/officeDocument/2006/relationships/image" Target="../media/image24.png"/><Relationship Id="rId31" Type="http://schemas.openxmlformats.org/officeDocument/2006/relationships/image" Target="../media/image36.jpeg"/><Relationship Id="rId4" Type="http://schemas.openxmlformats.org/officeDocument/2006/relationships/image" Target="../media/image9.png"/><Relationship Id="rId9" Type="http://schemas.openxmlformats.org/officeDocument/2006/relationships/image" Target="../media/image14.jpeg"/><Relationship Id="rId14" Type="http://schemas.openxmlformats.org/officeDocument/2006/relationships/image" Target="../media/image19.jpeg"/><Relationship Id="rId22" Type="http://schemas.openxmlformats.org/officeDocument/2006/relationships/image" Target="../media/image27.png"/><Relationship Id="rId27" Type="http://schemas.openxmlformats.org/officeDocument/2006/relationships/image" Target="../media/image32.jpeg"/><Relationship Id="rId30" Type="http://schemas.openxmlformats.org/officeDocument/2006/relationships/image" Target="../media/image35.jpeg"/><Relationship Id="rId8"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39.e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3" Type="http://schemas.openxmlformats.org/officeDocument/2006/relationships/image" Target="../media/image44.svg"/><Relationship Id="rId7" Type="http://schemas.openxmlformats.org/officeDocument/2006/relationships/image" Target="../media/image48.png"/><Relationship Id="rId12" Type="http://schemas.openxmlformats.org/officeDocument/2006/relationships/image" Target="../media/image53.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7.svg"/><Relationship Id="rId11" Type="http://schemas.openxmlformats.org/officeDocument/2006/relationships/image" Target="../media/image52.svg"/><Relationship Id="rId5" Type="http://schemas.openxmlformats.org/officeDocument/2006/relationships/image" Target="../media/image46.sv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7.svg"/><Relationship Id="rId4" Type="http://schemas.openxmlformats.org/officeDocument/2006/relationships/image" Target="../media/image56.svg"/></Relationships>
</file>

<file path=ppt/slides/_rels/slide17.xml.rels><?xml version="1.0" encoding="UTF-8" standalone="yes"?>
<Relationships xmlns="http://schemas.openxmlformats.org/package/2006/relationships"><Relationship Id="rId8" Type="http://schemas.openxmlformats.org/officeDocument/2006/relationships/image" Target="../media/image63.svg"/><Relationship Id="rId13" Type="http://schemas.openxmlformats.org/officeDocument/2006/relationships/image" Target="../media/image68.svg"/><Relationship Id="rId18" Type="http://schemas.openxmlformats.org/officeDocument/2006/relationships/image" Target="../media/image73.svg"/><Relationship Id="rId3" Type="http://schemas.openxmlformats.org/officeDocument/2006/relationships/image" Target="../media/image58.svg"/><Relationship Id="rId21" Type="http://schemas.openxmlformats.org/officeDocument/2006/relationships/image" Target="../media/image76.png"/><Relationship Id="rId7" Type="http://schemas.openxmlformats.org/officeDocument/2006/relationships/image" Target="../media/image62.svg"/><Relationship Id="rId12" Type="http://schemas.openxmlformats.org/officeDocument/2006/relationships/image" Target="../media/image67.svg"/><Relationship Id="rId17" Type="http://schemas.openxmlformats.org/officeDocument/2006/relationships/image" Target="../media/image72.svg"/><Relationship Id="rId2" Type="http://schemas.openxmlformats.org/officeDocument/2006/relationships/notesSlide" Target="../notesSlides/notesSlide5.xml"/><Relationship Id="rId16" Type="http://schemas.openxmlformats.org/officeDocument/2006/relationships/image" Target="../media/image71.svg"/><Relationship Id="rId20" Type="http://schemas.openxmlformats.org/officeDocument/2006/relationships/image" Target="../media/image75.png"/><Relationship Id="rId1" Type="http://schemas.openxmlformats.org/officeDocument/2006/relationships/slideLayout" Target="../slideLayouts/slideLayout1.xml"/><Relationship Id="rId6" Type="http://schemas.openxmlformats.org/officeDocument/2006/relationships/image" Target="../media/image61.svg"/><Relationship Id="rId11" Type="http://schemas.openxmlformats.org/officeDocument/2006/relationships/image" Target="../media/image66.png"/><Relationship Id="rId5" Type="http://schemas.openxmlformats.org/officeDocument/2006/relationships/image" Target="../media/image60.svg"/><Relationship Id="rId15" Type="http://schemas.openxmlformats.org/officeDocument/2006/relationships/image" Target="../media/image70.svg"/><Relationship Id="rId10" Type="http://schemas.openxmlformats.org/officeDocument/2006/relationships/image" Target="../media/image65.svg"/><Relationship Id="rId19" Type="http://schemas.openxmlformats.org/officeDocument/2006/relationships/image" Target="../media/image74.png"/><Relationship Id="rId4" Type="http://schemas.openxmlformats.org/officeDocument/2006/relationships/image" Target="../media/image59.png"/><Relationship Id="rId9" Type="http://schemas.openxmlformats.org/officeDocument/2006/relationships/image" Target="../media/image64.svg"/><Relationship Id="rId14" Type="http://schemas.openxmlformats.org/officeDocument/2006/relationships/image" Target="../media/image69.png"/><Relationship Id="rId22" Type="http://schemas.openxmlformats.org/officeDocument/2006/relationships/image" Target="../media/image77.svg"/></Relationships>
</file>

<file path=ppt/slides/_rels/slide18.xml.rels><?xml version="1.0" encoding="UTF-8" standalone="yes"?>
<Relationships xmlns="http://schemas.openxmlformats.org/package/2006/relationships"><Relationship Id="rId8" Type="http://schemas.openxmlformats.org/officeDocument/2006/relationships/image" Target="../media/image60.svg"/><Relationship Id="rId13" Type="http://schemas.openxmlformats.org/officeDocument/2006/relationships/image" Target="../media/image65.svg"/><Relationship Id="rId18" Type="http://schemas.openxmlformats.org/officeDocument/2006/relationships/image" Target="../media/image73.svg"/><Relationship Id="rId3" Type="http://schemas.openxmlformats.org/officeDocument/2006/relationships/image" Target="../media/image66.png"/><Relationship Id="rId21" Type="http://schemas.openxmlformats.org/officeDocument/2006/relationships/image" Target="../media/image74.png"/><Relationship Id="rId7" Type="http://schemas.openxmlformats.org/officeDocument/2006/relationships/image" Target="../media/image59.png"/><Relationship Id="rId12" Type="http://schemas.openxmlformats.org/officeDocument/2006/relationships/image" Target="../media/image64.svg"/><Relationship Id="rId17" Type="http://schemas.openxmlformats.org/officeDocument/2006/relationships/image" Target="../media/image72.svg"/><Relationship Id="rId2" Type="http://schemas.openxmlformats.org/officeDocument/2006/relationships/notesSlide" Target="../notesSlides/notesSlide6.xml"/><Relationship Id="rId16" Type="http://schemas.openxmlformats.org/officeDocument/2006/relationships/image" Target="../media/image71.svg"/><Relationship Id="rId20" Type="http://schemas.openxmlformats.org/officeDocument/2006/relationships/image" Target="../media/image76.png"/><Relationship Id="rId1" Type="http://schemas.openxmlformats.org/officeDocument/2006/relationships/slideLayout" Target="../slideLayouts/slideLayout1.xml"/><Relationship Id="rId6" Type="http://schemas.openxmlformats.org/officeDocument/2006/relationships/image" Target="../media/image58.svg"/><Relationship Id="rId11" Type="http://schemas.openxmlformats.org/officeDocument/2006/relationships/image" Target="../media/image63.svg"/><Relationship Id="rId5" Type="http://schemas.openxmlformats.org/officeDocument/2006/relationships/image" Target="../media/image68.svg"/><Relationship Id="rId15" Type="http://schemas.openxmlformats.org/officeDocument/2006/relationships/image" Target="../media/image70.svg"/><Relationship Id="rId10" Type="http://schemas.openxmlformats.org/officeDocument/2006/relationships/image" Target="../media/image62.svg"/><Relationship Id="rId19" Type="http://schemas.openxmlformats.org/officeDocument/2006/relationships/image" Target="../media/image77.svg"/><Relationship Id="rId4" Type="http://schemas.openxmlformats.org/officeDocument/2006/relationships/image" Target="../media/image67.svg"/><Relationship Id="rId9" Type="http://schemas.openxmlformats.org/officeDocument/2006/relationships/image" Target="../media/image61.svg"/><Relationship Id="rId14" Type="http://schemas.openxmlformats.org/officeDocument/2006/relationships/image" Target="../media/image69.png"/><Relationship Id="rId22" Type="http://schemas.openxmlformats.org/officeDocument/2006/relationships/image" Target="../media/image75.png"/></Relationships>
</file>

<file path=ppt/slides/_rels/slide19.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57.svg"/><Relationship Id="rId4" Type="http://schemas.openxmlformats.org/officeDocument/2006/relationships/image" Target="../media/image56.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4.xml"/><Relationship Id="rId5" Type="http://schemas.openxmlformats.org/officeDocument/2006/relationships/image" Target="../media/image79.emf"/><Relationship Id="rId4"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mailto:Jan.Cordtz@Microsoft.com"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85.svg"/><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3.png"/><Relationship Id="rId11" Type="http://schemas.openxmlformats.org/officeDocument/2006/relationships/image" Target="../media/image88.png"/><Relationship Id="rId5" Type="http://schemas.openxmlformats.org/officeDocument/2006/relationships/image" Target="../media/image82.png"/><Relationship Id="rId10" Type="http://schemas.openxmlformats.org/officeDocument/2006/relationships/image" Target="../media/image87.svg"/><Relationship Id="rId4" Type="http://schemas.openxmlformats.org/officeDocument/2006/relationships/image" Target="../media/image81.png"/><Relationship Id="rId9" Type="http://schemas.openxmlformats.org/officeDocument/2006/relationships/image" Target="../media/image86.svg"/></Relationships>
</file>

<file path=ppt/slides/_rels/slide2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96.svg"/><Relationship Id="rId3" Type="http://schemas.openxmlformats.org/officeDocument/2006/relationships/image" Target="../media/image91.svg"/><Relationship Id="rId7" Type="http://schemas.openxmlformats.org/officeDocument/2006/relationships/image" Target="../media/image95.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94.svg"/><Relationship Id="rId5" Type="http://schemas.openxmlformats.org/officeDocument/2006/relationships/image" Target="../media/image93.svg"/><Relationship Id="rId4" Type="http://schemas.openxmlformats.org/officeDocument/2006/relationships/image" Target="../media/image92.svg"/><Relationship Id="rId9" Type="http://schemas.openxmlformats.org/officeDocument/2006/relationships/image" Target="../media/image97.svg"/></Relationships>
</file>

<file path=ppt/slides/_rels/slide35.xml.rels><?xml version="1.0" encoding="UTF-8" standalone="yes"?>
<Relationships xmlns="http://schemas.openxmlformats.org/package/2006/relationships"><Relationship Id="rId8" Type="http://schemas.openxmlformats.org/officeDocument/2006/relationships/image" Target="../media/image98.svg"/><Relationship Id="rId3" Type="http://schemas.openxmlformats.org/officeDocument/2006/relationships/image" Target="../media/image91.svg"/><Relationship Id="rId7" Type="http://schemas.openxmlformats.org/officeDocument/2006/relationships/image" Target="../media/image96.sv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94.svg"/><Relationship Id="rId5" Type="http://schemas.openxmlformats.org/officeDocument/2006/relationships/image" Target="../media/image93.svg"/><Relationship Id="rId10" Type="http://schemas.openxmlformats.org/officeDocument/2006/relationships/image" Target="../media/image100.svg"/><Relationship Id="rId4" Type="http://schemas.openxmlformats.org/officeDocument/2006/relationships/image" Target="../media/image92.svg"/><Relationship Id="rId9" Type="http://schemas.openxmlformats.org/officeDocument/2006/relationships/image" Target="../media/image99.svg"/></Relationships>
</file>

<file path=ppt/slides/_rels/slide36.xml.rels><?xml version="1.0" encoding="UTF-8" standalone="yes"?>
<Relationships xmlns="http://schemas.openxmlformats.org/package/2006/relationships"><Relationship Id="rId8" Type="http://schemas.openxmlformats.org/officeDocument/2006/relationships/hyperlink" Target="https://learn.microsoft.com/en-us/azure/compliance/offerings/offering-iso-27017" TargetMode="External"/><Relationship Id="rId13" Type="http://schemas.openxmlformats.org/officeDocument/2006/relationships/image" Target="../media/image106.png"/><Relationship Id="rId3" Type="http://schemas.openxmlformats.org/officeDocument/2006/relationships/image" Target="../media/image101.png"/><Relationship Id="rId7" Type="http://schemas.openxmlformats.org/officeDocument/2006/relationships/image" Target="../media/image105.png"/><Relationship Id="rId12" Type="http://schemas.openxmlformats.org/officeDocument/2006/relationships/hyperlink" Target="https://www.cisecurity.org/benchmark/azure"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04.png"/><Relationship Id="rId11" Type="http://schemas.openxmlformats.org/officeDocument/2006/relationships/hyperlink" Target="https://learn.microsoft.com/en-us/azure/security/fundamentals/" TargetMode="External"/><Relationship Id="rId5" Type="http://schemas.openxmlformats.org/officeDocument/2006/relationships/image" Target="../media/image103.png"/><Relationship Id="rId10" Type="http://schemas.openxmlformats.org/officeDocument/2006/relationships/hyperlink" Target="https://servicetrust.microsoft.com/DocumentPage/87e68b0c-1d48-40e2-b56c-93c815d51247" TargetMode="External"/><Relationship Id="rId4" Type="http://schemas.openxmlformats.org/officeDocument/2006/relationships/image" Target="../media/image102.png"/><Relationship Id="rId9" Type="http://schemas.openxmlformats.org/officeDocument/2006/relationships/hyperlink" Target="https://servicetrust.microsoft.com/DocumentPage/1a5fa8cf-79f1-4d52-960b-3cc8d39c6320" TargetMode="External"/></Relationships>
</file>

<file path=ppt/slides/_rels/slide37.xml.rels><?xml version="1.0" encoding="UTF-8" standalone="yes"?>
<Relationships xmlns="http://schemas.openxmlformats.org/package/2006/relationships"><Relationship Id="rId8" Type="http://schemas.openxmlformats.org/officeDocument/2006/relationships/image" Target="../media/image94.svg"/><Relationship Id="rId3" Type="http://schemas.openxmlformats.org/officeDocument/2006/relationships/image" Target="../media/image91.svg"/><Relationship Id="rId7" Type="http://schemas.openxmlformats.org/officeDocument/2006/relationships/image" Target="../media/image96.sv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97.svg"/><Relationship Id="rId5" Type="http://schemas.openxmlformats.org/officeDocument/2006/relationships/image" Target="../media/image93.svg"/><Relationship Id="rId4" Type="http://schemas.openxmlformats.org/officeDocument/2006/relationships/image" Target="../media/image92.svg"/><Relationship Id="rId9" Type="http://schemas.openxmlformats.org/officeDocument/2006/relationships/image" Target="../media/image95.sv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hyperlink" Target="https://learn.microsoft.com/en-us/azure/security/fundamentals/shared-responsibility" TargetMode="External"/><Relationship Id="rId3" Type="http://schemas.openxmlformats.org/officeDocument/2006/relationships/image" Target="../media/image107.png"/><Relationship Id="rId7" Type="http://schemas.openxmlformats.org/officeDocument/2006/relationships/image" Target="../media/image11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41.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hyperlink" Target="https://learn.microsoft.com/en-us/azure/security/fundamentals/shared-responsibility-ai" TargetMode="External"/><Relationship Id="rId7" Type="http://schemas.openxmlformats.org/officeDocument/2006/relationships/image" Target="../media/image11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08.png"/><Relationship Id="rId9" Type="http://schemas.openxmlformats.org/officeDocument/2006/relationships/image" Target="../media/image1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CD244ED-51AC-9641-2993-B794F47846AF}"/>
              </a:ext>
            </a:extLst>
          </p:cNvPr>
          <p:cNvSpPr>
            <a:spLocks noGrp="1"/>
          </p:cNvSpPr>
          <p:nvPr>
            <p:ph type="body" sz="quarter" idx="4294967295"/>
          </p:nvPr>
        </p:nvSpPr>
        <p:spPr>
          <a:xfrm>
            <a:off x="1293223" y="2602548"/>
            <a:ext cx="6635750" cy="1368425"/>
          </a:xfrm>
          <a:prstGeom prst="rect">
            <a:avLst/>
          </a:prstGeom>
        </p:spPr>
        <p:txBody>
          <a:bodyPr/>
          <a:lstStyle/>
          <a:p>
            <a:pPr marL="0" indent="0">
              <a:buNone/>
            </a:pPr>
            <a:r>
              <a:rPr lang="en-GB" sz="4000" b="1" dirty="0">
                <a:solidFill>
                  <a:schemeClr val="bg1"/>
                </a:solidFill>
              </a:rPr>
              <a:t>A modern Data Platform</a:t>
            </a:r>
            <a:endParaRPr lang="en-DK" sz="4000" b="1" dirty="0">
              <a:solidFill>
                <a:schemeClr val="bg1"/>
              </a:solidFill>
            </a:endParaRPr>
          </a:p>
        </p:txBody>
      </p:sp>
      <p:sp>
        <p:nvSpPr>
          <p:cNvPr id="3" name="Text Placeholder 2">
            <a:extLst>
              <a:ext uri="{FF2B5EF4-FFF2-40B4-BE49-F238E27FC236}">
                <a16:creationId xmlns:a16="http://schemas.microsoft.com/office/drawing/2014/main" id="{DF51935B-98A2-F8D6-CE3E-A4D362C72069}"/>
              </a:ext>
            </a:extLst>
          </p:cNvPr>
          <p:cNvSpPr>
            <a:spLocks noGrp="1"/>
          </p:cNvSpPr>
          <p:nvPr>
            <p:ph type="body" sz="quarter" idx="4294967295"/>
          </p:nvPr>
        </p:nvSpPr>
        <p:spPr>
          <a:xfrm>
            <a:off x="1293223" y="3931649"/>
            <a:ext cx="6635750" cy="711200"/>
          </a:xfrm>
          <a:prstGeom prst="rect">
            <a:avLst/>
          </a:prstGeom>
        </p:spPr>
        <p:txBody>
          <a:bodyPr/>
          <a:lstStyle/>
          <a:p>
            <a:pPr marL="0" indent="0">
              <a:buNone/>
            </a:pPr>
            <a:r>
              <a:rPr lang="en-GB" sz="1600" dirty="0">
                <a:solidFill>
                  <a:schemeClr val="bg1"/>
                </a:solidFill>
              </a:rPr>
              <a:t>Jan Cordtz, </a:t>
            </a:r>
          </a:p>
          <a:p>
            <a:pPr marL="0" indent="0">
              <a:buNone/>
            </a:pPr>
            <a:r>
              <a:rPr lang="en-GB" sz="1600" dirty="0">
                <a:solidFill>
                  <a:schemeClr val="bg1"/>
                </a:solidFill>
              </a:rPr>
              <a:t>Senior Cloud Solution Architect</a:t>
            </a:r>
          </a:p>
          <a:p>
            <a:pPr marL="0" indent="0">
              <a:buNone/>
            </a:pPr>
            <a:r>
              <a:rPr lang="en-GB" sz="1600" dirty="0">
                <a:solidFill>
                  <a:schemeClr val="bg1"/>
                </a:solidFill>
              </a:rPr>
              <a:t>Microsoft Denmark</a:t>
            </a:r>
            <a:endParaRPr lang="en-DK" sz="1600" dirty="0">
              <a:solidFill>
                <a:schemeClr val="bg1"/>
              </a:solidFill>
            </a:endParaRPr>
          </a:p>
        </p:txBody>
      </p:sp>
    </p:spTree>
    <p:extLst>
      <p:ext uri="{BB962C8B-B14F-4D97-AF65-F5344CB8AC3E}">
        <p14:creationId xmlns:p14="http://schemas.microsoft.com/office/powerpoint/2010/main" val="240220194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60305A-E500-BFB6-6FCB-733C3B62D5B7}"/>
              </a:ext>
            </a:extLst>
          </p:cNvPr>
          <p:cNvSpPr txBox="1"/>
          <p:nvPr/>
        </p:nvSpPr>
        <p:spPr>
          <a:xfrm>
            <a:off x="1630561" y="1559476"/>
            <a:ext cx="6494150" cy="3385542"/>
          </a:xfrm>
          <a:prstGeom prst="rect">
            <a:avLst/>
          </a:prstGeom>
          <a:noFill/>
        </p:spPr>
        <p:txBody>
          <a:bodyPr wrap="none" lIns="0" tIns="0" rIns="0" bIns="0" rtlCol="0">
            <a:spAutoFit/>
          </a:bodyPr>
          <a:lstStyle/>
          <a:p>
            <a:pPr algn="l"/>
            <a:r>
              <a:rPr lang="en-US" sz="2000" b="1" dirty="0">
                <a:solidFill>
                  <a:schemeClr val="bg1"/>
                </a:solidFill>
              </a:rPr>
              <a:t>Agenda / topics</a:t>
            </a:r>
          </a:p>
          <a:p>
            <a:pPr algn="l"/>
            <a:endParaRPr lang="en-US" sz="2000" dirty="0">
              <a:solidFill>
                <a:schemeClr val="bg1"/>
              </a:solidFill>
            </a:endParaRPr>
          </a:p>
          <a:p>
            <a:pPr algn="l"/>
            <a:r>
              <a:rPr lang="en-US" sz="2000" dirty="0">
                <a:solidFill>
                  <a:schemeClr val="bg1"/>
                </a:solidFill>
              </a:rPr>
              <a:t>What would we like to do with our data ?</a:t>
            </a:r>
          </a:p>
          <a:p>
            <a:pPr algn="l"/>
            <a:endParaRPr lang="en-US" sz="2000" dirty="0">
              <a:solidFill>
                <a:schemeClr val="bg1"/>
              </a:solidFill>
            </a:endParaRPr>
          </a:p>
          <a:p>
            <a:pPr algn="l"/>
            <a:r>
              <a:rPr lang="en-US" sz="2000" dirty="0">
                <a:solidFill>
                  <a:schemeClr val="bg1"/>
                </a:solidFill>
              </a:rPr>
              <a:t>Why is cloud interesting ?</a:t>
            </a:r>
          </a:p>
          <a:p>
            <a:pPr algn="l"/>
            <a:endParaRPr lang="en-US" sz="2000" dirty="0">
              <a:solidFill>
                <a:schemeClr val="bg1"/>
              </a:solidFill>
            </a:endParaRPr>
          </a:p>
          <a:p>
            <a:pPr algn="l"/>
            <a:r>
              <a:rPr lang="en-US" sz="2000" dirty="0">
                <a:solidFill>
                  <a:schemeClr val="bg1"/>
                </a:solidFill>
              </a:rPr>
              <a:t>Artificial Intelligence as in AI/ML/Gen/Agentic AI</a:t>
            </a:r>
          </a:p>
          <a:p>
            <a:pPr algn="l"/>
            <a:endParaRPr lang="en-US" sz="2000" dirty="0">
              <a:solidFill>
                <a:schemeClr val="bg1"/>
              </a:solidFill>
            </a:endParaRPr>
          </a:p>
          <a:p>
            <a:pPr algn="l"/>
            <a:r>
              <a:rPr lang="en-US" sz="2000" dirty="0">
                <a:solidFill>
                  <a:schemeClr val="bg1"/>
                </a:solidFill>
              </a:rPr>
              <a:t>A data platform – what it could look like</a:t>
            </a:r>
          </a:p>
          <a:p>
            <a:pPr algn="l"/>
            <a:endParaRPr lang="en-US" sz="2000" dirty="0">
              <a:solidFill>
                <a:schemeClr val="bg1"/>
              </a:solidFill>
            </a:endParaRPr>
          </a:p>
          <a:p>
            <a:pPr algn="l"/>
            <a:r>
              <a:rPr lang="en-US" sz="2000" b="1" dirty="0">
                <a:solidFill>
                  <a:schemeClr val="bg1"/>
                </a:solidFill>
              </a:rPr>
              <a:t>Overall theme </a:t>
            </a:r>
            <a:r>
              <a:rPr lang="en-US" sz="2000" dirty="0">
                <a:solidFill>
                  <a:schemeClr val="bg1"/>
                </a:solidFill>
              </a:rPr>
              <a:t>– compliance, governance and cost-aware</a:t>
            </a:r>
          </a:p>
        </p:txBody>
      </p:sp>
    </p:spTree>
    <p:extLst>
      <p:ext uri="{BB962C8B-B14F-4D97-AF65-F5344CB8AC3E}">
        <p14:creationId xmlns:p14="http://schemas.microsoft.com/office/powerpoint/2010/main" val="129351729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30A8D-854D-9724-404D-546D644A533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9329003-D1B3-0ADC-B24D-FD2520E174E3}"/>
              </a:ext>
            </a:extLst>
          </p:cNvPr>
          <p:cNvSpPr>
            <a:spLocks noGrp="1"/>
          </p:cNvSpPr>
          <p:nvPr>
            <p:ph type="title" idx="4294967295"/>
          </p:nvPr>
        </p:nvSpPr>
        <p:spPr>
          <a:xfrm>
            <a:off x="1309816" y="2611480"/>
            <a:ext cx="6635750" cy="64452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3600" b="0" i="0" u="none" strike="noStrike" kern="1200" cap="none" spc="0" normalizeH="0" baseline="0" noProof="0" dirty="0">
                <a:ln>
                  <a:noFill/>
                </a:ln>
                <a:solidFill>
                  <a:schemeClr val="bg1"/>
                </a:solidFill>
                <a:effectLst/>
                <a:uLnTx/>
                <a:uFillTx/>
                <a:ea typeface="+mn-ea"/>
                <a:cs typeface="Segoe UI" panose="020B0502040204020203" pitchFamily="34" charset="0"/>
              </a:rPr>
              <a:t>Data – how to use them</a:t>
            </a:r>
          </a:p>
        </p:txBody>
      </p:sp>
    </p:spTree>
    <p:extLst>
      <p:ext uri="{BB962C8B-B14F-4D97-AF65-F5344CB8AC3E}">
        <p14:creationId xmlns:p14="http://schemas.microsoft.com/office/powerpoint/2010/main" val="415588243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F70E49B-D1F0-C435-BD2F-1471FFE2D8AC}"/>
              </a:ext>
            </a:extLst>
          </p:cNvPr>
          <p:cNvGrpSpPr/>
          <p:nvPr/>
        </p:nvGrpSpPr>
        <p:grpSpPr>
          <a:xfrm>
            <a:off x="1509251" y="1208078"/>
            <a:ext cx="9497962" cy="3593691"/>
            <a:chOff x="1509251" y="1587909"/>
            <a:chExt cx="9497962" cy="3593691"/>
          </a:xfrm>
        </p:grpSpPr>
        <p:sp>
          <p:nvSpPr>
            <p:cNvPr id="11" name="Rounded Rectangle 10">
              <a:extLst>
                <a:ext uri="{FF2B5EF4-FFF2-40B4-BE49-F238E27FC236}">
                  <a16:creationId xmlns:a16="http://schemas.microsoft.com/office/drawing/2014/main" id="{3BDB0953-6630-A5B7-D8E9-20317379863D}"/>
                </a:ext>
              </a:extLst>
            </p:cNvPr>
            <p:cNvSpPr/>
            <p:nvPr/>
          </p:nvSpPr>
          <p:spPr bwMode="auto">
            <a:xfrm>
              <a:off x="1509251" y="1587909"/>
              <a:ext cx="9497962" cy="3593691"/>
            </a:xfrm>
            <a:prstGeom prst="roundRect">
              <a:avLst/>
            </a:prstGeom>
            <a:solidFill>
              <a:schemeClr val="tx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000000"/>
                </a:solidFill>
                <a:ea typeface="Segoe UI" pitchFamily="34" charset="0"/>
                <a:cs typeface="Segoe UI" pitchFamily="34" charset="0"/>
              </a:endParaRPr>
            </a:p>
          </p:txBody>
        </p:sp>
        <p:sp>
          <p:nvSpPr>
            <p:cNvPr id="12" name="TextBox 11">
              <a:extLst>
                <a:ext uri="{FF2B5EF4-FFF2-40B4-BE49-F238E27FC236}">
                  <a16:creationId xmlns:a16="http://schemas.microsoft.com/office/drawing/2014/main" id="{9B921ECC-B284-AE90-C787-F6F99BC22259}"/>
                </a:ext>
              </a:extLst>
            </p:cNvPr>
            <p:cNvSpPr txBox="1"/>
            <p:nvPr/>
          </p:nvSpPr>
          <p:spPr>
            <a:xfrm>
              <a:off x="5329084" y="4076699"/>
              <a:ext cx="2046522" cy="307777"/>
            </a:xfrm>
            <a:prstGeom prst="rect">
              <a:avLst/>
            </a:prstGeom>
            <a:noFill/>
          </p:spPr>
          <p:txBody>
            <a:bodyPr wrap="none" lIns="0" tIns="0" rIns="0" bIns="0" rtlCol="0">
              <a:spAutoFit/>
            </a:bodyPr>
            <a:lstStyle/>
            <a:p>
              <a:pPr algn="l"/>
              <a:r>
                <a:rPr lang="en-US" sz="2000" dirty="0">
                  <a:solidFill>
                    <a:schemeClr val="bg1"/>
                  </a:solidFill>
                </a:rPr>
                <a:t>The Data Platform</a:t>
              </a:r>
            </a:p>
          </p:txBody>
        </p:sp>
      </p:grpSp>
      <p:sp>
        <p:nvSpPr>
          <p:cNvPr id="3" name="Oval 2">
            <a:extLst>
              <a:ext uri="{FF2B5EF4-FFF2-40B4-BE49-F238E27FC236}">
                <a16:creationId xmlns:a16="http://schemas.microsoft.com/office/drawing/2014/main" id="{46608E6F-D8C0-DFFD-1673-97A512A7E923}"/>
              </a:ext>
            </a:extLst>
          </p:cNvPr>
          <p:cNvSpPr/>
          <p:nvPr/>
        </p:nvSpPr>
        <p:spPr bwMode="auto">
          <a:xfrm>
            <a:off x="4257368" y="2346163"/>
            <a:ext cx="4001729" cy="1020096"/>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b="1" dirty="0">
                <a:solidFill>
                  <a:schemeClr val="tx1"/>
                </a:solidFill>
                <a:ea typeface="Segoe UI" pitchFamily="34" charset="0"/>
                <a:cs typeface="Segoe UI" pitchFamily="34" charset="0"/>
              </a:rPr>
              <a:t>A piece of data</a:t>
            </a:r>
          </a:p>
        </p:txBody>
      </p:sp>
      <p:sp>
        <p:nvSpPr>
          <p:cNvPr id="4" name="Rounded Rectangle 3">
            <a:extLst>
              <a:ext uri="{FF2B5EF4-FFF2-40B4-BE49-F238E27FC236}">
                <a16:creationId xmlns:a16="http://schemas.microsoft.com/office/drawing/2014/main" id="{4AE1731E-4B9A-B95D-F701-B35930883745}"/>
              </a:ext>
            </a:extLst>
          </p:cNvPr>
          <p:cNvSpPr/>
          <p:nvPr/>
        </p:nvSpPr>
        <p:spPr bwMode="auto">
          <a:xfrm>
            <a:off x="2222091" y="918027"/>
            <a:ext cx="2664542" cy="580103"/>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Reporting</a:t>
            </a:r>
          </a:p>
        </p:txBody>
      </p:sp>
      <p:sp>
        <p:nvSpPr>
          <p:cNvPr id="5" name="Rounded Rectangle 4">
            <a:extLst>
              <a:ext uri="{FF2B5EF4-FFF2-40B4-BE49-F238E27FC236}">
                <a16:creationId xmlns:a16="http://schemas.microsoft.com/office/drawing/2014/main" id="{C9B80FC9-414B-244E-FB56-BFB6AC88384A}"/>
              </a:ext>
            </a:extLst>
          </p:cNvPr>
          <p:cNvSpPr/>
          <p:nvPr/>
        </p:nvSpPr>
        <p:spPr bwMode="auto">
          <a:xfrm>
            <a:off x="6740013" y="918027"/>
            <a:ext cx="2664542" cy="580103"/>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Analytics</a:t>
            </a:r>
          </a:p>
        </p:txBody>
      </p:sp>
      <p:sp>
        <p:nvSpPr>
          <p:cNvPr id="6" name="Rounded Rectangle 5">
            <a:extLst>
              <a:ext uri="{FF2B5EF4-FFF2-40B4-BE49-F238E27FC236}">
                <a16:creationId xmlns:a16="http://schemas.microsoft.com/office/drawing/2014/main" id="{F969889E-77D9-A639-E944-CA7B4DA37639}"/>
              </a:ext>
            </a:extLst>
          </p:cNvPr>
          <p:cNvSpPr/>
          <p:nvPr/>
        </p:nvSpPr>
        <p:spPr bwMode="auto">
          <a:xfrm>
            <a:off x="9089922" y="1986056"/>
            <a:ext cx="2664542" cy="580103"/>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AI/ML/GenAI</a:t>
            </a:r>
          </a:p>
        </p:txBody>
      </p:sp>
      <p:sp>
        <p:nvSpPr>
          <p:cNvPr id="7" name="Rounded Rectangle 6">
            <a:extLst>
              <a:ext uri="{FF2B5EF4-FFF2-40B4-BE49-F238E27FC236}">
                <a16:creationId xmlns:a16="http://schemas.microsoft.com/office/drawing/2014/main" id="{D607D782-E0D4-65FA-F2BA-ED490C4D4966}"/>
              </a:ext>
            </a:extLst>
          </p:cNvPr>
          <p:cNvSpPr/>
          <p:nvPr/>
        </p:nvSpPr>
        <p:spPr bwMode="auto">
          <a:xfrm>
            <a:off x="6926826" y="4434288"/>
            <a:ext cx="2664542" cy="580103"/>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Access Control</a:t>
            </a:r>
          </a:p>
        </p:txBody>
      </p:sp>
      <p:sp>
        <p:nvSpPr>
          <p:cNvPr id="9" name="Rounded Rectangle 8">
            <a:extLst>
              <a:ext uri="{FF2B5EF4-FFF2-40B4-BE49-F238E27FC236}">
                <a16:creationId xmlns:a16="http://schemas.microsoft.com/office/drawing/2014/main" id="{D8311C8A-9976-B884-2289-E05AFEE16471}"/>
              </a:ext>
            </a:extLst>
          </p:cNvPr>
          <p:cNvSpPr/>
          <p:nvPr/>
        </p:nvSpPr>
        <p:spPr bwMode="auto">
          <a:xfrm>
            <a:off x="2426110" y="4434288"/>
            <a:ext cx="3662516" cy="580103"/>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Compliance/Governance</a:t>
            </a:r>
          </a:p>
        </p:txBody>
      </p:sp>
      <p:sp>
        <p:nvSpPr>
          <p:cNvPr id="10" name="Rounded Rectangle 9">
            <a:extLst>
              <a:ext uri="{FF2B5EF4-FFF2-40B4-BE49-F238E27FC236}">
                <a16:creationId xmlns:a16="http://schemas.microsoft.com/office/drawing/2014/main" id="{7165B5DF-8BA7-01AA-1977-4305313A472C}"/>
              </a:ext>
            </a:extLst>
          </p:cNvPr>
          <p:cNvSpPr/>
          <p:nvPr/>
        </p:nvSpPr>
        <p:spPr bwMode="auto">
          <a:xfrm>
            <a:off x="9089922" y="3116765"/>
            <a:ext cx="2664542" cy="580103"/>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Shareable</a:t>
            </a:r>
          </a:p>
        </p:txBody>
      </p:sp>
      <p:grpSp>
        <p:nvGrpSpPr>
          <p:cNvPr id="17" name="Group 16">
            <a:extLst>
              <a:ext uri="{FF2B5EF4-FFF2-40B4-BE49-F238E27FC236}">
                <a16:creationId xmlns:a16="http://schemas.microsoft.com/office/drawing/2014/main" id="{68D07299-A347-3C8B-607B-3F6E64180418}"/>
              </a:ext>
            </a:extLst>
          </p:cNvPr>
          <p:cNvGrpSpPr/>
          <p:nvPr/>
        </p:nvGrpSpPr>
        <p:grpSpPr>
          <a:xfrm>
            <a:off x="403123" y="2566159"/>
            <a:ext cx="3854245" cy="3562965"/>
            <a:chOff x="403123" y="2945990"/>
            <a:chExt cx="3854245" cy="3562965"/>
          </a:xfrm>
        </p:grpSpPr>
        <p:sp>
          <p:nvSpPr>
            <p:cNvPr id="14" name="Bent Arrow 13">
              <a:extLst>
                <a:ext uri="{FF2B5EF4-FFF2-40B4-BE49-F238E27FC236}">
                  <a16:creationId xmlns:a16="http://schemas.microsoft.com/office/drawing/2014/main" id="{80E0879D-A765-569E-390E-5FB5B1A9868B}"/>
                </a:ext>
              </a:extLst>
            </p:cNvPr>
            <p:cNvSpPr/>
            <p:nvPr/>
          </p:nvSpPr>
          <p:spPr bwMode="auto">
            <a:xfrm>
              <a:off x="1052052" y="2945990"/>
              <a:ext cx="3205316" cy="2889455"/>
            </a:xfrm>
            <a:prstGeom prst="bentArrow">
              <a:avLst>
                <a:gd name="adj1" fmla="val 7362"/>
                <a:gd name="adj2" fmla="val 11043"/>
                <a:gd name="adj3" fmla="val 13957"/>
                <a:gd name="adj4" fmla="val 44670"/>
              </a:avLst>
            </a:prstGeom>
            <a:solidFill>
              <a:srgbClr val="107C10">
                <a:alpha val="50000"/>
              </a:srgbClr>
            </a:solidFill>
            <a:ln>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000000"/>
                </a:solidFill>
                <a:ea typeface="Segoe UI" pitchFamily="34" charset="0"/>
                <a:cs typeface="Segoe UI" pitchFamily="34" charset="0"/>
              </a:endParaRPr>
            </a:p>
          </p:txBody>
        </p:sp>
        <p:sp>
          <p:nvSpPr>
            <p:cNvPr id="15" name="Rounded Rectangle 14">
              <a:extLst>
                <a:ext uri="{FF2B5EF4-FFF2-40B4-BE49-F238E27FC236}">
                  <a16:creationId xmlns:a16="http://schemas.microsoft.com/office/drawing/2014/main" id="{60FCB1DA-2DEC-189D-3A50-6EB434C370B1}"/>
                </a:ext>
              </a:extLst>
            </p:cNvPr>
            <p:cNvSpPr/>
            <p:nvPr/>
          </p:nvSpPr>
          <p:spPr bwMode="auto">
            <a:xfrm>
              <a:off x="403123" y="5835445"/>
              <a:ext cx="2635045" cy="673510"/>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Sources</a:t>
              </a:r>
            </a:p>
          </p:txBody>
        </p:sp>
        <p:sp>
          <p:nvSpPr>
            <p:cNvPr id="16" name="TextBox 15">
              <a:extLst>
                <a:ext uri="{FF2B5EF4-FFF2-40B4-BE49-F238E27FC236}">
                  <a16:creationId xmlns:a16="http://schemas.microsoft.com/office/drawing/2014/main" id="{AEA8B497-BF2A-01D3-D71B-025121AF4167}"/>
                </a:ext>
              </a:extLst>
            </p:cNvPr>
            <p:cNvSpPr txBox="1"/>
            <p:nvPr/>
          </p:nvSpPr>
          <p:spPr>
            <a:xfrm rot="16200000">
              <a:off x="426360" y="4880124"/>
              <a:ext cx="1468351" cy="169277"/>
            </a:xfrm>
            <a:prstGeom prst="rect">
              <a:avLst/>
            </a:prstGeom>
            <a:noFill/>
          </p:spPr>
          <p:txBody>
            <a:bodyPr wrap="none" lIns="0" tIns="0" rIns="0" bIns="0" rtlCol="0">
              <a:spAutoFit/>
            </a:bodyPr>
            <a:lstStyle/>
            <a:p>
              <a:pPr algn="l"/>
              <a:r>
                <a:rPr lang="en-US" sz="1100" dirty="0"/>
                <a:t>Extract/Transform/Load</a:t>
              </a:r>
            </a:p>
          </p:txBody>
        </p:sp>
      </p:grpSp>
      <p:sp>
        <p:nvSpPr>
          <p:cNvPr id="8" name="Rounded Rectangle 7">
            <a:extLst>
              <a:ext uri="{FF2B5EF4-FFF2-40B4-BE49-F238E27FC236}">
                <a16:creationId xmlns:a16="http://schemas.microsoft.com/office/drawing/2014/main" id="{92BC3F80-1C2F-0C63-95E0-F22391DE5D51}"/>
              </a:ext>
            </a:extLst>
          </p:cNvPr>
          <p:cNvSpPr/>
          <p:nvPr/>
        </p:nvSpPr>
        <p:spPr bwMode="auto">
          <a:xfrm>
            <a:off x="634181" y="2536662"/>
            <a:ext cx="2664542" cy="580103"/>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Self-Service</a:t>
            </a:r>
          </a:p>
        </p:txBody>
      </p:sp>
    </p:spTree>
    <p:extLst>
      <p:ext uri="{BB962C8B-B14F-4D97-AF65-F5344CB8AC3E}">
        <p14:creationId xmlns:p14="http://schemas.microsoft.com/office/powerpoint/2010/main" val="26596173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down)">
                                      <p:cBhvr>
                                        <p:cTn id="7" dur="500"/>
                                        <p:tgtEl>
                                          <p:spTgt spid="3"/>
                                        </p:tgtEl>
                                      </p:cBhvr>
                                    </p:animEffect>
                                  </p:childTnLst>
                                </p:cTn>
                              </p:par>
                              <p:par>
                                <p:cTn id="8" presetID="1" presetClass="entr" presetSubtype="0" fill="hold" grpId="1" nodeType="with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1"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1"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1+#ppt_w/2"/>
                                          </p:val>
                                        </p:tav>
                                        <p:tav tm="100000">
                                          <p:val>
                                            <p:strVal val="#ppt_x"/>
                                          </p:val>
                                        </p:tav>
                                      </p:tavLst>
                                    </p:anim>
                                    <p:anim calcmode="lin" valueType="num">
                                      <p:cBhvr additive="base">
                                        <p:cTn id="27"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ppt_x</p:attrName>
                                        </p:attrNameLst>
                                      </p:cBhvr>
                                      <p:tavLst>
                                        <p:tav tm="0">
                                          <p:val>
                                            <p:strVal val="1+#ppt_w/2"/>
                                          </p:val>
                                        </p:tav>
                                        <p:tav tm="100000">
                                          <p:val>
                                            <p:strVal val="#ppt_x"/>
                                          </p:val>
                                        </p:tav>
                                      </p:tavLst>
                                    </p:anim>
                                    <p:anim calcmode="lin" valueType="num">
                                      <p:cBhvr additive="base">
                                        <p:cTn id="33"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additive="base">
                                        <p:cTn id="38" dur="500" fill="hold"/>
                                        <p:tgtEl>
                                          <p:spTgt spid="7"/>
                                        </p:tgtEl>
                                        <p:attrNameLst>
                                          <p:attrName>ppt_x</p:attrName>
                                        </p:attrNameLst>
                                      </p:cBhvr>
                                      <p:tavLst>
                                        <p:tav tm="0">
                                          <p:val>
                                            <p:strVal val="#ppt_x"/>
                                          </p:val>
                                        </p:tav>
                                        <p:tav tm="100000">
                                          <p:val>
                                            <p:strVal val="#ppt_x"/>
                                          </p:val>
                                        </p:tav>
                                      </p:tavLst>
                                    </p:anim>
                                    <p:anim calcmode="lin" valueType="num">
                                      <p:cBhvr additive="base">
                                        <p:cTn id="3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additive="base">
                                        <p:cTn id="44" dur="500" fill="hold"/>
                                        <p:tgtEl>
                                          <p:spTgt spid="9"/>
                                        </p:tgtEl>
                                        <p:attrNameLst>
                                          <p:attrName>ppt_x</p:attrName>
                                        </p:attrNameLst>
                                      </p:cBhvr>
                                      <p:tavLst>
                                        <p:tav tm="0">
                                          <p:val>
                                            <p:strVal val="#ppt_x"/>
                                          </p:val>
                                        </p:tav>
                                        <p:tav tm="100000">
                                          <p:val>
                                            <p:strVal val="#ppt_x"/>
                                          </p:val>
                                        </p:tav>
                                      </p:tavLst>
                                    </p:anim>
                                    <p:anim calcmode="lin" valueType="num">
                                      <p:cBhvr additive="base">
                                        <p:cTn id="4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8"/>
                                        </p:tgtEl>
                                        <p:attrNameLst>
                                          <p:attrName>style.visibility</p:attrName>
                                        </p:attrNameLst>
                                      </p:cBhvr>
                                      <p:to>
                                        <p:strVal val="visible"/>
                                      </p:to>
                                    </p:set>
                                    <p:anim calcmode="lin" valueType="num">
                                      <p:cBhvr additive="base">
                                        <p:cTn id="50" dur="500" fill="hold"/>
                                        <p:tgtEl>
                                          <p:spTgt spid="8"/>
                                        </p:tgtEl>
                                        <p:attrNameLst>
                                          <p:attrName>ppt_x</p:attrName>
                                        </p:attrNameLst>
                                      </p:cBhvr>
                                      <p:tavLst>
                                        <p:tav tm="0">
                                          <p:val>
                                            <p:strVal val="0-#ppt_w/2"/>
                                          </p:val>
                                        </p:tav>
                                        <p:tav tm="100000">
                                          <p:val>
                                            <p:strVal val="#ppt_x"/>
                                          </p:val>
                                        </p:tav>
                                      </p:tavLst>
                                    </p:anim>
                                    <p:anim calcmode="lin" valueType="num">
                                      <p:cBhvr additive="base">
                                        <p:cTn id="51"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8" fill="hold" nodeType="clickEffect">
                                  <p:stCondLst>
                                    <p:cond delay="0"/>
                                  </p:stCondLst>
                                  <p:childTnLst>
                                    <p:set>
                                      <p:cBhvr>
                                        <p:cTn id="55" dur="1" fill="hold">
                                          <p:stCondLst>
                                            <p:cond delay="0"/>
                                          </p:stCondLst>
                                        </p:cTn>
                                        <p:tgtEl>
                                          <p:spTgt spid="17"/>
                                        </p:tgtEl>
                                        <p:attrNameLst>
                                          <p:attrName>style.visibility</p:attrName>
                                        </p:attrNameLst>
                                      </p:cBhvr>
                                      <p:to>
                                        <p:strVal val="visible"/>
                                      </p:to>
                                    </p:set>
                                    <p:anim calcmode="lin" valueType="num">
                                      <p:cBhvr additive="base">
                                        <p:cTn id="56" dur="500" fill="hold"/>
                                        <p:tgtEl>
                                          <p:spTgt spid="17"/>
                                        </p:tgtEl>
                                        <p:attrNameLst>
                                          <p:attrName>ppt_x</p:attrName>
                                        </p:attrNameLst>
                                      </p:cBhvr>
                                      <p:tavLst>
                                        <p:tav tm="0">
                                          <p:val>
                                            <p:strVal val="0-#ppt_w/2"/>
                                          </p:val>
                                        </p:tav>
                                        <p:tav tm="100000">
                                          <p:val>
                                            <p:strVal val="#ppt_x"/>
                                          </p:val>
                                        </p:tav>
                                      </p:tavLst>
                                    </p:anim>
                                    <p:anim calcmode="lin" valueType="num">
                                      <p:cBhvr additive="base">
                                        <p:cTn id="57"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dissolve">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5" presetClass="entr" presetSubtype="10" fill="hold" grpId="2" nodeType="clickEffect">
                                  <p:stCondLst>
                                    <p:cond delay="0"/>
                                  </p:stCondLst>
                                  <p:childTnLst>
                                    <p:set>
                                      <p:cBhvr>
                                        <p:cTn id="66" dur="1" fill="hold">
                                          <p:stCondLst>
                                            <p:cond delay="0"/>
                                          </p:stCondLst>
                                        </p:cTn>
                                        <p:tgtEl>
                                          <p:spTgt spid="3"/>
                                        </p:tgtEl>
                                        <p:attrNameLst>
                                          <p:attrName>style.visibility</p:attrName>
                                        </p:attrNameLst>
                                      </p:cBhvr>
                                      <p:to>
                                        <p:strVal val="visible"/>
                                      </p:to>
                                    </p:set>
                                    <p:animEffect transition="in" filter="checkerboard(across)">
                                      <p:cBhvr>
                                        <p:cTn id="6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4" grpId="0" animBg="1"/>
      <p:bldP spid="5" grpId="0" animBg="1"/>
      <p:bldP spid="6" grpId="0" animBg="1"/>
      <p:bldP spid="7" grpId="0" animBg="1"/>
      <p:bldP spid="9" grpId="0" animBg="1"/>
      <p:bldP spid="10"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A89D2414-BA2B-CD25-3C88-9587F1D02155}"/>
              </a:ext>
            </a:extLst>
          </p:cNvPr>
          <p:cNvSpPr/>
          <p:nvPr/>
        </p:nvSpPr>
        <p:spPr bwMode="auto">
          <a:xfrm>
            <a:off x="4102444" y="1562646"/>
            <a:ext cx="4001729" cy="1020096"/>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b="1" dirty="0">
                <a:solidFill>
                  <a:schemeClr val="tx1"/>
                </a:solidFill>
                <a:ea typeface="Segoe UI" pitchFamily="34" charset="0"/>
                <a:cs typeface="Segoe UI" pitchFamily="34" charset="0"/>
              </a:rPr>
              <a:t>A piece of data</a:t>
            </a:r>
          </a:p>
        </p:txBody>
      </p:sp>
      <p:pic>
        <p:nvPicPr>
          <p:cNvPr id="4" name="Graphic 3" descr="Presentation with bar chart outline">
            <a:extLst>
              <a:ext uri="{FF2B5EF4-FFF2-40B4-BE49-F238E27FC236}">
                <a16:creationId xmlns:a16="http://schemas.microsoft.com/office/drawing/2014/main" id="{2B874A35-6DC4-F542-29BB-8F4D3A1905D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4900" y="361618"/>
            <a:ext cx="914400" cy="914400"/>
          </a:xfrm>
          <a:prstGeom prst="rect">
            <a:avLst/>
          </a:prstGeom>
        </p:spPr>
      </p:pic>
      <p:grpSp>
        <p:nvGrpSpPr>
          <p:cNvPr id="20" name="Group 19">
            <a:extLst>
              <a:ext uri="{FF2B5EF4-FFF2-40B4-BE49-F238E27FC236}">
                <a16:creationId xmlns:a16="http://schemas.microsoft.com/office/drawing/2014/main" id="{9D25B8E7-0906-2CE5-4BED-F5F000C7017F}"/>
              </a:ext>
            </a:extLst>
          </p:cNvPr>
          <p:cNvGrpSpPr/>
          <p:nvPr/>
        </p:nvGrpSpPr>
        <p:grpSpPr>
          <a:xfrm>
            <a:off x="2057771" y="4078307"/>
            <a:ext cx="3149231" cy="2417180"/>
            <a:chOff x="2409464" y="4176783"/>
            <a:chExt cx="3149231" cy="2417180"/>
          </a:xfrm>
        </p:grpSpPr>
        <p:pic>
          <p:nvPicPr>
            <p:cNvPr id="9" name="Graphic 8" descr="Computer outline">
              <a:extLst>
                <a:ext uri="{FF2B5EF4-FFF2-40B4-BE49-F238E27FC236}">
                  <a16:creationId xmlns:a16="http://schemas.microsoft.com/office/drawing/2014/main" id="{15670AB3-6EB7-01B6-E37B-6752D3B4A2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09464" y="4176783"/>
              <a:ext cx="2417180" cy="2417180"/>
            </a:xfrm>
            <a:prstGeom prst="rect">
              <a:avLst/>
            </a:prstGeom>
          </p:spPr>
        </p:pic>
        <p:pic>
          <p:nvPicPr>
            <p:cNvPr id="12" name="Graphic 11" descr="Database outline">
              <a:extLst>
                <a:ext uri="{FF2B5EF4-FFF2-40B4-BE49-F238E27FC236}">
                  <a16:creationId xmlns:a16="http://schemas.microsoft.com/office/drawing/2014/main" id="{A8CBA3BF-3631-C871-329F-B9A4332347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4295" y="5489335"/>
              <a:ext cx="914400" cy="914400"/>
            </a:xfrm>
            <a:prstGeom prst="rect">
              <a:avLst/>
            </a:prstGeom>
          </p:spPr>
        </p:pic>
      </p:grpSp>
      <p:grpSp>
        <p:nvGrpSpPr>
          <p:cNvPr id="21" name="Group 20">
            <a:extLst>
              <a:ext uri="{FF2B5EF4-FFF2-40B4-BE49-F238E27FC236}">
                <a16:creationId xmlns:a16="http://schemas.microsoft.com/office/drawing/2014/main" id="{B065F4B9-9509-A056-CE9C-FE3FCB96E50D}"/>
              </a:ext>
            </a:extLst>
          </p:cNvPr>
          <p:cNvGrpSpPr/>
          <p:nvPr/>
        </p:nvGrpSpPr>
        <p:grpSpPr>
          <a:xfrm>
            <a:off x="6205365" y="5400253"/>
            <a:ext cx="2356008" cy="914400"/>
            <a:chOff x="6557058" y="5498729"/>
            <a:chExt cx="2356008" cy="914400"/>
          </a:xfrm>
        </p:grpSpPr>
        <p:pic>
          <p:nvPicPr>
            <p:cNvPr id="11" name="Graphic 10" descr="Database outline">
              <a:extLst>
                <a:ext uri="{FF2B5EF4-FFF2-40B4-BE49-F238E27FC236}">
                  <a16:creationId xmlns:a16="http://schemas.microsoft.com/office/drawing/2014/main" id="{3B1B5725-9D8B-3FBA-A76E-6C917EFE0E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57058" y="5498729"/>
              <a:ext cx="914400" cy="914400"/>
            </a:xfrm>
            <a:prstGeom prst="rect">
              <a:avLst/>
            </a:prstGeom>
          </p:spPr>
        </p:pic>
        <p:pic>
          <p:nvPicPr>
            <p:cNvPr id="13" name="Graphic 12" descr="Database outline">
              <a:extLst>
                <a:ext uri="{FF2B5EF4-FFF2-40B4-BE49-F238E27FC236}">
                  <a16:creationId xmlns:a16="http://schemas.microsoft.com/office/drawing/2014/main" id="{D566CC06-9BB2-8EDB-B90E-47D0FC878E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98666" y="5498729"/>
              <a:ext cx="914400" cy="914400"/>
            </a:xfrm>
            <a:prstGeom prst="rect">
              <a:avLst/>
            </a:prstGeom>
          </p:spPr>
        </p:pic>
      </p:grpSp>
      <p:sp>
        <p:nvSpPr>
          <p:cNvPr id="14" name="Bent Arrow 13">
            <a:extLst>
              <a:ext uri="{FF2B5EF4-FFF2-40B4-BE49-F238E27FC236}">
                <a16:creationId xmlns:a16="http://schemas.microsoft.com/office/drawing/2014/main" id="{EFD17071-F2D7-7254-FCC9-0EDCCBB5C9B6}"/>
              </a:ext>
            </a:extLst>
          </p:cNvPr>
          <p:cNvSpPr/>
          <p:nvPr/>
        </p:nvSpPr>
        <p:spPr bwMode="auto">
          <a:xfrm>
            <a:off x="2565127" y="1846071"/>
            <a:ext cx="1537317" cy="2662177"/>
          </a:xfrm>
          <a:prstGeom prst="bentArrow">
            <a:avLst>
              <a:gd name="adj1" fmla="val 11448"/>
              <a:gd name="adj2" fmla="val 15589"/>
              <a:gd name="adj3" fmla="val 15212"/>
              <a:gd name="adj4" fmla="val 4375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000000"/>
              </a:solidFill>
              <a:ea typeface="Segoe UI" pitchFamily="34" charset="0"/>
              <a:cs typeface="Segoe UI" pitchFamily="34" charset="0"/>
            </a:endParaRPr>
          </a:p>
        </p:txBody>
      </p:sp>
      <p:grpSp>
        <p:nvGrpSpPr>
          <p:cNvPr id="22" name="Group 21">
            <a:extLst>
              <a:ext uri="{FF2B5EF4-FFF2-40B4-BE49-F238E27FC236}">
                <a16:creationId xmlns:a16="http://schemas.microsoft.com/office/drawing/2014/main" id="{03B25ADC-3B0E-F956-0932-CA9221A88A73}"/>
              </a:ext>
            </a:extLst>
          </p:cNvPr>
          <p:cNvGrpSpPr/>
          <p:nvPr/>
        </p:nvGrpSpPr>
        <p:grpSpPr>
          <a:xfrm>
            <a:off x="4718017" y="1961818"/>
            <a:ext cx="5946277" cy="4016260"/>
            <a:chOff x="5069710" y="2060294"/>
            <a:chExt cx="5946277" cy="4016260"/>
          </a:xfrm>
        </p:grpSpPr>
        <p:grpSp>
          <p:nvGrpSpPr>
            <p:cNvPr id="5" name="Group 4">
              <a:extLst>
                <a:ext uri="{FF2B5EF4-FFF2-40B4-BE49-F238E27FC236}">
                  <a16:creationId xmlns:a16="http://schemas.microsoft.com/office/drawing/2014/main" id="{9DE575F9-E5CB-A2CB-21EC-71670D4F4D1C}"/>
                </a:ext>
              </a:extLst>
            </p:cNvPr>
            <p:cNvGrpSpPr/>
            <p:nvPr/>
          </p:nvGrpSpPr>
          <p:grpSpPr>
            <a:xfrm>
              <a:off x="7014258" y="2782651"/>
              <a:ext cx="4001729" cy="1489276"/>
              <a:chOff x="1509251" y="1587909"/>
              <a:chExt cx="9497962" cy="3593691"/>
            </a:xfrm>
          </p:grpSpPr>
          <p:sp>
            <p:nvSpPr>
              <p:cNvPr id="6" name="Rounded Rectangle 5">
                <a:extLst>
                  <a:ext uri="{FF2B5EF4-FFF2-40B4-BE49-F238E27FC236}">
                    <a16:creationId xmlns:a16="http://schemas.microsoft.com/office/drawing/2014/main" id="{AB4A714D-18F1-037F-5B5C-CAEB18CC67E4}"/>
                  </a:ext>
                </a:extLst>
              </p:cNvPr>
              <p:cNvSpPr/>
              <p:nvPr/>
            </p:nvSpPr>
            <p:spPr bwMode="auto">
              <a:xfrm>
                <a:off x="1509251" y="1587909"/>
                <a:ext cx="9497962" cy="3593691"/>
              </a:xfrm>
              <a:prstGeom prst="roundRect">
                <a:avLst/>
              </a:prstGeom>
              <a:solidFill>
                <a:schemeClr val="tx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000000"/>
                  </a:solidFill>
                  <a:ea typeface="Segoe UI" pitchFamily="34" charset="0"/>
                  <a:cs typeface="Segoe UI" pitchFamily="34" charset="0"/>
                </a:endParaRPr>
              </a:p>
            </p:txBody>
          </p:sp>
          <p:sp>
            <p:nvSpPr>
              <p:cNvPr id="7" name="TextBox 6">
                <a:extLst>
                  <a:ext uri="{FF2B5EF4-FFF2-40B4-BE49-F238E27FC236}">
                    <a16:creationId xmlns:a16="http://schemas.microsoft.com/office/drawing/2014/main" id="{A0D74512-C5A1-5F57-B5EF-5B3C284DAEB8}"/>
                  </a:ext>
                </a:extLst>
              </p:cNvPr>
              <p:cNvSpPr txBox="1"/>
              <p:nvPr/>
            </p:nvSpPr>
            <p:spPr>
              <a:xfrm>
                <a:off x="3907594" y="2993689"/>
                <a:ext cx="4991652" cy="742680"/>
              </a:xfrm>
              <a:prstGeom prst="rect">
                <a:avLst/>
              </a:prstGeom>
              <a:noFill/>
            </p:spPr>
            <p:txBody>
              <a:bodyPr wrap="square" lIns="0" tIns="0" rIns="0" bIns="0" rtlCol="0">
                <a:spAutoFit/>
              </a:bodyPr>
              <a:lstStyle/>
              <a:p>
                <a:pPr algn="l"/>
                <a:r>
                  <a:rPr lang="en-US" sz="2000" dirty="0">
                    <a:solidFill>
                      <a:schemeClr val="bg1"/>
                    </a:solidFill>
                  </a:rPr>
                  <a:t>The Data Platform</a:t>
                </a:r>
              </a:p>
            </p:txBody>
          </p:sp>
        </p:grpSp>
        <p:sp>
          <p:nvSpPr>
            <p:cNvPr id="15" name="Bent Arrow 14">
              <a:extLst>
                <a:ext uri="{FF2B5EF4-FFF2-40B4-BE49-F238E27FC236}">
                  <a16:creationId xmlns:a16="http://schemas.microsoft.com/office/drawing/2014/main" id="{725637A1-5ADC-229C-046D-4DC167B7E868}"/>
                </a:ext>
              </a:extLst>
            </p:cNvPr>
            <p:cNvSpPr/>
            <p:nvPr/>
          </p:nvSpPr>
          <p:spPr bwMode="auto">
            <a:xfrm rot="16200000" flipV="1">
              <a:off x="6394141" y="2992771"/>
              <a:ext cx="1759352" cy="4408213"/>
            </a:xfrm>
            <a:prstGeom prst="bentArrow">
              <a:avLst>
                <a:gd name="adj1" fmla="val 10123"/>
                <a:gd name="adj2" fmla="val 13401"/>
                <a:gd name="adj3" fmla="val 16654"/>
                <a:gd name="adj4" fmla="val 4211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000000"/>
                </a:solidFill>
                <a:ea typeface="Segoe UI" pitchFamily="34" charset="0"/>
                <a:cs typeface="Segoe UI" pitchFamily="34" charset="0"/>
              </a:endParaRPr>
            </a:p>
          </p:txBody>
        </p:sp>
        <p:sp>
          <p:nvSpPr>
            <p:cNvPr id="16" name="Bent Arrow 15">
              <a:extLst>
                <a:ext uri="{FF2B5EF4-FFF2-40B4-BE49-F238E27FC236}">
                  <a16:creationId xmlns:a16="http://schemas.microsoft.com/office/drawing/2014/main" id="{46E87EB8-CC3F-582B-7277-C1BF5DB0F853}"/>
                </a:ext>
              </a:extLst>
            </p:cNvPr>
            <p:cNvSpPr/>
            <p:nvPr/>
          </p:nvSpPr>
          <p:spPr bwMode="auto">
            <a:xfrm rot="10800000" flipV="1">
              <a:off x="8455866" y="2060294"/>
              <a:ext cx="819314" cy="722357"/>
            </a:xfrm>
            <a:prstGeom prst="bentArrow">
              <a:avLst>
                <a:gd name="adj1" fmla="val 15572"/>
                <a:gd name="adj2" fmla="val 17197"/>
                <a:gd name="adj3" fmla="val 19286"/>
                <a:gd name="adj4" fmla="val 4211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000000"/>
                </a:solidFill>
                <a:ea typeface="Segoe UI" pitchFamily="34" charset="0"/>
                <a:cs typeface="Segoe UI" pitchFamily="34" charset="0"/>
              </a:endParaRPr>
            </a:p>
          </p:txBody>
        </p:sp>
      </p:grpSp>
      <p:sp>
        <p:nvSpPr>
          <p:cNvPr id="17" name="Up Arrow 16">
            <a:extLst>
              <a:ext uri="{FF2B5EF4-FFF2-40B4-BE49-F238E27FC236}">
                <a16:creationId xmlns:a16="http://schemas.microsoft.com/office/drawing/2014/main" id="{62F0DD9B-8010-4639-BBAE-AD8E27A54AD2}"/>
              </a:ext>
            </a:extLst>
          </p:cNvPr>
          <p:cNvSpPr/>
          <p:nvPr/>
        </p:nvSpPr>
        <p:spPr bwMode="auto">
          <a:xfrm>
            <a:off x="5891885" y="1208017"/>
            <a:ext cx="260430" cy="422631"/>
          </a:xfrm>
          <a:prstGeom prst="up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000000"/>
              </a:solidFill>
              <a:ea typeface="Segoe UI" pitchFamily="34" charset="0"/>
              <a:cs typeface="Segoe UI" pitchFamily="34" charset="0"/>
            </a:endParaRPr>
          </a:p>
        </p:txBody>
      </p:sp>
      <p:pic>
        <p:nvPicPr>
          <p:cNvPr id="19" name="Graphic 18" descr="Questions outline">
            <a:extLst>
              <a:ext uri="{FF2B5EF4-FFF2-40B4-BE49-F238E27FC236}">
                <a16:creationId xmlns:a16="http://schemas.microsoft.com/office/drawing/2014/main" id="{A53577CF-B794-20EA-6B63-6A564DE7857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45510" y="2802782"/>
            <a:ext cx="1577735" cy="1577735"/>
          </a:xfrm>
          <a:prstGeom prst="rect">
            <a:avLst/>
          </a:prstGeom>
        </p:spPr>
      </p:pic>
      <p:sp>
        <p:nvSpPr>
          <p:cNvPr id="23" name="TextBox 22">
            <a:extLst>
              <a:ext uri="{FF2B5EF4-FFF2-40B4-BE49-F238E27FC236}">
                <a16:creationId xmlns:a16="http://schemas.microsoft.com/office/drawing/2014/main" id="{EC633156-D04E-7FAE-EBF3-B29FF62FFEFF}"/>
              </a:ext>
            </a:extLst>
          </p:cNvPr>
          <p:cNvSpPr txBox="1"/>
          <p:nvPr/>
        </p:nvSpPr>
        <p:spPr>
          <a:xfrm rot="16200000">
            <a:off x="1300263" y="3218947"/>
            <a:ext cx="2143536" cy="307777"/>
          </a:xfrm>
          <a:prstGeom prst="rect">
            <a:avLst/>
          </a:prstGeom>
          <a:noFill/>
        </p:spPr>
        <p:txBody>
          <a:bodyPr wrap="none" lIns="0" tIns="0" rIns="0" bIns="0" rtlCol="0">
            <a:spAutoFit/>
          </a:bodyPr>
          <a:lstStyle/>
          <a:p>
            <a:pPr algn="l"/>
            <a:r>
              <a:rPr lang="en-US" sz="2000" i="1" dirty="0">
                <a:solidFill>
                  <a:schemeClr val="bg1"/>
                </a:solidFill>
              </a:rPr>
              <a:t>Standard reporting</a:t>
            </a:r>
          </a:p>
        </p:txBody>
      </p:sp>
      <p:sp>
        <p:nvSpPr>
          <p:cNvPr id="24" name="TextBox 23">
            <a:extLst>
              <a:ext uri="{FF2B5EF4-FFF2-40B4-BE49-F238E27FC236}">
                <a16:creationId xmlns:a16="http://schemas.microsoft.com/office/drawing/2014/main" id="{8BC7BA35-5AA6-D501-B3B3-0807DB452F96}"/>
              </a:ext>
            </a:extLst>
          </p:cNvPr>
          <p:cNvSpPr txBox="1"/>
          <p:nvPr/>
        </p:nvSpPr>
        <p:spPr>
          <a:xfrm rot="16200000">
            <a:off x="8325777" y="5236971"/>
            <a:ext cx="2087046" cy="307777"/>
          </a:xfrm>
          <a:prstGeom prst="rect">
            <a:avLst/>
          </a:prstGeom>
          <a:noFill/>
        </p:spPr>
        <p:txBody>
          <a:bodyPr wrap="none" lIns="0" tIns="0" rIns="0" bIns="0" rtlCol="0">
            <a:spAutoFit/>
          </a:bodyPr>
          <a:lstStyle/>
          <a:p>
            <a:pPr algn="l"/>
            <a:r>
              <a:rPr lang="en-US" sz="2000" i="1" dirty="0">
                <a:solidFill>
                  <a:schemeClr val="bg1"/>
                </a:solidFill>
              </a:rPr>
              <a:t>Data Warehousing</a:t>
            </a:r>
          </a:p>
        </p:txBody>
      </p:sp>
      <p:sp>
        <p:nvSpPr>
          <p:cNvPr id="25" name="TextBox 24">
            <a:extLst>
              <a:ext uri="{FF2B5EF4-FFF2-40B4-BE49-F238E27FC236}">
                <a16:creationId xmlns:a16="http://schemas.microsoft.com/office/drawing/2014/main" id="{5788E4B2-7946-45DA-4FA5-90D56823AAE8}"/>
              </a:ext>
            </a:extLst>
          </p:cNvPr>
          <p:cNvSpPr txBox="1"/>
          <p:nvPr/>
        </p:nvSpPr>
        <p:spPr>
          <a:xfrm>
            <a:off x="2388189" y="6006876"/>
            <a:ext cx="912237" cy="307777"/>
          </a:xfrm>
          <a:prstGeom prst="rect">
            <a:avLst/>
          </a:prstGeom>
          <a:noFill/>
        </p:spPr>
        <p:txBody>
          <a:bodyPr wrap="none" lIns="0" tIns="0" rIns="0" bIns="0" rtlCol="0">
            <a:spAutoFit/>
          </a:bodyPr>
          <a:lstStyle/>
          <a:p>
            <a:pPr algn="l"/>
            <a:r>
              <a:rPr lang="en-US" sz="2000" dirty="0">
                <a:solidFill>
                  <a:schemeClr val="bg1"/>
                </a:solidFill>
              </a:rPr>
              <a:t>Systems</a:t>
            </a:r>
          </a:p>
        </p:txBody>
      </p:sp>
      <p:sp>
        <p:nvSpPr>
          <p:cNvPr id="26" name="TextBox 25">
            <a:extLst>
              <a:ext uri="{FF2B5EF4-FFF2-40B4-BE49-F238E27FC236}">
                <a16:creationId xmlns:a16="http://schemas.microsoft.com/office/drawing/2014/main" id="{90A7E927-6ED9-EB32-B606-B6134CEFC45F}"/>
              </a:ext>
            </a:extLst>
          </p:cNvPr>
          <p:cNvSpPr txBox="1"/>
          <p:nvPr/>
        </p:nvSpPr>
        <p:spPr>
          <a:xfrm>
            <a:off x="6570597" y="6280494"/>
            <a:ext cx="1748684" cy="307777"/>
          </a:xfrm>
          <a:prstGeom prst="rect">
            <a:avLst/>
          </a:prstGeom>
          <a:noFill/>
        </p:spPr>
        <p:txBody>
          <a:bodyPr wrap="none" lIns="0" tIns="0" rIns="0" bIns="0" rtlCol="0">
            <a:spAutoFit/>
          </a:bodyPr>
          <a:lstStyle/>
          <a:p>
            <a:pPr algn="l"/>
            <a:r>
              <a:rPr lang="en-US" sz="2000" dirty="0">
                <a:solidFill>
                  <a:schemeClr val="bg1"/>
                </a:solidFill>
              </a:rPr>
              <a:t>Files/Databases</a:t>
            </a:r>
          </a:p>
        </p:txBody>
      </p:sp>
      <p:sp>
        <p:nvSpPr>
          <p:cNvPr id="27" name="Rounded Rectangle 26">
            <a:extLst>
              <a:ext uri="{FF2B5EF4-FFF2-40B4-BE49-F238E27FC236}">
                <a16:creationId xmlns:a16="http://schemas.microsoft.com/office/drawing/2014/main" id="{233CF134-6DFA-1651-3ECB-C407E885CEDA}"/>
              </a:ext>
            </a:extLst>
          </p:cNvPr>
          <p:cNvSpPr/>
          <p:nvPr/>
        </p:nvSpPr>
        <p:spPr bwMode="auto">
          <a:xfrm>
            <a:off x="1430808" y="1082142"/>
            <a:ext cx="9329195" cy="337190"/>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A portal / Homepage / Dashboard / …..</a:t>
            </a:r>
          </a:p>
        </p:txBody>
      </p:sp>
    </p:spTree>
    <p:extLst>
      <p:ext uri="{BB962C8B-B14F-4D97-AF65-F5344CB8AC3E}">
        <p14:creationId xmlns:p14="http://schemas.microsoft.com/office/powerpoint/2010/main" val="31878016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dissolv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dissolve">
                                      <p:cBhvr>
                                        <p:cTn id="23" dur="500"/>
                                        <p:tgtEl>
                                          <p:spTgt spid="20"/>
                                        </p:tgtEl>
                                      </p:cBhvr>
                                    </p:animEffect>
                                  </p:childTnLst>
                                </p:cTn>
                              </p:par>
                            </p:childTnLst>
                          </p:cTn>
                        </p:par>
                        <p:par>
                          <p:cTn id="24" fill="hold">
                            <p:stCondLst>
                              <p:cond delay="500"/>
                            </p:stCondLst>
                            <p:childTnLst>
                              <p:par>
                                <p:cTn id="25" presetID="2" presetClass="entr" presetSubtype="4"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ppt_x"/>
                                          </p:val>
                                        </p:tav>
                                        <p:tav tm="100000">
                                          <p:val>
                                            <p:strVal val="#ppt_x"/>
                                          </p:val>
                                        </p:tav>
                                      </p:tavLst>
                                    </p:anim>
                                    <p:anim calcmode="lin" valueType="num">
                                      <p:cBhvr additive="base">
                                        <p:cTn id="2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additive="base">
                                        <p:cTn id="33" dur="500" fill="hold"/>
                                        <p:tgtEl>
                                          <p:spTgt spid="21"/>
                                        </p:tgtEl>
                                        <p:attrNameLst>
                                          <p:attrName>ppt_x</p:attrName>
                                        </p:attrNameLst>
                                      </p:cBhvr>
                                      <p:tavLst>
                                        <p:tav tm="0">
                                          <p:val>
                                            <p:strVal val="#ppt_x"/>
                                          </p:val>
                                        </p:tav>
                                        <p:tav tm="100000">
                                          <p:val>
                                            <p:strVal val="#ppt_x"/>
                                          </p:val>
                                        </p:tav>
                                      </p:tavLst>
                                    </p:anim>
                                    <p:anim calcmode="lin" valueType="num">
                                      <p:cBhvr additive="base">
                                        <p:cTn id="34" dur="500" fill="hold"/>
                                        <p:tgtEl>
                                          <p:spTgt spid="21"/>
                                        </p:tgtEl>
                                        <p:attrNameLst>
                                          <p:attrName>ppt_y</p:attrName>
                                        </p:attrNameLst>
                                      </p:cBhvr>
                                      <p:tavLst>
                                        <p:tav tm="0">
                                          <p:val>
                                            <p:strVal val="1+#ppt_h/2"/>
                                          </p:val>
                                        </p:tav>
                                        <p:tav tm="100000">
                                          <p:val>
                                            <p:strVal val="#ppt_y"/>
                                          </p:val>
                                        </p:tav>
                                      </p:tavLst>
                                    </p:anim>
                                  </p:childTnLst>
                                </p:cTn>
                              </p:par>
                            </p:childTnLst>
                          </p:cTn>
                        </p:par>
                        <p:par>
                          <p:cTn id="35" fill="hold">
                            <p:stCondLst>
                              <p:cond delay="500"/>
                            </p:stCondLst>
                            <p:childTnLst>
                              <p:par>
                                <p:cTn id="36" presetID="2" presetClass="entr" presetSubtype="4" fill="hold" grpId="0" nodeType="afterEffect">
                                  <p:stCondLst>
                                    <p:cond delay="0"/>
                                  </p:stCondLst>
                                  <p:childTnLst>
                                    <p:set>
                                      <p:cBhvr>
                                        <p:cTn id="37" dur="1" fill="hold">
                                          <p:stCondLst>
                                            <p:cond delay="0"/>
                                          </p:stCondLst>
                                        </p:cTn>
                                        <p:tgtEl>
                                          <p:spTgt spid="26"/>
                                        </p:tgtEl>
                                        <p:attrNameLst>
                                          <p:attrName>style.visibility</p:attrName>
                                        </p:attrNameLst>
                                      </p:cBhvr>
                                      <p:to>
                                        <p:strVal val="visible"/>
                                      </p:to>
                                    </p:set>
                                    <p:anim calcmode="lin" valueType="num">
                                      <p:cBhvr additive="base">
                                        <p:cTn id="38" dur="500" fill="hold"/>
                                        <p:tgtEl>
                                          <p:spTgt spid="26"/>
                                        </p:tgtEl>
                                        <p:attrNameLst>
                                          <p:attrName>ppt_x</p:attrName>
                                        </p:attrNameLst>
                                      </p:cBhvr>
                                      <p:tavLst>
                                        <p:tav tm="0">
                                          <p:val>
                                            <p:strVal val="#ppt_x"/>
                                          </p:val>
                                        </p:tav>
                                        <p:tav tm="100000">
                                          <p:val>
                                            <p:strVal val="#ppt_x"/>
                                          </p:val>
                                        </p:tav>
                                      </p:tavLst>
                                    </p:anim>
                                    <p:anim calcmode="lin" valueType="num">
                                      <p:cBhvr additive="base">
                                        <p:cTn id="39"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dissolve">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dissolve">
                                      <p:cBhvr>
                                        <p:cTn id="49" dur="500"/>
                                        <p:tgtEl>
                                          <p:spTgt spid="22"/>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8" fill="hold" grpId="0" nodeType="clickEffect">
                                  <p:stCondLst>
                                    <p:cond delay="0"/>
                                  </p:stCondLst>
                                  <p:childTnLst>
                                    <p:set>
                                      <p:cBhvr>
                                        <p:cTn id="53" dur="1" fill="hold">
                                          <p:stCondLst>
                                            <p:cond delay="0"/>
                                          </p:stCondLst>
                                        </p:cTn>
                                        <p:tgtEl>
                                          <p:spTgt spid="23"/>
                                        </p:tgtEl>
                                        <p:attrNameLst>
                                          <p:attrName>style.visibility</p:attrName>
                                        </p:attrNameLst>
                                      </p:cBhvr>
                                      <p:to>
                                        <p:strVal val="visible"/>
                                      </p:to>
                                    </p:set>
                                    <p:anim calcmode="lin" valueType="num">
                                      <p:cBhvr additive="base">
                                        <p:cTn id="54" dur="500" fill="hold"/>
                                        <p:tgtEl>
                                          <p:spTgt spid="23"/>
                                        </p:tgtEl>
                                        <p:attrNameLst>
                                          <p:attrName>ppt_x</p:attrName>
                                        </p:attrNameLst>
                                      </p:cBhvr>
                                      <p:tavLst>
                                        <p:tav tm="0">
                                          <p:val>
                                            <p:strVal val="0-#ppt_w/2"/>
                                          </p:val>
                                        </p:tav>
                                        <p:tav tm="100000">
                                          <p:val>
                                            <p:strVal val="#ppt_x"/>
                                          </p:val>
                                        </p:tav>
                                      </p:tavLst>
                                    </p:anim>
                                    <p:anim calcmode="lin" valueType="num">
                                      <p:cBhvr additive="base">
                                        <p:cTn id="55"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2" fill="hold" grpId="0" nodeType="clickEffect">
                                  <p:stCondLst>
                                    <p:cond delay="0"/>
                                  </p:stCondLst>
                                  <p:childTnLst>
                                    <p:set>
                                      <p:cBhvr>
                                        <p:cTn id="59" dur="1" fill="hold">
                                          <p:stCondLst>
                                            <p:cond delay="0"/>
                                          </p:stCondLst>
                                        </p:cTn>
                                        <p:tgtEl>
                                          <p:spTgt spid="24"/>
                                        </p:tgtEl>
                                        <p:attrNameLst>
                                          <p:attrName>style.visibility</p:attrName>
                                        </p:attrNameLst>
                                      </p:cBhvr>
                                      <p:to>
                                        <p:strVal val="visible"/>
                                      </p:to>
                                    </p:set>
                                    <p:anim calcmode="lin" valueType="num">
                                      <p:cBhvr additive="base">
                                        <p:cTn id="60" dur="500" fill="hold"/>
                                        <p:tgtEl>
                                          <p:spTgt spid="24"/>
                                        </p:tgtEl>
                                        <p:attrNameLst>
                                          <p:attrName>ppt_x</p:attrName>
                                        </p:attrNameLst>
                                      </p:cBhvr>
                                      <p:tavLst>
                                        <p:tav tm="0">
                                          <p:val>
                                            <p:strVal val="1+#ppt_w/2"/>
                                          </p:val>
                                        </p:tav>
                                        <p:tav tm="100000">
                                          <p:val>
                                            <p:strVal val="#ppt_x"/>
                                          </p:val>
                                        </p:tav>
                                      </p:tavLst>
                                    </p:anim>
                                    <p:anim calcmode="lin" valueType="num">
                                      <p:cBhvr additive="base">
                                        <p:cTn id="61"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blinds(horizontal)">
                                      <p:cBhvr>
                                        <p:cTn id="66" dur="500"/>
                                        <p:tgtEl>
                                          <p:spTgt spid="19"/>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8" fill="hold" grpId="0" nodeType="clickEffect">
                                  <p:stCondLst>
                                    <p:cond delay="0"/>
                                  </p:stCondLst>
                                  <p:childTnLst>
                                    <p:set>
                                      <p:cBhvr>
                                        <p:cTn id="70" dur="1" fill="hold">
                                          <p:stCondLst>
                                            <p:cond delay="0"/>
                                          </p:stCondLst>
                                        </p:cTn>
                                        <p:tgtEl>
                                          <p:spTgt spid="27"/>
                                        </p:tgtEl>
                                        <p:attrNameLst>
                                          <p:attrName>style.visibility</p:attrName>
                                        </p:attrNameLst>
                                      </p:cBhvr>
                                      <p:to>
                                        <p:strVal val="visible"/>
                                      </p:to>
                                    </p:set>
                                    <p:anim calcmode="lin" valueType="num">
                                      <p:cBhvr additive="base">
                                        <p:cTn id="71" dur="500" fill="hold"/>
                                        <p:tgtEl>
                                          <p:spTgt spid="27"/>
                                        </p:tgtEl>
                                        <p:attrNameLst>
                                          <p:attrName>ppt_x</p:attrName>
                                        </p:attrNameLst>
                                      </p:cBhvr>
                                      <p:tavLst>
                                        <p:tav tm="0">
                                          <p:val>
                                            <p:strVal val="0-#ppt_w/2"/>
                                          </p:val>
                                        </p:tav>
                                        <p:tav tm="100000">
                                          <p:val>
                                            <p:strVal val="#ppt_x"/>
                                          </p:val>
                                        </p:tav>
                                      </p:tavLst>
                                    </p:anim>
                                    <p:anim calcmode="lin" valueType="num">
                                      <p:cBhvr additive="base">
                                        <p:cTn id="72"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animBg="1"/>
      <p:bldP spid="17" grpId="0" animBg="1"/>
      <p:bldP spid="23" grpId="0"/>
      <p:bldP spid="24" grpId="0"/>
      <p:bldP spid="25" grpId="0"/>
      <p:bldP spid="26" grpId="0"/>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FD697-D543-749C-5C19-ECDA7ED7708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51688C2-4D62-5B87-5259-7537B863957C}"/>
              </a:ext>
            </a:extLst>
          </p:cNvPr>
          <p:cNvSpPr>
            <a:spLocks noGrp="1"/>
          </p:cNvSpPr>
          <p:nvPr>
            <p:ph type="title" idx="4294967295"/>
          </p:nvPr>
        </p:nvSpPr>
        <p:spPr>
          <a:xfrm>
            <a:off x="1309816" y="2612811"/>
            <a:ext cx="6635750" cy="64452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3600" b="0" i="0" u="none" strike="noStrike" kern="1200" cap="none" spc="0" normalizeH="0" baseline="0" noProof="0" dirty="0">
                <a:ln>
                  <a:noFill/>
                </a:ln>
                <a:solidFill>
                  <a:schemeClr val="bg1"/>
                </a:solidFill>
                <a:effectLst/>
                <a:uLnTx/>
                <a:uFillTx/>
                <a:ea typeface="+mn-ea"/>
                <a:cs typeface="Segoe UI" panose="020B0502040204020203" pitchFamily="34" charset="0"/>
              </a:rPr>
              <a:t>The Cloud</a:t>
            </a:r>
          </a:p>
        </p:txBody>
      </p:sp>
    </p:spTree>
    <p:extLst>
      <p:ext uri="{BB962C8B-B14F-4D97-AF65-F5344CB8AC3E}">
        <p14:creationId xmlns:p14="http://schemas.microsoft.com/office/powerpoint/2010/main" val="273986834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64465" y="259094"/>
            <a:ext cx="4235450" cy="554037"/>
          </a:xfrm>
        </p:spPr>
        <p:txBody>
          <a:bodyPr>
            <a:noAutofit/>
          </a:bodyPr>
          <a:lstStyle/>
          <a:p>
            <a:r>
              <a:rPr lang="en-US" sz="3200" dirty="0">
                <a:solidFill>
                  <a:schemeClr val="bg1"/>
                </a:solidFill>
                <a:latin typeface="+mn-lt"/>
              </a:rPr>
              <a:t>Cloud Models</a:t>
            </a:r>
          </a:p>
        </p:txBody>
      </p:sp>
      <p:grpSp>
        <p:nvGrpSpPr>
          <p:cNvPr id="59" name="Group 58"/>
          <p:cNvGrpSpPr/>
          <p:nvPr/>
        </p:nvGrpSpPr>
        <p:grpSpPr>
          <a:xfrm>
            <a:off x="92669" y="709926"/>
            <a:ext cx="2527258" cy="5079695"/>
            <a:chOff x="808837" y="1782201"/>
            <a:chExt cx="2283829" cy="4591603"/>
          </a:xfrm>
        </p:grpSpPr>
        <p:sp>
          <p:nvSpPr>
            <p:cNvPr id="60" name="Rectangle 59"/>
            <p:cNvSpPr/>
            <p:nvPr/>
          </p:nvSpPr>
          <p:spPr>
            <a:xfrm>
              <a:off x="1225894" y="1782201"/>
              <a:ext cx="1866772" cy="640080"/>
            </a:xfrm>
            <a:prstGeom prst="rect">
              <a:avLst/>
            </a:prstGeom>
            <a:noFill/>
            <a:ln w="9525" cap="flat" cmpd="sng" algn="ctr">
              <a:noFill/>
              <a:prstDash val="solid"/>
            </a:ln>
            <a:effectLst/>
          </p:spPr>
          <p:txBody>
            <a:bodyPr lIns="0" tIns="0" rIns="0" bIns="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1" indent="0" algn="ctr" defTabSz="1462529" rtl="0" eaLnBrk="1" fontAlgn="base" latinLnBrk="0" hangingPunct="1">
                <a:lnSpc>
                  <a:spcPct val="100000"/>
                </a:lnSpc>
                <a:spcBef>
                  <a:spcPts val="0"/>
                </a:spcBef>
                <a:spcAft>
                  <a:spcPct val="0"/>
                </a:spcAft>
                <a:buClrTx/>
                <a:buSzTx/>
                <a:buFontTx/>
                <a:buNone/>
                <a:tabLst/>
                <a:defRPr/>
              </a:pPr>
              <a:endParaRPr kumimoji="0" lang="en-US" sz="1866" b="0" i="0" u="none" strike="noStrike" kern="1200" cap="none" spc="0" normalizeH="0" baseline="0" noProof="0">
                <a:ln>
                  <a:noFill/>
                </a:ln>
                <a:solidFill>
                  <a:schemeClr val="bg1"/>
                </a:solidFill>
                <a:effectLst/>
                <a:uLnTx/>
                <a:uFillTx/>
                <a:latin typeface="Segoe UI"/>
                <a:ea typeface="Kozuka Gothic Pro R" pitchFamily="34" charset="-128"/>
                <a:cs typeface="+mn-cs"/>
              </a:endParaRPr>
            </a:p>
            <a:p>
              <a:pPr marL="0" marR="0" lvl="1" indent="0" algn="ctr" defTabSz="1462529" rtl="0" eaLnBrk="1" fontAlgn="base" latinLnBrk="0" hangingPunct="1">
                <a:lnSpc>
                  <a:spcPct val="100000"/>
                </a:lnSpc>
                <a:spcBef>
                  <a:spcPts val="0"/>
                </a:spcBef>
                <a:spcAft>
                  <a:spcPct val="0"/>
                </a:spcAft>
                <a:buClrTx/>
                <a:buSzTx/>
                <a:buFontTx/>
                <a:buNone/>
                <a:tabLst/>
                <a:defRPr/>
              </a:pPr>
              <a:r>
                <a:rPr kumimoji="0" lang="en-US" sz="1866" b="0" i="0" u="none" strike="noStrike" kern="1200" cap="none" spc="0" normalizeH="0" baseline="0" noProof="0">
                  <a:ln>
                    <a:noFill/>
                  </a:ln>
                  <a:solidFill>
                    <a:schemeClr val="bg1"/>
                  </a:solidFill>
                  <a:effectLst/>
                  <a:uLnTx/>
                  <a:uFillTx/>
                  <a:latin typeface="Segoe UI"/>
                  <a:ea typeface="Kozuka Gothic Pro R" pitchFamily="34" charset="-128"/>
                  <a:cs typeface="+mn-cs"/>
                </a:rPr>
                <a:t>Traditional</a:t>
              </a:r>
            </a:p>
          </p:txBody>
        </p:sp>
        <p:sp>
          <p:nvSpPr>
            <p:cNvPr id="61" name="Rectangle 60"/>
            <p:cNvSpPr/>
            <p:nvPr/>
          </p:nvSpPr>
          <p:spPr>
            <a:xfrm>
              <a:off x="1396458" y="5537987"/>
              <a:ext cx="1638241" cy="381000"/>
            </a:xfrm>
            <a:prstGeom prst="rect">
              <a:avLst/>
            </a:prstGeom>
            <a:solidFill>
              <a:schemeClr val="accent4">
                <a:lumMod val="75000"/>
              </a:schemeClr>
            </a:solidFill>
            <a:ln w="9525" cap="flat" cmpd="sng" algn="ctr">
              <a:no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chemeClr val="bg1"/>
                  </a:solidFill>
                  <a:effectLst/>
                  <a:uLnTx/>
                  <a:uFillTx/>
                  <a:latin typeface="Segoe UI"/>
                  <a:ea typeface="Segoe UI" pitchFamily="34" charset="0"/>
                  <a:cs typeface="Segoe UI" pitchFamily="34" charset="0"/>
                </a:rPr>
                <a:t>Storage</a:t>
              </a:r>
            </a:p>
          </p:txBody>
        </p:sp>
        <p:sp>
          <p:nvSpPr>
            <p:cNvPr id="62" name="Rectangle 61"/>
            <p:cNvSpPr/>
            <p:nvPr/>
          </p:nvSpPr>
          <p:spPr>
            <a:xfrm>
              <a:off x="1396458" y="5083168"/>
              <a:ext cx="1638241" cy="381000"/>
            </a:xfrm>
            <a:prstGeom prst="rect">
              <a:avLst/>
            </a:prstGeom>
            <a:solidFill>
              <a:schemeClr val="accent4">
                <a:lumMod val="75000"/>
              </a:schemeClr>
            </a:solidFill>
            <a:ln w="9525" cap="flat" cmpd="sng" algn="ctr">
              <a:no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chemeClr val="bg1"/>
                  </a:solidFill>
                  <a:effectLst/>
                  <a:uLnTx/>
                  <a:uFillTx/>
                  <a:latin typeface="Segoe UI"/>
                  <a:ea typeface="Segoe UI" pitchFamily="34" charset="0"/>
                  <a:cs typeface="Segoe UI" pitchFamily="34" charset="0"/>
                </a:rPr>
                <a:t>Servers</a:t>
              </a:r>
            </a:p>
          </p:txBody>
        </p:sp>
        <p:sp>
          <p:nvSpPr>
            <p:cNvPr id="63" name="Rectangle 62"/>
            <p:cNvSpPr/>
            <p:nvPr/>
          </p:nvSpPr>
          <p:spPr>
            <a:xfrm>
              <a:off x="1396458" y="5992804"/>
              <a:ext cx="1638241" cy="381000"/>
            </a:xfrm>
            <a:prstGeom prst="rect">
              <a:avLst/>
            </a:prstGeom>
            <a:solidFill>
              <a:schemeClr val="accent4">
                <a:lumMod val="75000"/>
              </a:schemeClr>
            </a:solidFill>
            <a:ln w="9525" cap="flat" cmpd="sng" algn="ctr">
              <a:no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chemeClr val="bg1"/>
                  </a:solidFill>
                  <a:effectLst/>
                  <a:uLnTx/>
                  <a:uFillTx/>
                  <a:latin typeface="Segoe UI"/>
                  <a:ea typeface="Segoe UI" pitchFamily="34" charset="0"/>
                  <a:cs typeface="Segoe UI" pitchFamily="34" charset="0"/>
                </a:rPr>
                <a:t>Networking</a:t>
              </a:r>
            </a:p>
          </p:txBody>
        </p:sp>
        <p:sp>
          <p:nvSpPr>
            <p:cNvPr id="64" name="Rectangle 63"/>
            <p:cNvSpPr/>
            <p:nvPr/>
          </p:nvSpPr>
          <p:spPr>
            <a:xfrm>
              <a:off x="1396458" y="4173530"/>
              <a:ext cx="1638241" cy="381000"/>
            </a:xfrm>
            <a:prstGeom prst="rect">
              <a:avLst/>
            </a:prstGeom>
            <a:solidFill>
              <a:schemeClr val="accent4">
                <a:lumMod val="75000"/>
              </a:schemeClr>
            </a:solidFill>
            <a:ln w="9525" cap="flat" cmpd="sng" algn="ctr">
              <a:no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chemeClr val="bg1"/>
                  </a:solidFill>
                  <a:effectLst/>
                  <a:uLnTx/>
                  <a:uFillTx/>
                  <a:latin typeface="Segoe UI"/>
                  <a:ea typeface="Segoe UI" pitchFamily="34" charset="0"/>
                  <a:cs typeface="Segoe UI" pitchFamily="34" charset="0"/>
                </a:rPr>
                <a:t>Operating System</a:t>
              </a:r>
            </a:p>
          </p:txBody>
        </p:sp>
        <p:sp>
          <p:nvSpPr>
            <p:cNvPr id="65" name="Rectangle 64"/>
            <p:cNvSpPr/>
            <p:nvPr/>
          </p:nvSpPr>
          <p:spPr>
            <a:xfrm>
              <a:off x="1396458" y="3718711"/>
              <a:ext cx="1638241" cy="381000"/>
            </a:xfrm>
            <a:prstGeom prst="rect">
              <a:avLst/>
            </a:prstGeom>
            <a:solidFill>
              <a:schemeClr val="accent4">
                <a:lumMod val="75000"/>
              </a:schemeClr>
            </a:solidFill>
            <a:ln w="9525" cap="flat" cmpd="sng" algn="ctr">
              <a:no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chemeClr val="bg1"/>
                  </a:solidFill>
                  <a:effectLst/>
                  <a:uLnTx/>
                  <a:uFillTx/>
                  <a:latin typeface="Segoe UI"/>
                  <a:ea typeface="Segoe UI" pitchFamily="34" charset="0"/>
                  <a:cs typeface="Segoe UI" pitchFamily="34" charset="0"/>
                </a:rPr>
                <a:t>Middleware</a:t>
              </a:r>
            </a:p>
          </p:txBody>
        </p:sp>
        <p:sp>
          <p:nvSpPr>
            <p:cNvPr id="66" name="Rectangle 65"/>
            <p:cNvSpPr/>
            <p:nvPr/>
          </p:nvSpPr>
          <p:spPr>
            <a:xfrm>
              <a:off x="1396458" y="4628349"/>
              <a:ext cx="1638241" cy="381000"/>
            </a:xfrm>
            <a:prstGeom prst="rect">
              <a:avLst/>
            </a:prstGeom>
            <a:solidFill>
              <a:schemeClr val="accent4">
                <a:lumMod val="75000"/>
              </a:schemeClr>
            </a:solidFill>
            <a:ln w="9525" cap="flat" cmpd="sng" algn="ctr">
              <a:noFill/>
              <a:prstDash val="solid"/>
            </a:ln>
            <a:effectLst/>
          </p:spPr>
          <p:txBody>
            <a:bodyPr lIns="0" rIns="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chemeClr val="bg1"/>
                  </a:solidFill>
                  <a:effectLst/>
                  <a:uLnTx/>
                  <a:uFillTx/>
                  <a:latin typeface="Segoe UI"/>
                  <a:ea typeface="Segoe UI" pitchFamily="34" charset="0"/>
                  <a:cs typeface="Segoe UI" pitchFamily="34" charset="0"/>
                </a:rPr>
                <a:t>Virtualization</a:t>
              </a:r>
            </a:p>
          </p:txBody>
        </p:sp>
        <p:sp>
          <p:nvSpPr>
            <p:cNvPr id="67" name="Rectangle 66"/>
            <p:cNvSpPr/>
            <p:nvPr/>
          </p:nvSpPr>
          <p:spPr>
            <a:xfrm>
              <a:off x="1396458" y="2809073"/>
              <a:ext cx="1638241" cy="381000"/>
            </a:xfrm>
            <a:prstGeom prst="rect">
              <a:avLst/>
            </a:prstGeom>
            <a:solidFill>
              <a:schemeClr val="accent4">
                <a:lumMod val="75000"/>
              </a:schemeClr>
            </a:solidFill>
            <a:ln w="9525" cap="flat" cmpd="sng" algn="ctr">
              <a:no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chemeClr val="bg1"/>
                  </a:solidFill>
                  <a:effectLst/>
                  <a:uLnTx/>
                  <a:uFillTx/>
                  <a:latin typeface="Segoe UI"/>
                  <a:ea typeface="Segoe UI" pitchFamily="34" charset="0"/>
                  <a:cs typeface="Segoe UI" pitchFamily="34" charset="0"/>
                </a:rPr>
                <a:t>Data</a:t>
              </a:r>
            </a:p>
          </p:txBody>
        </p:sp>
        <p:sp>
          <p:nvSpPr>
            <p:cNvPr id="68" name="Rectangle 67"/>
            <p:cNvSpPr/>
            <p:nvPr/>
          </p:nvSpPr>
          <p:spPr>
            <a:xfrm>
              <a:off x="1396458" y="2354254"/>
              <a:ext cx="1638241" cy="381000"/>
            </a:xfrm>
            <a:prstGeom prst="rect">
              <a:avLst/>
            </a:prstGeom>
            <a:solidFill>
              <a:schemeClr val="accent4">
                <a:lumMod val="75000"/>
              </a:schemeClr>
            </a:solidFill>
            <a:ln w="9525" cap="flat" cmpd="sng" algn="ctr">
              <a:no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chemeClr val="bg1"/>
                  </a:solidFill>
                  <a:effectLst/>
                  <a:uLnTx/>
                  <a:uFillTx/>
                  <a:latin typeface="Segoe UI"/>
                  <a:ea typeface="Segoe UI" pitchFamily="34" charset="0"/>
                  <a:cs typeface="Segoe UI" pitchFamily="34" charset="0"/>
                </a:rPr>
                <a:t>Applications</a:t>
              </a:r>
            </a:p>
          </p:txBody>
        </p:sp>
        <p:sp>
          <p:nvSpPr>
            <p:cNvPr id="69" name="Rectangle 68"/>
            <p:cNvSpPr/>
            <p:nvPr/>
          </p:nvSpPr>
          <p:spPr>
            <a:xfrm>
              <a:off x="1396458" y="3263892"/>
              <a:ext cx="1638241" cy="381000"/>
            </a:xfrm>
            <a:prstGeom prst="rect">
              <a:avLst/>
            </a:prstGeom>
            <a:solidFill>
              <a:schemeClr val="accent4">
                <a:lumMod val="75000"/>
              </a:schemeClr>
            </a:solidFill>
            <a:ln w="9525" cap="flat" cmpd="sng" algn="ctr">
              <a:no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chemeClr val="bg1"/>
                  </a:solidFill>
                  <a:effectLst/>
                  <a:uLnTx/>
                  <a:uFillTx/>
                  <a:latin typeface="Segoe UI"/>
                  <a:ea typeface="Segoe UI" pitchFamily="34" charset="0"/>
                  <a:cs typeface="Segoe UI" pitchFamily="34" charset="0"/>
                </a:rPr>
                <a:t>Runtime</a:t>
              </a:r>
            </a:p>
          </p:txBody>
        </p:sp>
        <p:sp>
          <p:nvSpPr>
            <p:cNvPr id="71" name="TextBox 52"/>
            <p:cNvSpPr txBox="1"/>
            <p:nvPr/>
          </p:nvSpPr>
          <p:spPr>
            <a:xfrm>
              <a:off x="808837" y="3721830"/>
              <a:ext cx="426352" cy="1268549"/>
            </a:xfrm>
            <a:prstGeom prst="rect">
              <a:avLst/>
            </a:prstGeom>
            <a:noFill/>
          </p:spPr>
          <p:txBody>
            <a:bodyPr vert="vert270"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ctr" defTabSz="1462529" rtl="0" eaLnBrk="1" fontAlgn="base" latinLnBrk="0" hangingPunct="1">
                <a:lnSpc>
                  <a:spcPct val="100000"/>
                </a:lnSpc>
                <a:spcBef>
                  <a:spcPts val="0"/>
                </a:spcBef>
                <a:spcAft>
                  <a:spcPct val="0"/>
                </a:spcAft>
                <a:buClrTx/>
                <a:buSzTx/>
                <a:buFontTx/>
                <a:buNone/>
                <a:tabLst/>
                <a:defRPr/>
              </a:pPr>
              <a:r>
                <a:rPr kumimoji="0" lang="en-US" sz="1866" b="0" i="0" u="none" strike="noStrike" kern="1200" cap="none" spc="0" normalizeH="0" baseline="0" noProof="0">
                  <a:ln>
                    <a:noFill/>
                  </a:ln>
                  <a:solidFill>
                    <a:schemeClr val="bg1"/>
                  </a:solidFill>
                  <a:effectLst/>
                  <a:uLnTx/>
                  <a:uFillTx/>
                  <a:latin typeface="Segoe UI"/>
                  <a:ea typeface="Kozuka Gothic Pro R" pitchFamily="34" charset="-128"/>
                  <a:cs typeface="+mn-cs"/>
                </a:rPr>
                <a:t>You Manage</a:t>
              </a:r>
            </a:p>
          </p:txBody>
        </p:sp>
      </p:grpSp>
      <p:grpSp>
        <p:nvGrpSpPr>
          <p:cNvPr id="72" name="Group 71"/>
          <p:cNvGrpSpPr/>
          <p:nvPr/>
        </p:nvGrpSpPr>
        <p:grpSpPr>
          <a:xfrm>
            <a:off x="2975804" y="734898"/>
            <a:ext cx="3067378" cy="5175677"/>
            <a:chOff x="3377367" y="1771794"/>
            <a:chExt cx="2771924" cy="4678364"/>
          </a:xfrm>
        </p:grpSpPr>
        <p:sp>
          <p:nvSpPr>
            <p:cNvPr id="73" name="Rectangle 72"/>
            <p:cNvSpPr/>
            <p:nvPr/>
          </p:nvSpPr>
          <p:spPr>
            <a:xfrm>
              <a:off x="3442872" y="1771794"/>
              <a:ext cx="2593774" cy="640080"/>
            </a:xfrm>
            <a:prstGeom prst="rect">
              <a:avLst/>
            </a:prstGeom>
            <a:noFill/>
            <a:ln w="9525" cap="flat" cmpd="sng" algn="ctr">
              <a:noFill/>
              <a:prstDash val="solid"/>
            </a:ln>
            <a:effectLst/>
          </p:spPr>
          <p:txBody>
            <a:bodyPr tIns="0" bIns="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1" indent="0" algn="ctr" defTabSz="1462529" rtl="0" eaLnBrk="1" fontAlgn="base" latinLnBrk="0" hangingPunct="1">
                <a:lnSpc>
                  <a:spcPct val="100000"/>
                </a:lnSpc>
                <a:spcBef>
                  <a:spcPts val="0"/>
                </a:spcBef>
                <a:spcAft>
                  <a:spcPct val="0"/>
                </a:spcAft>
                <a:buClrTx/>
                <a:buSzTx/>
                <a:buFontTx/>
                <a:buNone/>
                <a:tabLst/>
                <a:defRPr/>
              </a:pPr>
              <a:endParaRPr kumimoji="0" lang="en-US" sz="1866" b="0" i="0" u="none" strike="noStrike" kern="1200" cap="none" spc="0" normalizeH="0" baseline="0" noProof="0">
                <a:ln>
                  <a:noFill/>
                </a:ln>
                <a:solidFill>
                  <a:schemeClr val="bg1"/>
                </a:solidFill>
                <a:effectLst/>
                <a:uLnTx/>
                <a:uFillTx/>
                <a:latin typeface="Segoe UI"/>
                <a:ea typeface="Kozuka Gothic Pro R" pitchFamily="34" charset="-128"/>
                <a:cs typeface="+mn-cs"/>
              </a:endParaRPr>
            </a:p>
            <a:p>
              <a:pPr marL="0" marR="0" lvl="1" indent="0" algn="ctr" defTabSz="1462529" rtl="0" eaLnBrk="1" fontAlgn="base" latinLnBrk="0" hangingPunct="1">
                <a:lnSpc>
                  <a:spcPct val="100000"/>
                </a:lnSpc>
                <a:spcBef>
                  <a:spcPts val="0"/>
                </a:spcBef>
                <a:spcAft>
                  <a:spcPct val="0"/>
                </a:spcAft>
                <a:buClrTx/>
                <a:buSzTx/>
                <a:buFontTx/>
                <a:buNone/>
                <a:tabLst/>
                <a:defRPr/>
              </a:pPr>
              <a:r>
                <a:rPr kumimoji="0" lang="en-US" sz="1866" b="0" i="0" u="none" strike="noStrike" kern="1200" cap="none" spc="0" normalizeH="0" baseline="0" noProof="0">
                  <a:ln>
                    <a:noFill/>
                  </a:ln>
                  <a:solidFill>
                    <a:schemeClr val="bg1"/>
                  </a:solidFill>
                  <a:effectLst/>
                  <a:uLnTx/>
                  <a:uFillTx/>
                  <a:latin typeface="Segoe UI"/>
                  <a:ea typeface="Kozuka Gothic Pro R" pitchFamily="34" charset="-128"/>
                  <a:cs typeface="+mn-cs"/>
                </a:rPr>
                <a:t>IaaS</a:t>
              </a:r>
            </a:p>
          </p:txBody>
        </p:sp>
        <p:sp>
          <p:nvSpPr>
            <p:cNvPr id="74" name="Rectangle 73"/>
            <p:cNvSpPr/>
            <p:nvPr/>
          </p:nvSpPr>
          <p:spPr>
            <a:xfrm>
              <a:off x="3928143" y="5537991"/>
              <a:ext cx="1638241" cy="381000"/>
            </a:xfrm>
            <a:prstGeom prst="rect">
              <a:avLst/>
            </a:prstGeom>
            <a:solidFill>
              <a:schemeClr val="accent2">
                <a:lumMod val="75000"/>
              </a:schemeClr>
            </a:solidFill>
            <a:ln w="9525" cap="flat" cmpd="sng" algn="ctr">
              <a:noFill/>
              <a:prstDash val="solid"/>
            </a:ln>
            <a:effectLst/>
          </p:spPr>
          <p:txBody>
            <a:bodyPr rtlCol="0" anchor="t" anchorCtr="0"/>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chemeClr val="bg1"/>
                  </a:solidFill>
                  <a:effectLst/>
                  <a:uLnTx/>
                  <a:uFillTx/>
                  <a:latin typeface="Segoe UI"/>
                  <a:ea typeface="Segoe UI" pitchFamily="34" charset="0"/>
                  <a:cs typeface="Segoe UI" pitchFamily="34" charset="0"/>
                </a:rPr>
                <a:t>Storage</a:t>
              </a:r>
            </a:p>
          </p:txBody>
        </p:sp>
        <p:sp>
          <p:nvSpPr>
            <p:cNvPr id="75" name="Rectangle 74"/>
            <p:cNvSpPr/>
            <p:nvPr/>
          </p:nvSpPr>
          <p:spPr>
            <a:xfrm>
              <a:off x="3928143" y="5083172"/>
              <a:ext cx="1638241" cy="381000"/>
            </a:xfrm>
            <a:prstGeom prst="rect">
              <a:avLst/>
            </a:prstGeom>
            <a:solidFill>
              <a:schemeClr val="accent2">
                <a:lumMod val="75000"/>
              </a:schemeClr>
            </a:solidFill>
            <a:ln w="9525" cap="flat" cmpd="sng" algn="ctr">
              <a:noFill/>
              <a:prstDash val="solid"/>
            </a:ln>
            <a:effectLst/>
          </p:spPr>
          <p:txBody>
            <a:bodyPr rtlCol="0" anchor="t" anchorCtr="0"/>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chemeClr val="bg1"/>
                  </a:solidFill>
                  <a:effectLst/>
                  <a:uLnTx/>
                  <a:uFillTx/>
                  <a:latin typeface="Segoe UI"/>
                  <a:ea typeface="Segoe UI" pitchFamily="34" charset="0"/>
                  <a:cs typeface="Segoe UI" pitchFamily="34" charset="0"/>
                </a:rPr>
                <a:t>Servers</a:t>
              </a:r>
            </a:p>
          </p:txBody>
        </p:sp>
        <p:sp>
          <p:nvSpPr>
            <p:cNvPr id="76" name="Rectangle 75"/>
            <p:cNvSpPr/>
            <p:nvPr/>
          </p:nvSpPr>
          <p:spPr>
            <a:xfrm>
              <a:off x="3928143" y="5992808"/>
              <a:ext cx="1638241" cy="381000"/>
            </a:xfrm>
            <a:prstGeom prst="rect">
              <a:avLst/>
            </a:prstGeom>
            <a:solidFill>
              <a:schemeClr val="accent2">
                <a:lumMod val="75000"/>
              </a:schemeClr>
            </a:solidFill>
            <a:ln w="9525" cap="flat" cmpd="sng" algn="ctr">
              <a:noFill/>
              <a:prstDash val="solid"/>
            </a:ln>
            <a:effectLst/>
          </p:spPr>
          <p:txBody>
            <a:bodyPr rtlCol="0" anchor="t" anchorCtr="0"/>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chemeClr val="bg1"/>
                  </a:solidFill>
                  <a:effectLst/>
                  <a:uLnTx/>
                  <a:uFillTx/>
                  <a:latin typeface="Segoe UI"/>
                  <a:ea typeface="Segoe UI" pitchFamily="34" charset="0"/>
                  <a:cs typeface="Segoe UI" pitchFamily="34" charset="0"/>
                </a:rPr>
                <a:t>Networking</a:t>
              </a:r>
            </a:p>
          </p:txBody>
        </p:sp>
        <p:sp>
          <p:nvSpPr>
            <p:cNvPr id="77" name="Rectangle 76"/>
            <p:cNvSpPr/>
            <p:nvPr/>
          </p:nvSpPr>
          <p:spPr>
            <a:xfrm>
              <a:off x="3928143" y="4173534"/>
              <a:ext cx="1638241" cy="381000"/>
            </a:xfrm>
            <a:prstGeom prst="rect">
              <a:avLst/>
            </a:prstGeom>
            <a:solidFill>
              <a:schemeClr val="accent4">
                <a:lumMod val="75000"/>
              </a:schemeClr>
            </a:solidFill>
            <a:ln w="9525" cap="flat" cmpd="sng" algn="ctr">
              <a:noFill/>
              <a:prstDash val="solid"/>
            </a:ln>
            <a:effectLst/>
          </p:spPr>
          <p:txBody>
            <a:bodyPr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Operating System</a:t>
              </a:r>
            </a:p>
          </p:txBody>
        </p:sp>
        <p:sp>
          <p:nvSpPr>
            <p:cNvPr id="78" name="Rectangle 77"/>
            <p:cNvSpPr/>
            <p:nvPr/>
          </p:nvSpPr>
          <p:spPr>
            <a:xfrm>
              <a:off x="3928143" y="3718715"/>
              <a:ext cx="1638241" cy="381000"/>
            </a:xfrm>
            <a:prstGeom prst="rect">
              <a:avLst/>
            </a:prstGeom>
            <a:solidFill>
              <a:schemeClr val="accent4">
                <a:lumMod val="75000"/>
              </a:schemeClr>
            </a:solidFill>
            <a:ln w="9525" cap="flat" cmpd="sng" algn="ctr">
              <a:noFill/>
              <a:prstDash val="solid"/>
            </a:ln>
            <a:effectLst/>
          </p:spPr>
          <p:txBody>
            <a:bodyPr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Middleware</a:t>
              </a:r>
            </a:p>
          </p:txBody>
        </p:sp>
        <p:sp>
          <p:nvSpPr>
            <p:cNvPr id="79" name="Rectangle 78"/>
            <p:cNvSpPr/>
            <p:nvPr/>
          </p:nvSpPr>
          <p:spPr>
            <a:xfrm>
              <a:off x="3928143" y="4628353"/>
              <a:ext cx="1638241" cy="381000"/>
            </a:xfrm>
            <a:prstGeom prst="rect">
              <a:avLst/>
            </a:prstGeom>
            <a:solidFill>
              <a:schemeClr val="accent2">
                <a:lumMod val="75000"/>
              </a:schemeClr>
            </a:solidFill>
            <a:ln w="9525" cap="flat" cmpd="sng" algn="ctr">
              <a:noFill/>
              <a:prstDash val="solid"/>
            </a:ln>
            <a:effectLst/>
          </p:spPr>
          <p:txBody>
            <a:bodyPr lIns="0" rIns="0" rtlCol="0" anchor="t" anchorCtr="0"/>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chemeClr val="bg1"/>
                  </a:solidFill>
                  <a:effectLst/>
                  <a:uLnTx/>
                  <a:uFillTx/>
                  <a:latin typeface="Segoe UI"/>
                  <a:ea typeface="Segoe UI" pitchFamily="34" charset="0"/>
                  <a:cs typeface="Segoe UI" pitchFamily="34" charset="0"/>
                </a:rPr>
                <a:t>Virtualization</a:t>
              </a:r>
            </a:p>
          </p:txBody>
        </p:sp>
        <p:sp>
          <p:nvSpPr>
            <p:cNvPr id="80" name="Rectangle 79"/>
            <p:cNvSpPr/>
            <p:nvPr/>
          </p:nvSpPr>
          <p:spPr>
            <a:xfrm>
              <a:off x="3947914" y="2819213"/>
              <a:ext cx="1638241" cy="381000"/>
            </a:xfrm>
            <a:prstGeom prst="rect">
              <a:avLst/>
            </a:prstGeom>
            <a:solidFill>
              <a:schemeClr val="accent4">
                <a:lumMod val="75000"/>
              </a:schemeClr>
            </a:solidFill>
            <a:ln w="9525" cap="flat" cmpd="sng" algn="ctr">
              <a:noFill/>
              <a:prstDash val="solid"/>
            </a:ln>
            <a:effectLst/>
          </p:spPr>
          <p:txBody>
            <a:bodyPr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Data</a:t>
              </a:r>
            </a:p>
          </p:txBody>
        </p:sp>
        <p:sp>
          <p:nvSpPr>
            <p:cNvPr id="81" name="Rectangle 80"/>
            <p:cNvSpPr/>
            <p:nvPr/>
          </p:nvSpPr>
          <p:spPr>
            <a:xfrm>
              <a:off x="3928143" y="2354258"/>
              <a:ext cx="1638241" cy="381000"/>
            </a:xfrm>
            <a:prstGeom prst="rect">
              <a:avLst/>
            </a:prstGeom>
            <a:solidFill>
              <a:schemeClr val="accent4">
                <a:lumMod val="75000"/>
              </a:schemeClr>
            </a:solidFill>
            <a:ln w="9525" cap="flat" cmpd="sng" algn="ctr">
              <a:noFill/>
              <a:prstDash val="solid"/>
            </a:ln>
            <a:effectLst/>
          </p:spPr>
          <p:txBody>
            <a:bodyPr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Applications</a:t>
              </a:r>
            </a:p>
          </p:txBody>
        </p:sp>
        <p:sp>
          <p:nvSpPr>
            <p:cNvPr id="82" name="Rectangle 81"/>
            <p:cNvSpPr/>
            <p:nvPr/>
          </p:nvSpPr>
          <p:spPr>
            <a:xfrm>
              <a:off x="3928143" y="3263896"/>
              <a:ext cx="1638241" cy="381000"/>
            </a:xfrm>
            <a:prstGeom prst="rect">
              <a:avLst/>
            </a:prstGeom>
            <a:solidFill>
              <a:schemeClr val="accent4">
                <a:lumMod val="75000"/>
              </a:schemeClr>
            </a:solidFill>
            <a:ln w="9525" cap="flat" cmpd="sng" algn="ctr">
              <a:noFill/>
              <a:prstDash val="solid"/>
            </a:ln>
            <a:effectLst/>
          </p:spPr>
          <p:txBody>
            <a:bodyPr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Runtime</a:t>
              </a:r>
            </a:p>
          </p:txBody>
        </p:sp>
        <p:sp>
          <p:nvSpPr>
            <p:cNvPr id="83" name="Left Brace 82"/>
            <p:cNvSpPr/>
            <p:nvPr/>
          </p:nvSpPr>
          <p:spPr>
            <a:xfrm flipH="1">
              <a:off x="5575615" y="4587244"/>
              <a:ext cx="228600" cy="1764000"/>
            </a:xfrm>
            <a:prstGeom prst="leftBrace">
              <a:avLst>
                <a:gd name="adj1" fmla="val 0"/>
                <a:gd name="adj2" fmla="val 50000"/>
              </a:avLst>
            </a:prstGeom>
            <a:noFill/>
            <a:ln w="19050" cap="flat" cmpd="sng" algn="ctr">
              <a:solidFill>
                <a:sysClr val="windowText" lastClr="000000">
                  <a:lumMod val="50000"/>
                  <a:lumOff val="50000"/>
                </a:sysClr>
              </a:solidFill>
              <a:prstDash val="solid"/>
            </a:ln>
            <a:effectLst/>
          </p:spPr>
          <p:txBody>
            <a:bodyPr rtlCol="0" anchor="ctr"/>
            <a:lstStyle/>
            <a:p>
              <a:pPr marL="0" marR="0" lvl="0" indent="0" algn="ctr" defTabSz="1462649" rtl="0" eaLnBrk="1" fontAlgn="auto" latinLnBrk="0" hangingPunct="1">
                <a:lnSpc>
                  <a:spcPct val="100000"/>
                </a:lnSpc>
                <a:spcBef>
                  <a:spcPts val="0"/>
                </a:spcBef>
                <a:spcAft>
                  <a:spcPts val="0"/>
                </a:spcAft>
                <a:buClrTx/>
                <a:buSzTx/>
                <a:buFontTx/>
                <a:buNone/>
                <a:tabLst/>
                <a:defRPr/>
              </a:pPr>
              <a:endParaRPr kumimoji="0" lang="en-US" sz="1866" b="0" i="0" u="none" strike="noStrike" kern="0" cap="none" spc="0" normalizeH="0" baseline="0" noProof="0">
                <a:ln>
                  <a:noFill/>
                </a:ln>
                <a:solidFill>
                  <a:schemeClr val="bg1"/>
                </a:solidFill>
                <a:effectLst/>
                <a:uLnTx/>
                <a:uFillTx/>
                <a:latin typeface="Segoe UI"/>
                <a:ea typeface="Segoe UI" pitchFamily="34" charset="0"/>
                <a:cs typeface="Segoe UI" pitchFamily="34" charset="0"/>
              </a:endParaRPr>
            </a:p>
          </p:txBody>
        </p:sp>
        <p:sp>
          <p:nvSpPr>
            <p:cNvPr id="84" name="TextBox 56"/>
            <p:cNvSpPr txBox="1"/>
            <p:nvPr/>
          </p:nvSpPr>
          <p:spPr>
            <a:xfrm flipH="1">
              <a:off x="5722939" y="4207665"/>
              <a:ext cx="426352" cy="2242493"/>
            </a:xfrm>
            <a:prstGeom prst="rect">
              <a:avLst/>
            </a:prstGeom>
            <a:noFill/>
          </p:spPr>
          <p:txBody>
            <a:bodyPr vert="eaVert"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ctr" defTabSz="1462529" rtl="0" eaLnBrk="1" fontAlgn="base" latinLnBrk="0" hangingPunct="1">
                <a:lnSpc>
                  <a:spcPct val="100000"/>
                </a:lnSpc>
                <a:spcBef>
                  <a:spcPts val="0"/>
                </a:spcBef>
                <a:spcAft>
                  <a:spcPct val="0"/>
                </a:spcAft>
                <a:buClrTx/>
                <a:buSzTx/>
                <a:buFontTx/>
                <a:buNone/>
                <a:tabLst/>
                <a:defRPr/>
              </a:pPr>
              <a:r>
                <a:rPr kumimoji="0" lang="en-US" sz="1866" b="0" i="0" u="none" strike="noStrike" kern="1200" cap="none" spc="0" normalizeH="0" baseline="0" noProof="0">
                  <a:ln>
                    <a:noFill/>
                  </a:ln>
                  <a:solidFill>
                    <a:schemeClr val="bg1"/>
                  </a:solidFill>
                  <a:effectLst/>
                  <a:uLnTx/>
                  <a:uFillTx/>
                  <a:latin typeface="Segoe UI"/>
                  <a:ea typeface="Kozuka Gothic Pro R" pitchFamily="34" charset="-128"/>
                  <a:cs typeface="+mn-cs"/>
                </a:rPr>
                <a:t>Managed by Microsoft</a:t>
              </a:r>
            </a:p>
          </p:txBody>
        </p:sp>
        <p:sp>
          <p:nvSpPr>
            <p:cNvPr id="85" name="Left Brace 84"/>
            <p:cNvSpPr/>
            <p:nvPr/>
          </p:nvSpPr>
          <p:spPr>
            <a:xfrm>
              <a:off x="3789635" y="2354258"/>
              <a:ext cx="133350" cy="2200276"/>
            </a:xfrm>
            <a:prstGeom prst="leftBrace">
              <a:avLst>
                <a:gd name="adj1" fmla="val 0"/>
                <a:gd name="adj2" fmla="val 50000"/>
              </a:avLst>
            </a:prstGeom>
            <a:noFill/>
            <a:ln w="19050" cap="flat" cmpd="sng" algn="ctr">
              <a:solidFill>
                <a:sysClr val="windowText" lastClr="000000">
                  <a:lumMod val="50000"/>
                  <a:lumOff val="50000"/>
                </a:sysClr>
              </a:solidFill>
              <a:prstDash val="solid"/>
            </a:ln>
            <a:effectLst/>
          </p:spPr>
          <p:txBody>
            <a:bodyPr rtlCol="0" anchor="ctr"/>
            <a:lstStyle/>
            <a:p>
              <a:pPr marL="0" marR="0" lvl="0" indent="0" algn="ctr" defTabSz="1462649" rtl="0" eaLnBrk="1" fontAlgn="auto" latinLnBrk="0" hangingPunct="1">
                <a:lnSpc>
                  <a:spcPct val="100000"/>
                </a:lnSpc>
                <a:spcBef>
                  <a:spcPts val="0"/>
                </a:spcBef>
                <a:spcAft>
                  <a:spcPts val="0"/>
                </a:spcAft>
                <a:buClrTx/>
                <a:buSzTx/>
                <a:buFontTx/>
                <a:buNone/>
                <a:tabLst/>
                <a:defRPr/>
              </a:pPr>
              <a:endParaRPr kumimoji="0" lang="en-US" sz="1866" b="0" i="0" u="none" strike="noStrike" kern="0" cap="none" spc="0" normalizeH="0" baseline="0" noProof="0">
                <a:ln>
                  <a:noFill/>
                </a:ln>
                <a:solidFill>
                  <a:schemeClr val="bg1"/>
                </a:solidFill>
                <a:effectLst/>
                <a:uLnTx/>
                <a:uFillTx/>
                <a:latin typeface="Segoe UI"/>
                <a:ea typeface="Segoe UI" pitchFamily="34" charset="0"/>
                <a:cs typeface="Segoe UI" pitchFamily="34" charset="0"/>
              </a:endParaRPr>
            </a:p>
          </p:txBody>
        </p:sp>
        <p:sp>
          <p:nvSpPr>
            <p:cNvPr id="86" name="TextBox 58"/>
            <p:cNvSpPr txBox="1"/>
            <p:nvPr/>
          </p:nvSpPr>
          <p:spPr>
            <a:xfrm>
              <a:off x="3377367" y="2820118"/>
              <a:ext cx="426352" cy="1268549"/>
            </a:xfrm>
            <a:prstGeom prst="rect">
              <a:avLst/>
            </a:prstGeom>
            <a:noFill/>
          </p:spPr>
          <p:txBody>
            <a:bodyPr vert="vert270"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ctr" defTabSz="1462529" rtl="0" eaLnBrk="1" fontAlgn="base" latinLnBrk="0" hangingPunct="1">
                <a:lnSpc>
                  <a:spcPct val="100000"/>
                </a:lnSpc>
                <a:spcBef>
                  <a:spcPts val="0"/>
                </a:spcBef>
                <a:spcAft>
                  <a:spcPct val="0"/>
                </a:spcAft>
                <a:buClrTx/>
                <a:buSzTx/>
                <a:buFontTx/>
                <a:buNone/>
                <a:tabLst/>
                <a:defRPr/>
              </a:pPr>
              <a:r>
                <a:rPr kumimoji="0" lang="en-US" sz="1866" b="0" i="0" u="none" strike="noStrike" kern="1200" cap="none" spc="0" normalizeH="0" baseline="0" noProof="0">
                  <a:ln>
                    <a:noFill/>
                  </a:ln>
                  <a:solidFill>
                    <a:schemeClr val="bg1"/>
                  </a:solidFill>
                  <a:effectLst/>
                  <a:uLnTx/>
                  <a:uFillTx/>
                  <a:latin typeface="Segoe UI"/>
                  <a:ea typeface="Kozuka Gothic Pro R" pitchFamily="34" charset="-128"/>
                  <a:cs typeface="+mn-cs"/>
                </a:rPr>
                <a:t>You Manage</a:t>
              </a:r>
            </a:p>
          </p:txBody>
        </p:sp>
      </p:grpSp>
      <p:grpSp>
        <p:nvGrpSpPr>
          <p:cNvPr id="87" name="Group 86"/>
          <p:cNvGrpSpPr/>
          <p:nvPr/>
        </p:nvGrpSpPr>
        <p:grpSpPr>
          <a:xfrm>
            <a:off x="6092512" y="719166"/>
            <a:ext cx="2994894" cy="5116095"/>
            <a:chOff x="5979422" y="1757570"/>
            <a:chExt cx="2706420" cy="4624509"/>
          </a:xfrm>
        </p:grpSpPr>
        <p:sp>
          <p:nvSpPr>
            <p:cNvPr id="88" name="Rectangle 87"/>
            <p:cNvSpPr/>
            <p:nvPr/>
          </p:nvSpPr>
          <p:spPr>
            <a:xfrm>
              <a:off x="6315305" y="1757570"/>
              <a:ext cx="2000311" cy="640080"/>
            </a:xfrm>
            <a:prstGeom prst="rect">
              <a:avLst/>
            </a:prstGeom>
            <a:noFill/>
            <a:ln w="9525" cap="flat" cmpd="sng" algn="ctr">
              <a:noFill/>
              <a:prstDash val="solid"/>
            </a:ln>
            <a:effectLst/>
          </p:spPr>
          <p:txBody>
            <a:bodyPr tIns="0" bIns="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1" indent="0" algn="ctr" defTabSz="1462529" rtl="0" eaLnBrk="1" fontAlgn="base" latinLnBrk="0" hangingPunct="1">
                <a:lnSpc>
                  <a:spcPct val="100000"/>
                </a:lnSpc>
                <a:spcBef>
                  <a:spcPts val="0"/>
                </a:spcBef>
                <a:spcAft>
                  <a:spcPct val="0"/>
                </a:spcAft>
                <a:buClrTx/>
                <a:buSzTx/>
                <a:buFontTx/>
                <a:buNone/>
                <a:tabLst/>
                <a:defRPr/>
              </a:pPr>
              <a:endParaRPr kumimoji="0" lang="en-US" sz="1866" b="0" i="0" u="none" strike="noStrike" kern="1200" cap="none" spc="0" normalizeH="0" baseline="0" noProof="0">
                <a:ln>
                  <a:noFill/>
                </a:ln>
                <a:solidFill>
                  <a:schemeClr val="bg1"/>
                </a:solidFill>
                <a:effectLst/>
                <a:uLnTx/>
                <a:uFillTx/>
                <a:latin typeface="Segoe UI"/>
                <a:ea typeface="Kozuka Gothic Pro R" pitchFamily="34" charset="-128"/>
                <a:cs typeface="+mn-cs"/>
              </a:endParaRPr>
            </a:p>
            <a:p>
              <a:pPr marL="0" marR="0" lvl="1" indent="0" algn="ctr" defTabSz="1462529" rtl="0" eaLnBrk="1" fontAlgn="base" latinLnBrk="0" hangingPunct="1">
                <a:lnSpc>
                  <a:spcPct val="100000"/>
                </a:lnSpc>
                <a:spcBef>
                  <a:spcPts val="0"/>
                </a:spcBef>
                <a:spcAft>
                  <a:spcPct val="0"/>
                </a:spcAft>
                <a:buClrTx/>
                <a:buSzTx/>
                <a:buFontTx/>
                <a:buNone/>
                <a:tabLst/>
                <a:defRPr/>
              </a:pPr>
              <a:r>
                <a:rPr kumimoji="0" lang="en-US" sz="1866" b="0" i="0" u="none" strike="noStrike" kern="1200" cap="none" spc="0" normalizeH="0" baseline="0" noProof="0">
                  <a:ln>
                    <a:noFill/>
                  </a:ln>
                  <a:solidFill>
                    <a:schemeClr val="bg1"/>
                  </a:solidFill>
                  <a:effectLst/>
                  <a:uLnTx/>
                  <a:uFillTx/>
                  <a:latin typeface="Segoe UI"/>
                  <a:ea typeface="Kozuka Gothic Pro R" pitchFamily="34" charset="-128"/>
                  <a:cs typeface="+mn-cs"/>
                </a:rPr>
                <a:t>PaaS</a:t>
              </a:r>
            </a:p>
          </p:txBody>
        </p:sp>
        <p:sp>
          <p:nvSpPr>
            <p:cNvPr id="89" name="Left Brace 88"/>
            <p:cNvSpPr/>
            <p:nvPr/>
          </p:nvSpPr>
          <p:spPr>
            <a:xfrm flipH="1">
              <a:off x="8131739" y="3259131"/>
              <a:ext cx="209580" cy="3122948"/>
            </a:xfrm>
            <a:prstGeom prst="leftBrace">
              <a:avLst>
                <a:gd name="adj1" fmla="val 0"/>
                <a:gd name="adj2" fmla="val 50000"/>
              </a:avLst>
            </a:prstGeom>
            <a:noFill/>
            <a:ln w="19050" cap="flat" cmpd="sng" algn="ctr">
              <a:solidFill>
                <a:sysClr val="windowText" lastClr="000000">
                  <a:lumMod val="50000"/>
                  <a:lumOff val="50000"/>
                </a:sysClr>
              </a:solidFill>
              <a:prstDash val="solid"/>
            </a:ln>
            <a:effectLst/>
          </p:spPr>
          <p:txBody>
            <a:bodyPr rtlCol="0" anchor="ctr"/>
            <a:lstStyle/>
            <a:p>
              <a:pPr marL="0" marR="0" lvl="0" indent="0" algn="ctr" defTabSz="1462649" rtl="0" eaLnBrk="1" fontAlgn="auto" latinLnBrk="0" hangingPunct="1">
                <a:lnSpc>
                  <a:spcPct val="100000"/>
                </a:lnSpc>
                <a:spcBef>
                  <a:spcPts val="0"/>
                </a:spcBef>
                <a:spcAft>
                  <a:spcPts val="0"/>
                </a:spcAft>
                <a:buClrTx/>
                <a:buSzTx/>
                <a:buFontTx/>
                <a:buNone/>
                <a:tabLst/>
                <a:defRPr/>
              </a:pPr>
              <a:endParaRPr kumimoji="0" lang="en-US" sz="1866" b="0" i="0" u="none" strike="noStrike" kern="0" cap="none" spc="0" normalizeH="0" baseline="0" noProof="0">
                <a:ln>
                  <a:noFill/>
                </a:ln>
                <a:solidFill>
                  <a:schemeClr val="bg1"/>
                </a:solidFill>
                <a:effectLst/>
                <a:uLnTx/>
                <a:uFillTx/>
                <a:latin typeface="Segoe UI"/>
                <a:ea typeface="Segoe UI" pitchFamily="34" charset="0"/>
                <a:cs typeface="Segoe UI" pitchFamily="34" charset="0"/>
              </a:endParaRPr>
            </a:p>
          </p:txBody>
        </p:sp>
        <p:sp>
          <p:nvSpPr>
            <p:cNvPr id="90" name="TextBox 54"/>
            <p:cNvSpPr txBox="1"/>
            <p:nvPr/>
          </p:nvSpPr>
          <p:spPr>
            <a:xfrm flipH="1">
              <a:off x="8259490" y="3716551"/>
              <a:ext cx="426352" cy="2242494"/>
            </a:xfrm>
            <a:prstGeom prst="rect">
              <a:avLst/>
            </a:prstGeom>
            <a:noFill/>
          </p:spPr>
          <p:txBody>
            <a:bodyPr vert="eaVert"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ctr" defTabSz="1462529" rtl="0" eaLnBrk="1" fontAlgn="base" latinLnBrk="0" hangingPunct="1">
                <a:lnSpc>
                  <a:spcPct val="100000"/>
                </a:lnSpc>
                <a:spcBef>
                  <a:spcPts val="0"/>
                </a:spcBef>
                <a:spcAft>
                  <a:spcPct val="0"/>
                </a:spcAft>
                <a:buClrTx/>
                <a:buSzTx/>
                <a:buFontTx/>
                <a:buNone/>
                <a:tabLst/>
                <a:defRPr/>
              </a:pPr>
              <a:r>
                <a:rPr kumimoji="0" lang="en-US" sz="1866" b="0" i="0" u="none" strike="noStrike" kern="1200" cap="none" spc="0" normalizeH="0" baseline="0" noProof="0">
                  <a:ln>
                    <a:noFill/>
                  </a:ln>
                  <a:solidFill>
                    <a:schemeClr val="bg1"/>
                  </a:solidFill>
                  <a:effectLst/>
                  <a:uLnTx/>
                  <a:uFillTx/>
                  <a:latin typeface="Segoe UI"/>
                  <a:ea typeface="Kozuka Gothic Pro R" pitchFamily="34" charset="-128"/>
                  <a:cs typeface="+mn-cs"/>
                </a:rPr>
                <a:t>Managed by Microsoft</a:t>
              </a:r>
            </a:p>
          </p:txBody>
        </p:sp>
        <p:sp>
          <p:nvSpPr>
            <p:cNvPr id="91" name="Left Brace 90"/>
            <p:cNvSpPr/>
            <p:nvPr/>
          </p:nvSpPr>
          <p:spPr>
            <a:xfrm>
              <a:off x="6322411" y="2335206"/>
              <a:ext cx="152400" cy="847725"/>
            </a:xfrm>
            <a:prstGeom prst="leftBrace">
              <a:avLst>
                <a:gd name="adj1" fmla="val 0"/>
                <a:gd name="adj2" fmla="val 50000"/>
              </a:avLst>
            </a:prstGeom>
            <a:noFill/>
            <a:ln w="19050" cap="flat" cmpd="sng" algn="ctr">
              <a:solidFill>
                <a:sysClr val="windowText" lastClr="000000">
                  <a:lumMod val="50000"/>
                  <a:lumOff val="50000"/>
                </a:sysClr>
              </a:solidFill>
              <a:prstDash val="solid"/>
            </a:ln>
            <a:effectLst/>
          </p:spPr>
          <p:txBody>
            <a:bodyPr rtlCol="0" anchor="ctr"/>
            <a:lstStyle/>
            <a:p>
              <a:pPr marL="0" marR="0" lvl="0" indent="0" algn="ctr" defTabSz="1462649" rtl="0" eaLnBrk="1" fontAlgn="auto" latinLnBrk="0" hangingPunct="1">
                <a:lnSpc>
                  <a:spcPct val="100000"/>
                </a:lnSpc>
                <a:spcBef>
                  <a:spcPts val="0"/>
                </a:spcBef>
                <a:spcAft>
                  <a:spcPts val="0"/>
                </a:spcAft>
                <a:buClrTx/>
                <a:buSzTx/>
                <a:buFontTx/>
                <a:buNone/>
                <a:tabLst/>
                <a:defRPr/>
              </a:pPr>
              <a:endParaRPr kumimoji="0" lang="en-US" sz="1866" b="0" i="0" u="none" strike="noStrike" kern="0" cap="none" spc="0" normalizeH="0" baseline="0" noProof="0">
                <a:ln>
                  <a:noFill/>
                </a:ln>
                <a:solidFill>
                  <a:schemeClr val="bg1"/>
                </a:solidFill>
                <a:effectLst/>
                <a:uLnTx/>
                <a:uFillTx/>
                <a:latin typeface="Segoe UI"/>
                <a:ea typeface="Segoe UI" pitchFamily="34" charset="0"/>
                <a:cs typeface="Segoe UI" pitchFamily="34" charset="0"/>
              </a:endParaRPr>
            </a:p>
          </p:txBody>
        </p:sp>
        <p:sp>
          <p:nvSpPr>
            <p:cNvPr id="92" name="TextBox 60"/>
            <p:cNvSpPr txBox="1"/>
            <p:nvPr/>
          </p:nvSpPr>
          <p:spPr>
            <a:xfrm>
              <a:off x="5979422" y="2121634"/>
              <a:ext cx="426352" cy="1268550"/>
            </a:xfrm>
            <a:prstGeom prst="rect">
              <a:avLst/>
            </a:prstGeom>
            <a:noFill/>
          </p:spPr>
          <p:txBody>
            <a:bodyPr vert="vert270"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ctr" defTabSz="1462529" rtl="0" eaLnBrk="1" fontAlgn="base" latinLnBrk="0" hangingPunct="1">
                <a:lnSpc>
                  <a:spcPct val="100000"/>
                </a:lnSpc>
                <a:spcBef>
                  <a:spcPts val="0"/>
                </a:spcBef>
                <a:spcAft>
                  <a:spcPct val="0"/>
                </a:spcAft>
                <a:buClrTx/>
                <a:buSzTx/>
                <a:buFontTx/>
                <a:buNone/>
                <a:tabLst/>
                <a:defRPr/>
              </a:pPr>
              <a:r>
                <a:rPr kumimoji="0" lang="en-US" sz="1866" b="0" i="0" u="none" strike="noStrike" kern="1200" cap="none" spc="0" normalizeH="0" baseline="0" noProof="0">
                  <a:ln>
                    <a:noFill/>
                  </a:ln>
                  <a:solidFill>
                    <a:schemeClr val="bg1"/>
                  </a:solidFill>
                  <a:effectLst/>
                  <a:uLnTx/>
                  <a:uFillTx/>
                  <a:latin typeface="Segoe UI"/>
                  <a:ea typeface="Kozuka Gothic Pro R" pitchFamily="34" charset="-128"/>
                  <a:cs typeface="+mn-cs"/>
                </a:rPr>
                <a:t>You Manage</a:t>
              </a:r>
            </a:p>
          </p:txBody>
        </p:sp>
        <p:sp>
          <p:nvSpPr>
            <p:cNvPr id="93" name="Rectangle 92"/>
            <p:cNvSpPr/>
            <p:nvPr/>
          </p:nvSpPr>
          <p:spPr>
            <a:xfrm>
              <a:off x="6484238" y="5537990"/>
              <a:ext cx="1638240" cy="381000"/>
            </a:xfrm>
            <a:prstGeom prst="rect">
              <a:avLst/>
            </a:prstGeom>
            <a:solidFill>
              <a:schemeClr val="accent2">
                <a:lumMod val="75000"/>
              </a:schemeClr>
            </a:solidFill>
            <a:ln w="9525" cap="flat" cmpd="sng" algn="ctr">
              <a:noFill/>
              <a:prstDash val="solid"/>
            </a:ln>
            <a:effectLst/>
          </p:spPr>
          <p:txBody>
            <a:bodyPr lIns="0" rIns="0"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Storage</a:t>
              </a:r>
            </a:p>
          </p:txBody>
        </p:sp>
        <p:sp>
          <p:nvSpPr>
            <p:cNvPr id="150" name="Rectangle 149"/>
            <p:cNvSpPr/>
            <p:nvPr/>
          </p:nvSpPr>
          <p:spPr>
            <a:xfrm>
              <a:off x="6484238" y="5083171"/>
              <a:ext cx="1638240" cy="381000"/>
            </a:xfrm>
            <a:prstGeom prst="rect">
              <a:avLst/>
            </a:prstGeom>
            <a:solidFill>
              <a:schemeClr val="accent2">
                <a:lumMod val="75000"/>
              </a:schemeClr>
            </a:solidFill>
            <a:ln w="9525" cap="flat" cmpd="sng" algn="ctr">
              <a:noFill/>
              <a:prstDash val="solid"/>
            </a:ln>
            <a:effectLst/>
          </p:spPr>
          <p:txBody>
            <a:bodyPr lIns="0" rIns="0"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Servers</a:t>
              </a:r>
            </a:p>
          </p:txBody>
        </p:sp>
        <p:sp>
          <p:nvSpPr>
            <p:cNvPr id="151" name="Rectangle 150"/>
            <p:cNvSpPr/>
            <p:nvPr/>
          </p:nvSpPr>
          <p:spPr>
            <a:xfrm>
              <a:off x="6484238" y="5992807"/>
              <a:ext cx="1638240" cy="381000"/>
            </a:xfrm>
            <a:prstGeom prst="rect">
              <a:avLst/>
            </a:prstGeom>
            <a:solidFill>
              <a:schemeClr val="accent2">
                <a:lumMod val="75000"/>
              </a:schemeClr>
            </a:solidFill>
            <a:ln w="9525" cap="flat" cmpd="sng" algn="ctr">
              <a:noFill/>
              <a:prstDash val="solid"/>
            </a:ln>
            <a:effectLst/>
          </p:spPr>
          <p:txBody>
            <a:bodyPr lIns="0" rIns="0"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Networking</a:t>
              </a:r>
            </a:p>
          </p:txBody>
        </p:sp>
        <p:sp>
          <p:nvSpPr>
            <p:cNvPr id="152" name="Rectangle 151"/>
            <p:cNvSpPr/>
            <p:nvPr/>
          </p:nvSpPr>
          <p:spPr>
            <a:xfrm>
              <a:off x="6484238" y="4173533"/>
              <a:ext cx="1638240" cy="381000"/>
            </a:xfrm>
            <a:prstGeom prst="rect">
              <a:avLst/>
            </a:prstGeom>
            <a:solidFill>
              <a:schemeClr val="accent2">
                <a:lumMod val="75000"/>
              </a:schemeClr>
            </a:solidFill>
            <a:ln w="9525" cap="flat" cmpd="sng" algn="ctr">
              <a:noFill/>
              <a:prstDash val="solid"/>
            </a:ln>
            <a:effectLst/>
          </p:spPr>
          <p:txBody>
            <a:bodyPr lIns="0" rIns="0"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Operating System</a:t>
              </a:r>
            </a:p>
          </p:txBody>
        </p:sp>
        <p:sp>
          <p:nvSpPr>
            <p:cNvPr id="153" name="Rectangle 152"/>
            <p:cNvSpPr/>
            <p:nvPr/>
          </p:nvSpPr>
          <p:spPr>
            <a:xfrm>
              <a:off x="6484238" y="3718714"/>
              <a:ext cx="1638240" cy="381000"/>
            </a:xfrm>
            <a:prstGeom prst="rect">
              <a:avLst/>
            </a:prstGeom>
            <a:solidFill>
              <a:schemeClr val="accent2">
                <a:lumMod val="75000"/>
              </a:schemeClr>
            </a:solidFill>
            <a:ln w="9525" cap="flat" cmpd="sng" algn="ctr">
              <a:noFill/>
              <a:prstDash val="solid"/>
            </a:ln>
            <a:effectLst/>
          </p:spPr>
          <p:txBody>
            <a:bodyPr lIns="0" rIns="0"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Middleware</a:t>
              </a:r>
            </a:p>
          </p:txBody>
        </p:sp>
        <p:sp>
          <p:nvSpPr>
            <p:cNvPr id="154" name="Rectangle 153"/>
            <p:cNvSpPr/>
            <p:nvPr/>
          </p:nvSpPr>
          <p:spPr>
            <a:xfrm>
              <a:off x="6484238" y="4628352"/>
              <a:ext cx="1638240" cy="381000"/>
            </a:xfrm>
            <a:prstGeom prst="rect">
              <a:avLst/>
            </a:prstGeom>
            <a:solidFill>
              <a:schemeClr val="accent2">
                <a:lumMod val="75000"/>
              </a:schemeClr>
            </a:solidFill>
            <a:ln w="9525" cap="flat" cmpd="sng" algn="ctr">
              <a:noFill/>
              <a:prstDash val="solid"/>
            </a:ln>
            <a:effectLst/>
          </p:spPr>
          <p:txBody>
            <a:bodyPr lIns="0" rIns="0"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Virtualization</a:t>
              </a:r>
            </a:p>
          </p:txBody>
        </p:sp>
        <p:sp>
          <p:nvSpPr>
            <p:cNvPr id="155" name="Rectangle 154"/>
            <p:cNvSpPr/>
            <p:nvPr/>
          </p:nvSpPr>
          <p:spPr>
            <a:xfrm>
              <a:off x="6484238" y="2354257"/>
              <a:ext cx="1638240" cy="381000"/>
            </a:xfrm>
            <a:prstGeom prst="rect">
              <a:avLst/>
            </a:prstGeom>
            <a:solidFill>
              <a:schemeClr val="accent4">
                <a:lumMod val="75000"/>
              </a:schemeClr>
            </a:solidFill>
            <a:ln w="9525" cap="flat" cmpd="sng" algn="ctr">
              <a:noFill/>
              <a:prstDash val="solid"/>
            </a:ln>
            <a:effectLst/>
          </p:spPr>
          <p:txBody>
            <a:bodyPr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Applications</a:t>
              </a:r>
            </a:p>
          </p:txBody>
        </p:sp>
        <p:sp>
          <p:nvSpPr>
            <p:cNvPr id="156" name="Rectangle 155"/>
            <p:cNvSpPr/>
            <p:nvPr/>
          </p:nvSpPr>
          <p:spPr>
            <a:xfrm>
              <a:off x="6484238" y="3263895"/>
              <a:ext cx="1638240" cy="381000"/>
            </a:xfrm>
            <a:prstGeom prst="rect">
              <a:avLst/>
            </a:prstGeom>
            <a:solidFill>
              <a:schemeClr val="accent2">
                <a:lumMod val="75000"/>
              </a:schemeClr>
            </a:solidFill>
            <a:ln w="9525" cap="flat" cmpd="sng" algn="ctr">
              <a:noFill/>
              <a:prstDash val="solid"/>
            </a:ln>
            <a:effectLst/>
          </p:spPr>
          <p:txBody>
            <a:bodyPr lIns="0" rIns="0"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Runtime</a:t>
              </a:r>
            </a:p>
          </p:txBody>
        </p:sp>
        <p:sp>
          <p:nvSpPr>
            <p:cNvPr id="157" name="Rectangle 156"/>
            <p:cNvSpPr/>
            <p:nvPr/>
          </p:nvSpPr>
          <p:spPr>
            <a:xfrm>
              <a:off x="6484238" y="2809076"/>
              <a:ext cx="1638240" cy="381000"/>
            </a:xfrm>
            <a:prstGeom prst="rect">
              <a:avLst/>
            </a:prstGeom>
            <a:solidFill>
              <a:schemeClr val="accent4">
                <a:lumMod val="75000"/>
              </a:schemeClr>
            </a:solidFill>
            <a:ln w="9525" cap="flat" cmpd="sng" algn="ctr">
              <a:noFill/>
              <a:prstDash val="solid"/>
            </a:ln>
            <a:effectLst/>
          </p:spPr>
          <p:txBody>
            <a:bodyPr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Data</a:t>
              </a:r>
            </a:p>
          </p:txBody>
        </p:sp>
      </p:grpSp>
      <p:sp>
        <p:nvSpPr>
          <p:cNvPr id="159" name="Rectangle 158"/>
          <p:cNvSpPr/>
          <p:nvPr/>
        </p:nvSpPr>
        <p:spPr>
          <a:xfrm>
            <a:off x="9255489" y="709859"/>
            <a:ext cx="2244446" cy="708121"/>
          </a:xfrm>
          <a:prstGeom prst="rect">
            <a:avLst/>
          </a:prstGeom>
          <a:noFill/>
          <a:ln w="9525" cap="flat" cmpd="sng" algn="ctr">
            <a:noFill/>
            <a:prstDash val="solid"/>
          </a:ln>
          <a:effectLst/>
        </p:spPr>
        <p:txBody>
          <a:bodyPr tIns="0" bIns="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1" indent="0" algn="ctr" defTabSz="1462529" rtl="0" eaLnBrk="1" fontAlgn="base" latinLnBrk="0" hangingPunct="1">
              <a:lnSpc>
                <a:spcPct val="100000"/>
              </a:lnSpc>
              <a:spcBef>
                <a:spcPts val="0"/>
              </a:spcBef>
              <a:spcAft>
                <a:spcPct val="0"/>
              </a:spcAft>
              <a:buClrTx/>
              <a:buSzTx/>
              <a:buFontTx/>
              <a:buNone/>
              <a:tabLst/>
              <a:defRPr/>
            </a:pPr>
            <a:endParaRPr kumimoji="0" lang="en-US" sz="1866" b="0" i="0" u="none" strike="noStrike" kern="1200" cap="none" spc="0" normalizeH="0" baseline="0" noProof="0">
              <a:ln>
                <a:noFill/>
              </a:ln>
              <a:solidFill>
                <a:schemeClr val="bg1"/>
              </a:solidFill>
              <a:effectLst/>
              <a:uLnTx/>
              <a:uFillTx/>
              <a:latin typeface="Segoe UI"/>
              <a:ea typeface="Kozuka Gothic Pro R" pitchFamily="34" charset="-128"/>
              <a:cs typeface="+mn-cs"/>
            </a:endParaRPr>
          </a:p>
          <a:p>
            <a:pPr marL="0" marR="0" lvl="1" indent="0" algn="ctr" defTabSz="1462529" rtl="0" eaLnBrk="1" fontAlgn="base" latinLnBrk="0" hangingPunct="1">
              <a:lnSpc>
                <a:spcPct val="100000"/>
              </a:lnSpc>
              <a:spcBef>
                <a:spcPts val="0"/>
              </a:spcBef>
              <a:spcAft>
                <a:spcPct val="0"/>
              </a:spcAft>
              <a:buClrTx/>
              <a:buSzTx/>
              <a:buFontTx/>
              <a:buNone/>
              <a:tabLst/>
              <a:defRPr/>
            </a:pPr>
            <a:r>
              <a:rPr kumimoji="0" lang="en-US" sz="1866" b="0" i="0" u="none" strike="noStrike" kern="1200" cap="none" spc="0" normalizeH="0" baseline="0" noProof="0">
                <a:ln>
                  <a:noFill/>
                </a:ln>
                <a:solidFill>
                  <a:schemeClr val="bg1"/>
                </a:solidFill>
                <a:effectLst/>
                <a:uLnTx/>
                <a:uFillTx/>
                <a:latin typeface="Segoe UI"/>
                <a:ea typeface="Kozuka Gothic Pro R" pitchFamily="34" charset="-128"/>
                <a:cs typeface="+mn-cs"/>
              </a:rPr>
              <a:t>SaaS</a:t>
            </a:r>
          </a:p>
        </p:txBody>
      </p:sp>
      <p:sp>
        <p:nvSpPr>
          <p:cNvPr id="160" name="Left Brace 159"/>
          <p:cNvSpPr/>
          <p:nvPr/>
        </p:nvSpPr>
        <p:spPr>
          <a:xfrm flipH="1">
            <a:off x="11300735" y="1358201"/>
            <a:ext cx="314365" cy="4477055"/>
          </a:xfrm>
          <a:prstGeom prst="leftBrace">
            <a:avLst>
              <a:gd name="adj1" fmla="val 0"/>
              <a:gd name="adj2" fmla="val 50000"/>
            </a:avLst>
          </a:prstGeom>
          <a:noFill/>
          <a:ln w="19050" cap="flat" cmpd="sng" algn="ctr">
            <a:solidFill>
              <a:sysClr val="windowText" lastClr="000000">
                <a:lumMod val="50000"/>
                <a:lumOff val="50000"/>
              </a:sysClr>
            </a:solidFill>
            <a:prstDash val="solid"/>
          </a:ln>
          <a:effectLst/>
        </p:spPr>
        <p:txBody>
          <a:bodyPr rtlCol="0" anchor="ctr"/>
          <a:lstStyle/>
          <a:p>
            <a:pPr marL="0" marR="0" lvl="0" indent="0" algn="ctr" defTabSz="1462649" rtl="0" eaLnBrk="1" fontAlgn="auto" latinLnBrk="0" hangingPunct="1">
              <a:lnSpc>
                <a:spcPct val="100000"/>
              </a:lnSpc>
              <a:spcBef>
                <a:spcPts val="0"/>
              </a:spcBef>
              <a:spcAft>
                <a:spcPts val="0"/>
              </a:spcAft>
              <a:buClrTx/>
              <a:buSzTx/>
              <a:buFontTx/>
              <a:buNone/>
              <a:tabLst/>
              <a:defRPr/>
            </a:pPr>
            <a:endParaRPr kumimoji="0" lang="en-US" sz="1866" b="0" i="0" u="none" strike="noStrike" kern="0" cap="none" spc="0" normalizeH="0" baseline="0" noProof="0">
              <a:ln>
                <a:noFill/>
              </a:ln>
              <a:solidFill>
                <a:schemeClr val="bg1"/>
              </a:solidFill>
              <a:effectLst/>
              <a:uLnTx/>
              <a:uFillTx/>
              <a:latin typeface="Segoe UI"/>
              <a:ea typeface="Segoe UI" pitchFamily="34" charset="0"/>
              <a:cs typeface="Segoe UI" pitchFamily="34" charset="0"/>
            </a:endParaRPr>
          </a:p>
        </p:txBody>
      </p:sp>
      <p:sp>
        <p:nvSpPr>
          <p:cNvPr id="161" name="TextBox 64"/>
          <p:cNvSpPr txBox="1"/>
          <p:nvPr/>
        </p:nvSpPr>
        <p:spPr>
          <a:xfrm flipH="1">
            <a:off x="11547292" y="2364322"/>
            <a:ext cx="471796" cy="2480871"/>
          </a:xfrm>
          <a:prstGeom prst="rect">
            <a:avLst/>
          </a:prstGeom>
          <a:noFill/>
        </p:spPr>
        <p:txBody>
          <a:bodyPr vert="eaVert"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ctr" defTabSz="1462529" rtl="0" eaLnBrk="1" fontAlgn="base" latinLnBrk="0" hangingPunct="1">
              <a:lnSpc>
                <a:spcPct val="100000"/>
              </a:lnSpc>
              <a:spcBef>
                <a:spcPts val="0"/>
              </a:spcBef>
              <a:spcAft>
                <a:spcPct val="0"/>
              </a:spcAft>
              <a:buClrTx/>
              <a:buSzTx/>
              <a:buFontTx/>
              <a:buNone/>
              <a:tabLst/>
              <a:defRPr/>
            </a:pPr>
            <a:r>
              <a:rPr kumimoji="0" lang="en-US" sz="1866" b="0" i="0" u="none" strike="noStrike" kern="1200" cap="none" spc="0" normalizeH="0" baseline="0" noProof="0">
                <a:ln>
                  <a:noFill/>
                </a:ln>
                <a:solidFill>
                  <a:schemeClr val="bg1"/>
                </a:solidFill>
                <a:effectLst/>
                <a:uLnTx/>
                <a:uFillTx/>
                <a:latin typeface="Segoe UI"/>
                <a:ea typeface="Kozuka Gothic Pro R" pitchFamily="34" charset="-128"/>
                <a:cs typeface="+mn-cs"/>
              </a:rPr>
              <a:t>Managed by Microsoft</a:t>
            </a:r>
          </a:p>
        </p:txBody>
      </p:sp>
      <p:sp>
        <p:nvSpPr>
          <p:cNvPr id="162" name="Rectangle 161"/>
          <p:cNvSpPr/>
          <p:nvPr/>
        </p:nvSpPr>
        <p:spPr>
          <a:xfrm>
            <a:off x="9477523" y="4901440"/>
            <a:ext cx="1812858" cy="421500"/>
          </a:xfrm>
          <a:prstGeom prst="rect">
            <a:avLst/>
          </a:prstGeom>
          <a:solidFill>
            <a:schemeClr val="accent2">
              <a:lumMod val="75000"/>
            </a:schemeClr>
          </a:solidFill>
          <a:ln w="9525" cap="flat" cmpd="sng" algn="ctr">
            <a:noFill/>
            <a:prstDash val="solid"/>
          </a:ln>
          <a:effectLst/>
        </p:spPr>
        <p:txBody>
          <a:bodyPr lIns="0" rIns="0"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Storage</a:t>
            </a:r>
          </a:p>
        </p:txBody>
      </p:sp>
      <p:sp>
        <p:nvSpPr>
          <p:cNvPr id="163" name="Rectangle 162"/>
          <p:cNvSpPr/>
          <p:nvPr/>
        </p:nvSpPr>
        <p:spPr>
          <a:xfrm>
            <a:off x="9477523" y="4398274"/>
            <a:ext cx="1812858" cy="421500"/>
          </a:xfrm>
          <a:prstGeom prst="rect">
            <a:avLst/>
          </a:prstGeom>
          <a:solidFill>
            <a:schemeClr val="accent2">
              <a:lumMod val="75000"/>
            </a:schemeClr>
          </a:solidFill>
          <a:ln w="9525" cap="flat" cmpd="sng" algn="ctr">
            <a:noFill/>
            <a:prstDash val="solid"/>
          </a:ln>
          <a:effectLst/>
        </p:spPr>
        <p:txBody>
          <a:bodyPr lIns="0" rIns="0"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Servers</a:t>
            </a:r>
          </a:p>
        </p:txBody>
      </p:sp>
      <p:sp>
        <p:nvSpPr>
          <p:cNvPr id="164" name="Rectangle 163"/>
          <p:cNvSpPr/>
          <p:nvPr/>
        </p:nvSpPr>
        <p:spPr>
          <a:xfrm>
            <a:off x="9477523" y="5404604"/>
            <a:ext cx="1812858" cy="421500"/>
          </a:xfrm>
          <a:prstGeom prst="rect">
            <a:avLst/>
          </a:prstGeom>
          <a:solidFill>
            <a:schemeClr val="accent2">
              <a:lumMod val="75000"/>
            </a:schemeClr>
          </a:solidFill>
          <a:ln w="9525" cap="flat" cmpd="sng" algn="ctr">
            <a:noFill/>
            <a:prstDash val="solid"/>
          </a:ln>
          <a:effectLst/>
        </p:spPr>
        <p:txBody>
          <a:bodyPr lIns="0" rIns="0"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Networking</a:t>
            </a:r>
          </a:p>
        </p:txBody>
      </p:sp>
      <p:sp>
        <p:nvSpPr>
          <p:cNvPr id="165" name="Rectangle 164"/>
          <p:cNvSpPr/>
          <p:nvPr/>
        </p:nvSpPr>
        <p:spPr>
          <a:xfrm>
            <a:off x="9477523" y="3391941"/>
            <a:ext cx="1812858" cy="421500"/>
          </a:xfrm>
          <a:prstGeom prst="rect">
            <a:avLst/>
          </a:prstGeom>
          <a:solidFill>
            <a:schemeClr val="accent2">
              <a:lumMod val="75000"/>
            </a:schemeClr>
          </a:solidFill>
          <a:ln w="9525" cap="flat" cmpd="sng" algn="ctr">
            <a:noFill/>
            <a:prstDash val="solid"/>
          </a:ln>
          <a:effectLst/>
        </p:spPr>
        <p:txBody>
          <a:bodyPr lIns="0" rIns="0"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Operating System</a:t>
            </a:r>
          </a:p>
        </p:txBody>
      </p:sp>
      <p:sp>
        <p:nvSpPr>
          <p:cNvPr id="166" name="Rectangle 165"/>
          <p:cNvSpPr/>
          <p:nvPr/>
        </p:nvSpPr>
        <p:spPr>
          <a:xfrm>
            <a:off x="9477523" y="2888775"/>
            <a:ext cx="1812858" cy="421500"/>
          </a:xfrm>
          <a:prstGeom prst="rect">
            <a:avLst/>
          </a:prstGeom>
          <a:solidFill>
            <a:schemeClr val="accent2">
              <a:lumMod val="75000"/>
            </a:schemeClr>
          </a:solidFill>
          <a:ln w="9525" cap="flat" cmpd="sng" algn="ctr">
            <a:noFill/>
            <a:prstDash val="solid"/>
          </a:ln>
          <a:effectLst/>
        </p:spPr>
        <p:txBody>
          <a:bodyPr lIns="0" rIns="0"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Middleware</a:t>
            </a:r>
          </a:p>
        </p:txBody>
      </p:sp>
      <p:sp>
        <p:nvSpPr>
          <p:cNvPr id="167" name="Rectangle 166"/>
          <p:cNvSpPr/>
          <p:nvPr/>
        </p:nvSpPr>
        <p:spPr>
          <a:xfrm>
            <a:off x="9477523" y="3895107"/>
            <a:ext cx="1812858" cy="421500"/>
          </a:xfrm>
          <a:prstGeom prst="rect">
            <a:avLst/>
          </a:prstGeom>
          <a:solidFill>
            <a:schemeClr val="accent2">
              <a:lumMod val="75000"/>
            </a:schemeClr>
          </a:solidFill>
          <a:ln w="9525" cap="flat" cmpd="sng" algn="ctr">
            <a:noFill/>
            <a:prstDash val="solid"/>
          </a:ln>
          <a:effectLst/>
        </p:spPr>
        <p:txBody>
          <a:bodyPr lIns="0" rIns="0"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Virtualization</a:t>
            </a:r>
          </a:p>
        </p:txBody>
      </p:sp>
      <p:sp>
        <p:nvSpPr>
          <p:cNvPr id="168" name="Rectangle 167"/>
          <p:cNvSpPr/>
          <p:nvPr/>
        </p:nvSpPr>
        <p:spPr>
          <a:xfrm>
            <a:off x="9477523" y="1379276"/>
            <a:ext cx="1812858" cy="421500"/>
          </a:xfrm>
          <a:prstGeom prst="rect">
            <a:avLst/>
          </a:prstGeom>
          <a:solidFill>
            <a:schemeClr val="accent2">
              <a:lumMod val="75000"/>
            </a:schemeClr>
          </a:solidFill>
          <a:ln w="9525" cap="flat" cmpd="sng" algn="ctr">
            <a:noFill/>
            <a:prstDash val="solid"/>
          </a:ln>
          <a:effectLst/>
        </p:spPr>
        <p:txBody>
          <a:bodyPr lIns="0" rIns="0"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Applications</a:t>
            </a:r>
          </a:p>
        </p:txBody>
      </p:sp>
      <p:sp>
        <p:nvSpPr>
          <p:cNvPr id="169" name="Rectangle 168"/>
          <p:cNvSpPr/>
          <p:nvPr/>
        </p:nvSpPr>
        <p:spPr>
          <a:xfrm>
            <a:off x="9477523" y="2385608"/>
            <a:ext cx="1812858" cy="421500"/>
          </a:xfrm>
          <a:prstGeom prst="rect">
            <a:avLst/>
          </a:prstGeom>
          <a:solidFill>
            <a:schemeClr val="accent2">
              <a:lumMod val="75000"/>
            </a:schemeClr>
          </a:solidFill>
          <a:ln w="9525" cap="flat" cmpd="sng" algn="ctr">
            <a:noFill/>
            <a:prstDash val="solid"/>
          </a:ln>
          <a:effectLst/>
        </p:spPr>
        <p:txBody>
          <a:bodyPr lIns="0" rIns="0"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Runtime</a:t>
            </a:r>
          </a:p>
        </p:txBody>
      </p:sp>
      <p:sp>
        <p:nvSpPr>
          <p:cNvPr id="170" name="Rectangle 169"/>
          <p:cNvSpPr/>
          <p:nvPr/>
        </p:nvSpPr>
        <p:spPr>
          <a:xfrm>
            <a:off x="9477523" y="1882442"/>
            <a:ext cx="1812858" cy="421500"/>
          </a:xfrm>
          <a:prstGeom prst="rect">
            <a:avLst/>
          </a:prstGeom>
          <a:solidFill>
            <a:schemeClr val="accent2">
              <a:lumMod val="75000"/>
            </a:schemeClr>
          </a:solidFill>
          <a:ln w="9525" cap="flat" cmpd="sng" algn="ctr">
            <a:noFill/>
            <a:prstDash val="solid"/>
          </a:ln>
          <a:effectLst/>
        </p:spPr>
        <p:txBody>
          <a:bodyPr lIns="0" rIns="0" rtlCol="0" anchor="t" anchorCtr="0"/>
          <a:lstStyle/>
          <a:p>
            <a:pPr marL="0" marR="0" lvl="0" indent="0" algn="ctr" defTabSz="1462649" rtl="0" eaLnBrk="1" fontAlgn="auto" latinLnBrk="0" hangingPunct="1">
              <a:lnSpc>
                <a:spcPct val="100000"/>
              </a:lnSpc>
              <a:spcBef>
                <a:spcPts val="0"/>
              </a:spcBef>
              <a:spcAft>
                <a:spcPts val="0"/>
              </a:spcAft>
              <a:buClrTx/>
              <a:buSzTx/>
              <a:buFontTx/>
              <a:buNone/>
              <a:tabLst/>
              <a:defRPr/>
            </a:pPr>
            <a:r>
              <a:rPr kumimoji="0" lang="en-US" sz="1467"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Data</a:t>
            </a:r>
          </a:p>
        </p:txBody>
      </p:sp>
      <p:sp>
        <p:nvSpPr>
          <p:cNvPr id="94" name="Left Brace 93"/>
          <p:cNvSpPr/>
          <p:nvPr/>
        </p:nvSpPr>
        <p:spPr>
          <a:xfrm rot="10800000" flipH="1">
            <a:off x="501973" y="1344127"/>
            <a:ext cx="257752" cy="4478792"/>
          </a:xfrm>
          <a:prstGeom prst="leftBrace">
            <a:avLst>
              <a:gd name="adj1" fmla="val 0"/>
              <a:gd name="adj2" fmla="val 50000"/>
            </a:avLst>
          </a:prstGeom>
          <a:noFill/>
          <a:ln w="19050" cap="flat" cmpd="sng" algn="ctr">
            <a:solidFill>
              <a:sysClr val="windowText" lastClr="000000">
                <a:lumMod val="50000"/>
                <a:lumOff val="50000"/>
              </a:sysClr>
            </a:solidFill>
            <a:prstDash val="solid"/>
          </a:ln>
          <a:effectLst/>
        </p:spPr>
        <p:txBody>
          <a:bodyPr rtlCol="0" anchor="ctr"/>
          <a:lstStyle/>
          <a:p>
            <a:pPr marL="0" marR="0" lvl="0" indent="0" algn="ctr" defTabSz="1462649" rtl="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a:ln>
                <a:noFill/>
              </a:ln>
              <a:solidFill>
                <a:schemeClr val="bg1"/>
              </a:solidFill>
              <a:effectLst/>
              <a:uLnTx/>
              <a:uFillTx/>
              <a:latin typeface="Segoe UI"/>
              <a:ea typeface="Segoe UI" pitchFamily="34" charset="0"/>
              <a:cs typeface="Segoe UI" pitchFamily="34" charset="0"/>
            </a:endParaRPr>
          </a:p>
        </p:txBody>
      </p:sp>
      <p:sp>
        <p:nvSpPr>
          <p:cNvPr id="3" name="Arrow: Left 2">
            <a:extLst>
              <a:ext uri="{FF2B5EF4-FFF2-40B4-BE49-F238E27FC236}">
                <a16:creationId xmlns:a16="http://schemas.microsoft.com/office/drawing/2014/main" id="{D01D7389-0CCE-5D83-9479-A7A13B2C70EC}"/>
              </a:ext>
            </a:extLst>
          </p:cNvPr>
          <p:cNvSpPr/>
          <p:nvPr/>
        </p:nvSpPr>
        <p:spPr bwMode="auto">
          <a:xfrm>
            <a:off x="759727" y="5860789"/>
            <a:ext cx="4203705" cy="553998"/>
          </a:xfrm>
          <a:prstGeom prst="lef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2000" b="1" dirty="0">
                <a:solidFill>
                  <a:schemeClr val="tx1"/>
                </a:solidFill>
                <a:ea typeface="Segoe UI" pitchFamily="34" charset="0"/>
                <a:cs typeface="Segoe UI" pitchFamily="34" charset="0"/>
              </a:rPr>
              <a:t>Products</a:t>
            </a:r>
            <a:endParaRPr lang="en-DK" sz="2000" b="1" dirty="0" err="1">
              <a:solidFill>
                <a:schemeClr val="tx1"/>
              </a:solidFill>
              <a:ea typeface="Segoe UI" pitchFamily="34" charset="0"/>
              <a:cs typeface="Segoe UI" pitchFamily="34" charset="0"/>
            </a:endParaRPr>
          </a:p>
        </p:txBody>
      </p:sp>
      <p:sp>
        <p:nvSpPr>
          <p:cNvPr id="4" name="Arrow: Right 3">
            <a:extLst>
              <a:ext uri="{FF2B5EF4-FFF2-40B4-BE49-F238E27FC236}">
                <a16:creationId xmlns:a16="http://schemas.microsoft.com/office/drawing/2014/main" id="{3F59CCF0-CE8D-B363-7D62-A25B4BAED094}"/>
              </a:ext>
            </a:extLst>
          </p:cNvPr>
          <p:cNvSpPr/>
          <p:nvPr/>
        </p:nvSpPr>
        <p:spPr bwMode="auto">
          <a:xfrm>
            <a:off x="7083056" y="5846828"/>
            <a:ext cx="4344733" cy="569728"/>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2000" b="1" dirty="0">
                <a:solidFill>
                  <a:schemeClr val="tx1"/>
                </a:solidFill>
                <a:cs typeface="Segoe UI" pitchFamily="34" charset="0"/>
              </a:rPr>
              <a:t>Functionality</a:t>
            </a:r>
            <a:endParaRPr lang="en-DK" sz="2000" b="1" dirty="0" err="1">
              <a:solidFill>
                <a:schemeClr val="tx1"/>
              </a:solidFill>
              <a:cs typeface="Segoe UI" pitchFamily="34" charset="0"/>
            </a:endParaRPr>
          </a:p>
        </p:txBody>
      </p:sp>
      <p:grpSp>
        <p:nvGrpSpPr>
          <p:cNvPr id="8" name="Group 7">
            <a:extLst>
              <a:ext uri="{FF2B5EF4-FFF2-40B4-BE49-F238E27FC236}">
                <a16:creationId xmlns:a16="http://schemas.microsoft.com/office/drawing/2014/main" id="{064AB8F2-A172-7AE2-0323-2ED2F3C13028}"/>
              </a:ext>
            </a:extLst>
          </p:cNvPr>
          <p:cNvGrpSpPr/>
          <p:nvPr/>
        </p:nvGrpSpPr>
        <p:grpSpPr>
          <a:xfrm>
            <a:off x="4845548" y="5835256"/>
            <a:ext cx="663207" cy="663207"/>
            <a:chOff x="4729174" y="5822919"/>
            <a:chExt cx="663207" cy="663207"/>
          </a:xfrm>
        </p:grpSpPr>
        <p:pic>
          <p:nvPicPr>
            <p:cNvPr id="6" name="Graphic 5" descr="Traffic light with solid fill">
              <a:extLst>
                <a:ext uri="{FF2B5EF4-FFF2-40B4-BE49-F238E27FC236}">
                  <a16:creationId xmlns:a16="http://schemas.microsoft.com/office/drawing/2014/main" id="{C37B406E-6242-C158-3D2D-A8B21F11BF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29174" y="5822919"/>
              <a:ext cx="663207" cy="663207"/>
            </a:xfrm>
            <a:prstGeom prst="rect">
              <a:avLst/>
            </a:prstGeom>
          </p:spPr>
        </p:pic>
        <p:sp>
          <p:nvSpPr>
            <p:cNvPr id="7" name="Oval 6">
              <a:extLst>
                <a:ext uri="{FF2B5EF4-FFF2-40B4-BE49-F238E27FC236}">
                  <a16:creationId xmlns:a16="http://schemas.microsoft.com/office/drawing/2014/main" id="{A705E4FA-BA85-52D0-60C3-4D9822131015}"/>
                </a:ext>
              </a:extLst>
            </p:cNvPr>
            <p:cNvSpPr/>
            <p:nvPr/>
          </p:nvSpPr>
          <p:spPr bwMode="auto">
            <a:xfrm>
              <a:off x="4997535" y="5922762"/>
              <a:ext cx="126483" cy="152946"/>
            </a:xfrm>
            <a:prstGeom prst="ellipse">
              <a:avLst/>
            </a:prstGeom>
            <a:solidFill>
              <a:srgbClr val="D83B0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000000"/>
                </a:solidFill>
                <a:ea typeface="Segoe UI" pitchFamily="34" charset="0"/>
                <a:cs typeface="Segoe UI" pitchFamily="34" charset="0"/>
              </a:endParaRPr>
            </a:p>
          </p:txBody>
        </p:sp>
      </p:grpSp>
      <p:grpSp>
        <p:nvGrpSpPr>
          <p:cNvPr id="9" name="Group 8">
            <a:extLst>
              <a:ext uri="{FF2B5EF4-FFF2-40B4-BE49-F238E27FC236}">
                <a16:creationId xmlns:a16="http://schemas.microsoft.com/office/drawing/2014/main" id="{1286A1D7-2AEE-5E02-1DF7-E94B9B292C22}"/>
              </a:ext>
            </a:extLst>
          </p:cNvPr>
          <p:cNvGrpSpPr/>
          <p:nvPr/>
        </p:nvGrpSpPr>
        <p:grpSpPr>
          <a:xfrm>
            <a:off x="6548629" y="5831421"/>
            <a:ext cx="663207" cy="663207"/>
            <a:chOff x="4729174" y="5822919"/>
            <a:chExt cx="663207" cy="663207"/>
          </a:xfrm>
        </p:grpSpPr>
        <p:pic>
          <p:nvPicPr>
            <p:cNvPr id="10" name="Graphic 9" descr="Traffic light with solid fill">
              <a:extLst>
                <a:ext uri="{FF2B5EF4-FFF2-40B4-BE49-F238E27FC236}">
                  <a16:creationId xmlns:a16="http://schemas.microsoft.com/office/drawing/2014/main" id="{5DEB7B93-CFA2-6DC2-1D6F-303F7719B4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29174" y="5822919"/>
              <a:ext cx="663207" cy="663207"/>
            </a:xfrm>
            <a:prstGeom prst="rect">
              <a:avLst/>
            </a:prstGeom>
          </p:spPr>
        </p:pic>
        <p:sp>
          <p:nvSpPr>
            <p:cNvPr id="11" name="Oval 10">
              <a:extLst>
                <a:ext uri="{FF2B5EF4-FFF2-40B4-BE49-F238E27FC236}">
                  <a16:creationId xmlns:a16="http://schemas.microsoft.com/office/drawing/2014/main" id="{028FD63C-D862-96F5-8A49-BB0285123A91}"/>
                </a:ext>
              </a:extLst>
            </p:cNvPr>
            <p:cNvSpPr/>
            <p:nvPr/>
          </p:nvSpPr>
          <p:spPr bwMode="auto">
            <a:xfrm>
              <a:off x="4997535" y="6230057"/>
              <a:ext cx="126483" cy="152946"/>
            </a:xfrm>
            <a:prstGeom prst="ellipse">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000000"/>
                </a:solidFill>
                <a:ea typeface="Segoe UI" pitchFamily="34" charset="0"/>
                <a:cs typeface="Segoe UI" pitchFamily="34" charset="0"/>
              </a:endParaRPr>
            </a:p>
          </p:txBody>
        </p:sp>
      </p:grpSp>
    </p:spTree>
    <p:extLst>
      <p:ext uri="{BB962C8B-B14F-4D97-AF65-F5344CB8AC3E}">
        <p14:creationId xmlns:p14="http://schemas.microsoft.com/office/powerpoint/2010/main" val="3933929903"/>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4969E63E-A9FB-4821-90AF-20CF6C11D0F8}"/>
              </a:ext>
            </a:extLst>
          </p:cNvPr>
          <p:cNvSpPr/>
          <p:nvPr/>
        </p:nvSpPr>
        <p:spPr bwMode="auto">
          <a:xfrm>
            <a:off x="702" y="2206050"/>
            <a:ext cx="12193773" cy="3429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9604" tIns="127683" rIns="159604" bIns="127683"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noFill/>
              <a:effectLst/>
              <a:uLnTx/>
              <a:uFillTx/>
              <a:latin typeface="Segoe UI Semibold"/>
              <a:ea typeface="+mn-ea"/>
              <a:cs typeface="+mn-cs"/>
            </a:endParaRPr>
          </a:p>
        </p:txBody>
      </p:sp>
      <p:grpSp>
        <p:nvGrpSpPr>
          <p:cNvPr id="13" name="Group 12">
            <a:extLst>
              <a:ext uri="{FF2B5EF4-FFF2-40B4-BE49-F238E27FC236}">
                <a16:creationId xmlns:a16="http://schemas.microsoft.com/office/drawing/2014/main" id="{0EEC541F-BF2E-4334-80E9-BE44CFCC1EAB}"/>
              </a:ext>
            </a:extLst>
          </p:cNvPr>
          <p:cNvGrpSpPr/>
          <p:nvPr/>
        </p:nvGrpSpPr>
        <p:grpSpPr>
          <a:xfrm>
            <a:off x="583756" y="2401717"/>
            <a:ext cx="11027664" cy="2999291"/>
            <a:chOff x="583756" y="2401717"/>
            <a:chExt cx="11027664" cy="2999291"/>
          </a:xfrm>
        </p:grpSpPr>
        <p:grpSp>
          <p:nvGrpSpPr>
            <p:cNvPr id="12" name="Group 11">
              <a:extLst>
                <a:ext uri="{FF2B5EF4-FFF2-40B4-BE49-F238E27FC236}">
                  <a16:creationId xmlns:a16="http://schemas.microsoft.com/office/drawing/2014/main" id="{8DB89F57-45DE-47E9-9278-885971F2E7AF}"/>
                </a:ext>
              </a:extLst>
            </p:cNvPr>
            <p:cNvGrpSpPr/>
            <p:nvPr/>
          </p:nvGrpSpPr>
          <p:grpSpPr>
            <a:xfrm>
              <a:off x="583756" y="2440093"/>
              <a:ext cx="11027664" cy="2960915"/>
              <a:chOff x="583756" y="2440093"/>
              <a:chExt cx="11027664" cy="2960915"/>
            </a:xfrm>
            <a:noFill/>
          </p:grpSpPr>
          <p:sp>
            <p:nvSpPr>
              <p:cNvPr id="9" name="Rectangle 8">
                <a:extLst>
                  <a:ext uri="{FF2B5EF4-FFF2-40B4-BE49-F238E27FC236}">
                    <a16:creationId xmlns:a16="http://schemas.microsoft.com/office/drawing/2014/main" id="{16C3A9E0-CB82-4EBE-ADC5-F01FBEBC9AF3}"/>
                  </a:ext>
                </a:extLst>
              </p:cNvPr>
              <p:cNvSpPr/>
              <p:nvPr/>
            </p:nvSpPr>
            <p:spPr bwMode="auto">
              <a:xfrm>
                <a:off x="583756" y="2440093"/>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1" name="Rectangle 40">
                <a:extLst>
                  <a:ext uri="{FF2B5EF4-FFF2-40B4-BE49-F238E27FC236}">
                    <a16:creationId xmlns:a16="http://schemas.microsoft.com/office/drawing/2014/main" id="{3427039B-5A96-45D5-88F8-BEB11A33695E}"/>
                  </a:ext>
                </a:extLst>
              </p:cNvPr>
              <p:cNvSpPr/>
              <p:nvPr/>
            </p:nvSpPr>
            <p:spPr bwMode="auto">
              <a:xfrm>
                <a:off x="2436820" y="2440093"/>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2" name="Rectangle 41">
                <a:extLst>
                  <a:ext uri="{FF2B5EF4-FFF2-40B4-BE49-F238E27FC236}">
                    <a16:creationId xmlns:a16="http://schemas.microsoft.com/office/drawing/2014/main" id="{D8E84C36-641E-4263-B45A-F2177C5CE02A}"/>
                  </a:ext>
                </a:extLst>
              </p:cNvPr>
              <p:cNvSpPr/>
              <p:nvPr/>
            </p:nvSpPr>
            <p:spPr bwMode="auto">
              <a:xfrm>
                <a:off x="4289884" y="2440093"/>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4" name="Rectangle 43">
                <a:extLst>
                  <a:ext uri="{FF2B5EF4-FFF2-40B4-BE49-F238E27FC236}">
                    <a16:creationId xmlns:a16="http://schemas.microsoft.com/office/drawing/2014/main" id="{A038F73C-B99D-4FBB-B16E-A07895908582}"/>
                  </a:ext>
                </a:extLst>
              </p:cNvPr>
              <p:cNvSpPr/>
              <p:nvPr/>
            </p:nvSpPr>
            <p:spPr bwMode="auto">
              <a:xfrm>
                <a:off x="6142948" y="2440093"/>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6" name="Rectangle 45">
                <a:extLst>
                  <a:ext uri="{FF2B5EF4-FFF2-40B4-BE49-F238E27FC236}">
                    <a16:creationId xmlns:a16="http://schemas.microsoft.com/office/drawing/2014/main" id="{422BB3C1-CF69-4434-AFC2-B179408CB3B6}"/>
                  </a:ext>
                </a:extLst>
              </p:cNvPr>
              <p:cNvSpPr/>
              <p:nvPr/>
            </p:nvSpPr>
            <p:spPr bwMode="auto">
              <a:xfrm>
                <a:off x="7996011" y="2440093"/>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7" name="Rectangle 46">
                <a:extLst>
                  <a:ext uri="{FF2B5EF4-FFF2-40B4-BE49-F238E27FC236}">
                    <a16:creationId xmlns:a16="http://schemas.microsoft.com/office/drawing/2014/main" id="{55654430-37BE-4848-BA27-F473DF88C43A}"/>
                  </a:ext>
                </a:extLst>
              </p:cNvPr>
              <p:cNvSpPr/>
              <p:nvPr/>
            </p:nvSpPr>
            <p:spPr bwMode="auto">
              <a:xfrm>
                <a:off x="9849075" y="2440093"/>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7" name="Rectangle 56">
                <a:extLst>
                  <a:ext uri="{FF2B5EF4-FFF2-40B4-BE49-F238E27FC236}">
                    <a16:creationId xmlns:a16="http://schemas.microsoft.com/office/drawing/2014/main" id="{E859AF11-F005-4018-B1AF-8C7BE5D54155}"/>
                  </a:ext>
                </a:extLst>
              </p:cNvPr>
              <p:cNvSpPr/>
              <p:nvPr/>
            </p:nvSpPr>
            <p:spPr bwMode="auto">
              <a:xfrm>
                <a:off x="583756" y="3046064"/>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8" name="Rectangle 57">
                <a:extLst>
                  <a:ext uri="{FF2B5EF4-FFF2-40B4-BE49-F238E27FC236}">
                    <a16:creationId xmlns:a16="http://schemas.microsoft.com/office/drawing/2014/main" id="{ED3A53BE-8B5D-42F0-A5C0-8BC30E6324FE}"/>
                  </a:ext>
                </a:extLst>
              </p:cNvPr>
              <p:cNvSpPr/>
              <p:nvPr/>
            </p:nvSpPr>
            <p:spPr bwMode="auto">
              <a:xfrm>
                <a:off x="2436820" y="3046064"/>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5" name="Rectangle 64">
                <a:extLst>
                  <a:ext uri="{FF2B5EF4-FFF2-40B4-BE49-F238E27FC236}">
                    <a16:creationId xmlns:a16="http://schemas.microsoft.com/office/drawing/2014/main" id="{6163E2CA-D9EC-430E-98B3-4752D275F6AC}"/>
                  </a:ext>
                </a:extLst>
              </p:cNvPr>
              <p:cNvSpPr/>
              <p:nvPr/>
            </p:nvSpPr>
            <p:spPr bwMode="auto">
              <a:xfrm>
                <a:off x="4289884" y="3046064"/>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7" name="Rectangle 66">
                <a:extLst>
                  <a:ext uri="{FF2B5EF4-FFF2-40B4-BE49-F238E27FC236}">
                    <a16:creationId xmlns:a16="http://schemas.microsoft.com/office/drawing/2014/main" id="{23CAD8B3-10CC-4EFF-9BA5-2CA58829AF2E}"/>
                  </a:ext>
                </a:extLst>
              </p:cNvPr>
              <p:cNvSpPr/>
              <p:nvPr/>
            </p:nvSpPr>
            <p:spPr bwMode="auto">
              <a:xfrm>
                <a:off x="6142948" y="3046064"/>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0" name="Rectangle 69">
                <a:extLst>
                  <a:ext uri="{FF2B5EF4-FFF2-40B4-BE49-F238E27FC236}">
                    <a16:creationId xmlns:a16="http://schemas.microsoft.com/office/drawing/2014/main" id="{A9E92DA1-1B1A-46C7-A987-C2E5D298EAD1}"/>
                  </a:ext>
                </a:extLst>
              </p:cNvPr>
              <p:cNvSpPr/>
              <p:nvPr/>
            </p:nvSpPr>
            <p:spPr bwMode="auto">
              <a:xfrm>
                <a:off x="7996011" y="3046064"/>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1" name="Rectangle 70">
                <a:extLst>
                  <a:ext uri="{FF2B5EF4-FFF2-40B4-BE49-F238E27FC236}">
                    <a16:creationId xmlns:a16="http://schemas.microsoft.com/office/drawing/2014/main" id="{7B62CFA7-A6E8-4A51-B16D-A80F9FD0D104}"/>
                  </a:ext>
                </a:extLst>
              </p:cNvPr>
              <p:cNvSpPr/>
              <p:nvPr/>
            </p:nvSpPr>
            <p:spPr bwMode="auto">
              <a:xfrm>
                <a:off x="9849075" y="3046064"/>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9" name="Rectangle 78">
                <a:extLst>
                  <a:ext uri="{FF2B5EF4-FFF2-40B4-BE49-F238E27FC236}">
                    <a16:creationId xmlns:a16="http://schemas.microsoft.com/office/drawing/2014/main" id="{7E76EC49-A3AB-441F-BED1-71C5432202C1}"/>
                  </a:ext>
                </a:extLst>
              </p:cNvPr>
              <p:cNvSpPr/>
              <p:nvPr/>
            </p:nvSpPr>
            <p:spPr bwMode="auto">
              <a:xfrm>
                <a:off x="583756" y="3652035"/>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1" name="Rectangle 80">
                <a:extLst>
                  <a:ext uri="{FF2B5EF4-FFF2-40B4-BE49-F238E27FC236}">
                    <a16:creationId xmlns:a16="http://schemas.microsoft.com/office/drawing/2014/main" id="{CBCAAE94-675F-451D-8AC4-604282708540}"/>
                  </a:ext>
                </a:extLst>
              </p:cNvPr>
              <p:cNvSpPr/>
              <p:nvPr/>
            </p:nvSpPr>
            <p:spPr bwMode="auto">
              <a:xfrm>
                <a:off x="2436820" y="3652035"/>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2" name="Rectangle 81">
                <a:extLst>
                  <a:ext uri="{FF2B5EF4-FFF2-40B4-BE49-F238E27FC236}">
                    <a16:creationId xmlns:a16="http://schemas.microsoft.com/office/drawing/2014/main" id="{E1ADEE4D-DDCA-40A6-8D3F-2100E173604C}"/>
                  </a:ext>
                </a:extLst>
              </p:cNvPr>
              <p:cNvSpPr/>
              <p:nvPr/>
            </p:nvSpPr>
            <p:spPr bwMode="auto">
              <a:xfrm>
                <a:off x="4289884" y="3652035"/>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D2FAFE89-D7B1-4521-9EB0-55270FDD7CC8}"/>
                  </a:ext>
                </a:extLst>
              </p:cNvPr>
              <p:cNvSpPr/>
              <p:nvPr/>
            </p:nvSpPr>
            <p:spPr bwMode="auto">
              <a:xfrm>
                <a:off x="6142948" y="3652035"/>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F7074F61-6A22-46CD-A4D7-59941BDC1F19}"/>
                  </a:ext>
                </a:extLst>
              </p:cNvPr>
              <p:cNvSpPr/>
              <p:nvPr/>
            </p:nvSpPr>
            <p:spPr bwMode="auto">
              <a:xfrm>
                <a:off x="7996011" y="3652035"/>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5" name="Rectangle 84">
                <a:extLst>
                  <a:ext uri="{FF2B5EF4-FFF2-40B4-BE49-F238E27FC236}">
                    <a16:creationId xmlns:a16="http://schemas.microsoft.com/office/drawing/2014/main" id="{EEDE8C8F-5C5D-4C6D-A63A-D9EB662DCD64}"/>
                  </a:ext>
                </a:extLst>
              </p:cNvPr>
              <p:cNvSpPr/>
              <p:nvPr/>
            </p:nvSpPr>
            <p:spPr bwMode="auto">
              <a:xfrm>
                <a:off x="9849075" y="3652035"/>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1" name="Rectangle 90">
                <a:extLst>
                  <a:ext uri="{FF2B5EF4-FFF2-40B4-BE49-F238E27FC236}">
                    <a16:creationId xmlns:a16="http://schemas.microsoft.com/office/drawing/2014/main" id="{9D40F60E-ED93-4699-B333-A2A0411E25A9}"/>
                  </a:ext>
                </a:extLst>
              </p:cNvPr>
              <p:cNvSpPr/>
              <p:nvPr/>
            </p:nvSpPr>
            <p:spPr bwMode="auto">
              <a:xfrm>
                <a:off x="583756" y="4258006"/>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3" name="Rectangle 92">
                <a:extLst>
                  <a:ext uri="{FF2B5EF4-FFF2-40B4-BE49-F238E27FC236}">
                    <a16:creationId xmlns:a16="http://schemas.microsoft.com/office/drawing/2014/main" id="{5381C4E6-A208-4F5A-85AA-1EDDF7949EA9}"/>
                  </a:ext>
                </a:extLst>
              </p:cNvPr>
              <p:cNvSpPr/>
              <p:nvPr/>
            </p:nvSpPr>
            <p:spPr bwMode="auto">
              <a:xfrm>
                <a:off x="2436820" y="4258006"/>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5" name="Rectangle 94">
                <a:extLst>
                  <a:ext uri="{FF2B5EF4-FFF2-40B4-BE49-F238E27FC236}">
                    <a16:creationId xmlns:a16="http://schemas.microsoft.com/office/drawing/2014/main" id="{86493181-9E70-41F2-9DA4-FE4FE5FDEFAF}"/>
                  </a:ext>
                </a:extLst>
              </p:cNvPr>
              <p:cNvSpPr/>
              <p:nvPr/>
            </p:nvSpPr>
            <p:spPr bwMode="auto">
              <a:xfrm>
                <a:off x="4289884" y="4258006"/>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6" name="Rectangle 95">
                <a:extLst>
                  <a:ext uri="{FF2B5EF4-FFF2-40B4-BE49-F238E27FC236}">
                    <a16:creationId xmlns:a16="http://schemas.microsoft.com/office/drawing/2014/main" id="{D7E1CC15-2F1A-41AC-97CA-20FDD92B0DB6}"/>
                  </a:ext>
                </a:extLst>
              </p:cNvPr>
              <p:cNvSpPr/>
              <p:nvPr/>
            </p:nvSpPr>
            <p:spPr bwMode="auto">
              <a:xfrm>
                <a:off x="6142948" y="4258006"/>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7" name="Rectangle 96">
                <a:extLst>
                  <a:ext uri="{FF2B5EF4-FFF2-40B4-BE49-F238E27FC236}">
                    <a16:creationId xmlns:a16="http://schemas.microsoft.com/office/drawing/2014/main" id="{DE870840-FBDE-4A07-8AC2-5792D2EE5A29}"/>
                  </a:ext>
                </a:extLst>
              </p:cNvPr>
              <p:cNvSpPr/>
              <p:nvPr/>
            </p:nvSpPr>
            <p:spPr bwMode="auto">
              <a:xfrm>
                <a:off x="7996011" y="4258006"/>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8" name="Rectangle 97">
                <a:extLst>
                  <a:ext uri="{FF2B5EF4-FFF2-40B4-BE49-F238E27FC236}">
                    <a16:creationId xmlns:a16="http://schemas.microsoft.com/office/drawing/2014/main" id="{DB72ABC2-441E-43FF-B843-AA6948199DF9}"/>
                  </a:ext>
                </a:extLst>
              </p:cNvPr>
              <p:cNvSpPr/>
              <p:nvPr/>
            </p:nvSpPr>
            <p:spPr bwMode="auto">
              <a:xfrm>
                <a:off x="9849075" y="4258006"/>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1" name="Rectangle 100">
                <a:extLst>
                  <a:ext uri="{FF2B5EF4-FFF2-40B4-BE49-F238E27FC236}">
                    <a16:creationId xmlns:a16="http://schemas.microsoft.com/office/drawing/2014/main" id="{21A477BD-12F9-487F-8F26-CAA69CB0C478}"/>
                  </a:ext>
                </a:extLst>
              </p:cNvPr>
              <p:cNvSpPr/>
              <p:nvPr/>
            </p:nvSpPr>
            <p:spPr bwMode="auto">
              <a:xfrm>
                <a:off x="583756" y="4863979"/>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2" name="Rectangle 101">
                <a:extLst>
                  <a:ext uri="{FF2B5EF4-FFF2-40B4-BE49-F238E27FC236}">
                    <a16:creationId xmlns:a16="http://schemas.microsoft.com/office/drawing/2014/main" id="{E8984B89-51F3-4B27-A52E-BD0236391C46}"/>
                  </a:ext>
                </a:extLst>
              </p:cNvPr>
              <p:cNvSpPr/>
              <p:nvPr/>
            </p:nvSpPr>
            <p:spPr bwMode="auto">
              <a:xfrm>
                <a:off x="2436820" y="4863979"/>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3" name="Rectangle 102">
                <a:extLst>
                  <a:ext uri="{FF2B5EF4-FFF2-40B4-BE49-F238E27FC236}">
                    <a16:creationId xmlns:a16="http://schemas.microsoft.com/office/drawing/2014/main" id="{8AEBAD42-6309-405C-80DA-413167134E1B}"/>
                  </a:ext>
                </a:extLst>
              </p:cNvPr>
              <p:cNvSpPr/>
              <p:nvPr/>
            </p:nvSpPr>
            <p:spPr bwMode="auto">
              <a:xfrm>
                <a:off x="4289884" y="4863979"/>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4" name="Rectangle 103">
                <a:extLst>
                  <a:ext uri="{FF2B5EF4-FFF2-40B4-BE49-F238E27FC236}">
                    <a16:creationId xmlns:a16="http://schemas.microsoft.com/office/drawing/2014/main" id="{007C3956-F3E5-4713-92B8-80C7C43F6097}"/>
                  </a:ext>
                </a:extLst>
              </p:cNvPr>
              <p:cNvSpPr/>
              <p:nvPr/>
            </p:nvSpPr>
            <p:spPr bwMode="auto">
              <a:xfrm>
                <a:off x="6142948" y="4863979"/>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5" name="Rectangle 104">
                <a:extLst>
                  <a:ext uri="{FF2B5EF4-FFF2-40B4-BE49-F238E27FC236}">
                    <a16:creationId xmlns:a16="http://schemas.microsoft.com/office/drawing/2014/main" id="{CBF1723A-0853-4189-9AAB-5C2D04F1C4DA}"/>
                  </a:ext>
                </a:extLst>
              </p:cNvPr>
              <p:cNvSpPr/>
              <p:nvPr/>
            </p:nvSpPr>
            <p:spPr bwMode="auto">
              <a:xfrm>
                <a:off x="7996011" y="4863979"/>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6" name="Rectangle 105">
                <a:extLst>
                  <a:ext uri="{FF2B5EF4-FFF2-40B4-BE49-F238E27FC236}">
                    <a16:creationId xmlns:a16="http://schemas.microsoft.com/office/drawing/2014/main" id="{50BC1885-B8BA-4E21-92DA-EF63BF22D0FD}"/>
                  </a:ext>
                </a:extLst>
              </p:cNvPr>
              <p:cNvSpPr/>
              <p:nvPr/>
            </p:nvSpPr>
            <p:spPr bwMode="auto">
              <a:xfrm>
                <a:off x="9849075" y="4863979"/>
                <a:ext cx="1762345" cy="5370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pic>
          <p:nvPicPr>
            <p:cNvPr id="48" name="Picture 47">
              <a:extLst>
                <a:ext uri="{FF2B5EF4-FFF2-40B4-BE49-F238E27FC236}">
                  <a16:creationId xmlns:a16="http://schemas.microsoft.com/office/drawing/2014/main" id="{5723C98C-7E96-4354-AE7E-9254273A5125}"/>
                </a:ext>
              </a:extLst>
            </p:cNvPr>
            <p:cNvPicPr>
              <a:picLocks noChangeAspect="1"/>
            </p:cNvPicPr>
            <p:nvPr/>
          </p:nvPicPr>
          <p:blipFill>
            <a:blip r:embed="rId4"/>
            <a:stretch>
              <a:fillRect/>
            </a:stretch>
          </p:blipFill>
          <p:spPr>
            <a:xfrm>
              <a:off x="6559124" y="4940159"/>
              <a:ext cx="929993" cy="384669"/>
            </a:xfrm>
            <a:prstGeom prst="rect">
              <a:avLst/>
            </a:prstGeom>
          </p:spPr>
        </p:pic>
        <p:pic>
          <p:nvPicPr>
            <p:cNvPr id="49" name="Picture 48">
              <a:extLst>
                <a:ext uri="{FF2B5EF4-FFF2-40B4-BE49-F238E27FC236}">
                  <a16:creationId xmlns:a16="http://schemas.microsoft.com/office/drawing/2014/main" id="{51DAB99F-2505-4329-89B2-AA9C94293316}"/>
                </a:ext>
              </a:extLst>
            </p:cNvPr>
            <p:cNvPicPr>
              <a:picLocks noChangeAspect="1"/>
            </p:cNvPicPr>
            <p:nvPr/>
          </p:nvPicPr>
          <p:blipFill>
            <a:blip r:embed="rId5"/>
            <a:stretch>
              <a:fillRect/>
            </a:stretch>
          </p:blipFill>
          <p:spPr>
            <a:xfrm>
              <a:off x="6477276" y="2580441"/>
              <a:ext cx="1093689" cy="256333"/>
            </a:xfrm>
            <a:prstGeom prst="rect">
              <a:avLst/>
            </a:prstGeom>
          </p:spPr>
        </p:pic>
        <p:pic>
          <p:nvPicPr>
            <p:cNvPr id="50" name="Picture 49" descr="A close up of a logo&#10;&#10;Description generated with very high confidence">
              <a:extLst>
                <a:ext uri="{FF2B5EF4-FFF2-40B4-BE49-F238E27FC236}">
                  <a16:creationId xmlns:a16="http://schemas.microsoft.com/office/drawing/2014/main" id="{9A7A3CB1-0A7C-49B5-8695-9E80C84AA006}"/>
                </a:ext>
              </a:extLst>
            </p:cNvPr>
            <p:cNvPicPr>
              <a:picLocks noChangeAspect="1"/>
            </p:cNvPicPr>
            <p:nvPr/>
          </p:nvPicPr>
          <p:blipFill>
            <a:blip r:embed="rId6"/>
            <a:stretch>
              <a:fillRect/>
            </a:stretch>
          </p:blipFill>
          <p:spPr>
            <a:xfrm>
              <a:off x="6822690" y="3113149"/>
              <a:ext cx="402862" cy="402860"/>
            </a:xfrm>
            <a:prstGeom prst="rect">
              <a:avLst/>
            </a:prstGeom>
          </p:spPr>
        </p:pic>
        <p:pic>
          <p:nvPicPr>
            <p:cNvPr id="51" name="Picture 50">
              <a:extLst>
                <a:ext uri="{FF2B5EF4-FFF2-40B4-BE49-F238E27FC236}">
                  <a16:creationId xmlns:a16="http://schemas.microsoft.com/office/drawing/2014/main" id="{8D590AE5-B37C-4170-B629-EDE50FF35F13}"/>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1108915" y="4286211"/>
              <a:ext cx="712027" cy="480619"/>
            </a:xfrm>
            <a:prstGeom prst="rect">
              <a:avLst/>
            </a:prstGeom>
          </p:spPr>
        </p:pic>
        <p:pic>
          <p:nvPicPr>
            <p:cNvPr id="52" name="Picture 51" descr="A close up of a sign&#10;&#10;Description generated with very high confidence">
              <a:extLst>
                <a:ext uri="{FF2B5EF4-FFF2-40B4-BE49-F238E27FC236}">
                  <a16:creationId xmlns:a16="http://schemas.microsoft.com/office/drawing/2014/main" id="{8374A1FA-FF3B-4C64-BA3D-F4A176702CB0}"/>
                </a:ext>
              </a:extLst>
            </p:cNvPr>
            <p:cNvPicPr>
              <a:picLocks noChangeAspect="1"/>
            </p:cNvPicPr>
            <p:nvPr/>
          </p:nvPicPr>
          <p:blipFill>
            <a:blip r:embed="rId8"/>
            <a:stretch>
              <a:fillRect/>
            </a:stretch>
          </p:blipFill>
          <p:spPr>
            <a:xfrm>
              <a:off x="8526605" y="3705646"/>
              <a:ext cx="701158" cy="429808"/>
            </a:xfrm>
            <a:prstGeom prst="rect">
              <a:avLst/>
            </a:prstGeom>
          </p:spPr>
        </p:pic>
        <p:pic>
          <p:nvPicPr>
            <p:cNvPr id="53" name="Picture 52" descr="A drawing of a face&#10;&#10;Description generated with high confidence">
              <a:extLst>
                <a:ext uri="{FF2B5EF4-FFF2-40B4-BE49-F238E27FC236}">
                  <a16:creationId xmlns:a16="http://schemas.microsoft.com/office/drawing/2014/main" id="{A181B915-7B6E-4342-99C4-D0563D88770F}"/>
                </a:ext>
              </a:extLst>
            </p:cNvPr>
            <p:cNvPicPr>
              <a:picLocks noChangeAspect="1"/>
            </p:cNvPicPr>
            <p:nvPr/>
          </p:nvPicPr>
          <p:blipFill rotWithShape="1">
            <a:blip r:embed="rId9">
              <a:clrChange>
                <a:clrFrom>
                  <a:srgbClr val="FFFEFD"/>
                </a:clrFrom>
                <a:clrTo>
                  <a:srgbClr val="FFFEFD">
                    <a:alpha val="0"/>
                  </a:srgbClr>
                </a:clrTo>
              </a:clrChange>
            </a:blip>
            <a:srcRect l="3355" t="12699" r="5707" b="7516"/>
            <a:stretch/>
          </p:blipFill>
          <p:spPr>
            <a:xfrm>
              <a:off x="8510922" y="3087391"/>
              <a:ext cx="732523" cy="454374"/>
            </a:xfrm>
            <a:prstGeom prst="rect">
              <a:avLst/>
            </a:prstGeom>
          </p:spPr>
        </p:pic>
        <p:pic>
          <p:nvPicPr>
            <p:cNvPr id="59" name="Picture 58">
              <a:extLst>
                <a:ext uri="{FF2B5EF4-FFF2-40B4-BE49-F238E27FC236}">
                  <a16:creationId xmlns:a16="http://schemas.microsoft.com/office/drawing/2014/main" id="{D3FBDD61-BB41-42B7-9ACF-715E21219BEC}"/>
                </a:ext>
              </a:extLst>
            </p:cNvPr>
            <p:cNvPicPr>
              <a:picLocks noChangeAspect="1"/>
            </p:cNvPicPr>
            <p:nvPr/>
          </p:nvPicPr>
          <p:blipFill>
            <a:blip r:embed="rId10">
              <a:clrChange>
                <a:clrFrom>
                  <a:srgbClr val="FFFFFF"/>
                </a:clrFrom>
                <a:clrTo>
                  <a:srgbClr val="FFFFFF">
                    <a:alpha val="0"/>
                  </a:srgbClr>
                </a:clrTo>
              </a:clrChange>
            </a:blip>
            <a:stretch>
              <a:fillRect/>
            </a:stretch>
          </p:blipFill>
          <p:spPr>
            <a:xfrm>
              <a:off x="10171621" y="2509808"/>
              <a:ext cx="1117253" cy="397599"/>
            </a:xfrm>
            <a:prstGeom prst="rect">
              <a:avLst/>
            </a:prstGeom>
          </p:spPr>
        </p:pic>
        <p:pic>
          <p:nvPicPr>
            <p:cNvPr id="60" name="Picture 59">
              <a:extLst>
                <a:ext uri="{FF2B5EF4-FFF2-40B4-BE49-F238E27FC236}">
                  <a16:creationId xmlns:a16="http://schemas.microsoft.com/office/drawing/2014/main" id="{BAE861B4-765C-44CF-8671-74157B40EDC8}"/>
                </a:ext>
              </a:extLst>
            </p:cNvPr>
            <p:cNvPicPr>
              <a:picLocks noChangeAspect="1"/>
            </p:cNvPicPr>
            <p:nvPr/>
          </p:nvPicPr>
          <p:blipFill>
            <a:blip r:embed="rId11"/>
            <a:stretch>
              <a:fillRect/>
            </a:stretch>
          </p:blipFill>
          <p:spPr>
            <a:xfrm>
              <a:off x="8318557" y="2522864"/>
              <a:ext cx="1117253" cy="371487"/>
            </a:xfrm>
            <a:prstGeom prst="rect">
              <a:avLst/>
            </a:prstGeom>
          </p:spPr>
        </p:pic>
        <p:pic>
          <p:nvPicPr>
            <p:cNvPr id="61" name="Picture 60" descr="A picture containing clipart&#10;&#10;Description generated with very high confidence">
              <a:extLst>
                <a:ext uri="{FF2B5EF4-FFF2-40B4-BE49-F238E27FC236}">
                  <a16:creationId xmlns:a16="http://schemas.microsoft.com/office/drawing/2014/main" id="{E74E2D73-C948-44E8-8F26-5E2263DA734A}"/>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10085344" y="4344491"/>
              <a:ext cx="1289807" cy="364058"/>
            </a:xfrm>
            <a:prstGeom prst="rect">
              <a:avLst/>
            </a:prstGeom>
          </p:spPr>
        </p:pic>
        <p:pic>
          <p:nvPicPr>
            <p:cNvPr id="62" name="Picture 61">
              <a:extLst>
                <a:ext uri="{FF2B5EF4-FFF2-40B4-BE49-F238E27FC236}">
                  <a16:creationId xmlns:a16="http://schemas.microsoft.com/office/drawing/2014/main" id="{4642CCEE-4073-4392-9089-18A854EA57EF}"/>
                </a:ext>
              </a:extLst>
            </p:cNvPr>
            <p:cNvPicPr>
              <a:picLocks noChangeAspect="1"/>
            </p:cNvPicPr>
            <p:nvPr/>
          </p:nvPicPr>
          <p:blipFill>
            <a:blip r:embed="rId13"/>
            <a:stretch>
              <a:fillRect/>
            </a:stretch>
          </p:blipFill>
          <p:spPr>
            <a:xfrm>
              <a:off x="8098416" y="4945177"/>
              <a:ext cx="1557534" cy="374632"/>
            </a:xfrm>
            <a:prstGeom prst="rect">
              <a:avLst/>
            </a:prstGeom>
          </p:spPr>
        </p:pic>
        <p:pic>
          <p:nvPicPr>
            <p:cNvPr id="63" name="Picture 62" descr="A drawing of a face&#10;&#10;Description generated with high confidence">
              <a:extLst>
                <a:ext uri="{FF2B5EF4-FFF2-40B4-BE49-F238E27FC236}">
                  <a16:creationId xmlns:a16="http://schemas.microsoft.com/office/drawing/2014/main" id="{1D1A64C7-1556-4CE2-8125-87E6405D3591}"/>
                </a:ext>
              </a:extLst>
            </p:cNvPr>
            <p:cNvPicPr>
              <a:picLocks noChangeAspect="1"/>
            </p:cNvPicPr>
            <p:nvPr/>
          </p:nvPicPr>
          <p:blipFill>
            <a:blip r:embed="rId14">
              <a:clrChange>
                <a:clrFrom>
                  <a:srgbClr val="FFFFFF"/>
                </a:clrFrom>
                <a:clrTo>
                  <a:srgbClr val="FFFFFF">
                    <a:alpha val="0"/>
                  </a:srgbClr>
                </a:clrTo>
              </a:clrChange>
            </a:blip>
            <a:stretch>
              <a:fillRect/>
            </a:stretch>
          </p:blipFill>
          <p:spPr>
            <a:xfrm>
              <a:off x="8517251" y="4274085"/>
              <a:ext cx="719864" cy="504871"/>
            </a:xfrm>
            <a:prstGeom prst="rect">
              <a:avLst/>
            </a:prstGeom>
          </p:spPr>
        </p:pic>
        <p:pic>
          <p:nvPicPr>
            <p:cNvPr id="64" name="Picture 63">
              <a:extLst>
                <a:ext uri="{FF2B5EF4-FFF2-40B4-BE49-F238E27FC236}">
                  <a16:creationId xmlns:a16="http://schemas.microsoft.com/office/drawing/2014/main" id="{8A774F7C-4E85-40D1-BAE6-C46925345453}"/>
                </a:ext>
              </a:extLst>
            </p:cNvPr>
            <p:cNvPicPr>
              <a:picLocks noChangeAspect="1"/>
            </p:cNvPicPr>
            <p:nvPr/>
          </p:nvPicPr>
          <p:blipFill rotWithShape="1">
            <a:blip r:embed="rId15">
              <a:clrChange>
                <a:clrFrom>
                  <a:srgbClr val="FEFEFE"/>
                </a:clrFrom>
                <a:clrTo>
                  <a:srgbClr val="FEFEFE">
                    <a:alpha val="0"/>
                  </a:srgbClr>
                </a:clrTo>
              </a:clrChange>
            </a:blip>
            <a:srcRect l="24401" r="21955"/>
            <a:stretch/>
          </p:blipFill>
          <p:spPr>
            <a:xfrm>
              <a:off x="4922387" y="2401717"/>
              <a:ext cx="497338" cy="613780"/>
            </a:xfrm>
            <a:prstGeom prst="rect">
              <a:avLst/>
            </a:prstGeom>
          </p:spPr>
        </p:pic>
        <p:pic>
          <p:nvPicPr>
            <p:cNvPr id="66" name="Picture 65">
              <a:extLst>
                <a:ext uri="{FF2B5EF4-FFF2-40B4-BE49-F238E27FC236}">
                  <a16:creationId xmlns:a16="http://schemas.microsoft.com/office/drawing/2014/main" id="{124B6BF2-E17B-4688-BD10-9F3B2F71E8E4}"/>
                </a:ext>
              </a:extLst>
            </p:cNvPr>
            <p:cNvPicPr>
              <a:picLocks noChangeAspect="1"/>
            </p:cNvPicPr>
            <p:nvPr/>
          </p:nvPicPr>
          <p:blipFill>
            <a:blip r:embed="rId16"/>
            <a:stretch>
              <a:fillRect/>
            </a:stretch>
          </p:blipFill>
          <p:spPr>
            <a:xfrm>
              <a:off x="3053048" y="2443663"/>
              <a:ext cx="529889" cy="529889"/>
            </a:xfrm>
            <a:prstGeom prst="rect">
              <a:avLst/>
            </a:prstGeom>
          </p:spPr>
        </p:pic>
        <p:pic>
          <p:nvPicPr>
            <p:cNvPr id="68" name="Picture 67">
              <a:extLst>
                <a:ext uri="{FF2B5EF4-FFF2-40B4-BE49-F238E27FC236}">
                  <a16:creationId xmlns:a16="http://schemas.microsoft.com/office/drawing/2014/main" id="{8A7BEB7E-6CA4-4484-B6BE-3A077B1780C1}"/>
                </a:ext>
              </a:extLst>
            </p:cNvPr>
            <p:cNvPicPr>
              <a:picLocks noChangeAspect="1"/>
            </p:cNvPicPr>
            <p:nvPr/>
          </p:nvPicPr>
          <p:blipFill>
            <a:blip r:embed="rId17"/>
            <a:stretch>
              <a:fillRect/>
            </a:stretch>
          </p:blipFill>
          <p:spPr>
            <a:xfrm>
              <a:off x="2801656" y="4345026"/>
              <a:ext cx="1032672" cy="362988"/>
            </a:xfrm>
            <a:prstGeom prst="rect">
              <a:avLst/>
            </a:prstGeom>
          </p:spPr>
        </p:pic>
        <p:pic>
          <p:nvPicPr>
            <p:cNvPr id="69" name="Picture 68" descr="A picture containing object, clock&#10;&#10;Description generated with high confidence">
              <a:extLst>
                <a:ext uri="{FF2B5EF4-FFF2-40B4-BE49-F238E27FC236}">
                  <a16:creationId xmlns:a16="http://schemas.microsoft.com/office/drawing/2014/main" id="{B93D8FBB-0ED8-478F-A9A0-263CE30CB620}"/>
                </a:ext>
              </a:extLst>
            </p:cNvPr>
            <p:cNvPicPr>
              <a:picLocks noChangeAspect="1"/>
            </p:cNvPicPr>
            <p:nvPr/>
          </p:nvPicPr>
          <p:blipFill>
            <a:blip r:embed="rId18"/>
            <a:stretch>
              <a:fillRect/>
            </a:stretch>
          </p:blipFill>
          <p:spPr>
            <a:xfrm>
              <a:off x="4635275" y="4985332"/>
              <a:ext cx="1071563" cy="294323"/>
            </a:xfrm>
            <a:prstGeom prst="rect">
              <a:avLst/>
            </a:prstGeom>
          </p:spPr>
        </p:pic>
        <p:pic>
          <p:nvPicPr>
            <p:cNvPr id="74" name="Picture 73">
              <a:extLst>
                <a:ext uri="{FF2B5EF4-FFF2-40B4-BE49-F238E27FC236}">
                  <a16:creationId xmlns:a16="http://schemas.microsoft.com/office/drawing/2014/main" id="{2F4E0B8D-846C-4774-B57C-2C25D067D4F5}"/>
                </a:ext>
              </a:extLst>
            </p:cNvPr>
            <p:cNvPicPr>
              <a:picLocks noChangeAspect="1"/>
            </p:cNvPicPr>
            <p:nvPr/>
          </p:nvPicPr>
          <p:blipFill rotWithShape="1">
            <a:blip r:embed="rId19">
              <a:clrChange>
                <a:clrFrom>
                  <a:srgbClr val="FFFFFF"/>
                </a:clrFrom>
                <a:clrTo>
                  <a:srgbClr val="FFFFFF">
                    <a:alpha val="0"/>
                  </a:srgbClr>
                </a:clrTo>
              </a:clrChange>
            </a:blip>
            <a:srcRect l="15024" r="13853"/>
            <a:stretch/>
          </p:blipFill>
          <p:spPr>
            <a:xfrm>
              <a:off x="10150903" y="3064770"/>
              <a:ext cx="1158689" cy="499617"/>
            </a:xfrm>
            <a:prstGeom prst="rect">
              <a:avLst/>
            </a:prstGeom>
          </p:spPr>
        </p:pic>
        <p:pic>
          <p:nvPicPr>
            <p:cNvPr id="75" name="Picture 74" descr="A close up of a sign&#10;&#10;Description generated with very high confidence">
              <a:extLst>
                <a:ext uri="{FF2B5EF4-FFF2-40B4-BE49-F238E27FC236}">
                  <a16:creationId xmlns:a16="http://schemas.microsoft.com/office/drawing/2014/main" id="{E62B1EF0-E64D-475F-ABCA-1774549842C2}"/>
                </a:ext>
              </a:extLst>
            </p:cNvPr>
            <p:cNvPicPr>
              <a:picLocks noChangeAspect="1"/>
            </p:cNvPicPr>
            <p:nvPr/>
          </p:nvPicPr>
          <p:blipFill>
            <a:blip r:embed="rId20"/>
            <a:stretch>
              <a:fillRect/>
            </a:stretch>
          </p:blipFill>
          <p:spPr>
            <a:xfrm>
              <a:off x="844675" y="3105908"/>
              <a:ext cx="1240507" cy="417340"/>
            </a:xfrm>
            <a:prstGeom prst="rect">
              <a:avLst/>
            </a:prstGeom>
          </p:spPr>
        </p:pic>
        <p:pic>
          <p:nvPicPr>
            <p:cNvPr id="76" name="Picture 75">
              <a:extLst>
                <a:ext uri="{FF2B5EF4-FFF2-40B4-BE49-F238E27FC236}">
                  <a16:creationId xmlns:a16="http://schemas.microsoft.com/office/drawing/2014/main" id="{65302EF4-32F4-4F3D-A269-43135CFD747B}"/>
                </a:ext>
              </a:extLst>
            </p:cNvPr>
            <p:cNvPicPr>
              <a:picLocks noChangeAspect="1"/>
            </p:cNvPicPr>
            <p:nvPr/>
          </p:nvPicPr>
          <p:blipFill rotWithShape="1">
            <a:blip r:embed="rId21"/>
            <a:srcRect l="28897" t="9516" b="15012"/>
            <a:stretch/>
          </p:blipFill>
          <p:spPr>
            <a:xfrm>
              <a:off x="2897488" y="3052024"/>
              <a:ext cx="841008" cy="525108"/>
            </a:xfrm>
            <a:prstGeom prst="rect">
              <a:avLst/>
            </a:prstGeom>
          </p:spPr>
        </p:pic>
        <p:pic>
          <p:nvPicPr>
            <p:cNvPr id="77" name="Picture 76">
              <a:extLst>
                <a:ext uri="{FF2B5EF4-FFF2-40B4-BE49-F238E27FC236}">
                  <a16:creationId xmlns:a16="http://schemas.microsoft.com/office/drawing/2014/main" id="{D423A3A7-D4B9-4411-9707-8570818C6544}"/>
                </a:ext>
              </a:extLst>
            </p:cNvPr>
            <p:cNvPicPr>
              <a:picLocks noChangeAspect="1"/>
            </p:cNvPicPr>
            <p:nvPr/>
          </p:nvPicPr>
          <p:blipFill>
            <a:blip r:embed="rId22"/>
            <a:stretch>
              <a:fillRect/>
            </a:stretch>
          </p:blipFill>
          <p:spPr>
            <a:xfrm>
              <a:off x="4637617" y="3077783"/>
              <a:ext cx="1066878" cy="473590"/>
            </a:xfrm>
            <a:prstGeom prst="rect">
              <a:avLst/>
            </a:prstGeom>
          </p:spPr>
        </p:pic>
        <p:pic>
          <p:nvPicPr>
            <p:cNvPr id="78" name="Picture 77">
              <a:extLst>
                <a:ext uri="{FF2B5EF4-FFF2-40B4-BE49-F238E27FC236}">
                  <a16:creationId xmlns:a16="http://schemas.microsoft.com/office/drawing/2014/main" id="{D3E7F8AD-B684-4249-9609-9A0A1C33EA23}"/>
                </a:ext>
              </a:extLst>
            </p:cNvPr>
            <p:cNvPicPr>
              <a:picLocks noChangeAspect="1"/>
            </p:cNvPicPr>
            <p:nvPr/>
          </p:nvPicPr>
          <p:blipFill>
            <a:blip r:embed="rId23"/>
            <a:stretch>
              <a:fillRect/>
            </a:stretch>
          </p:blipFill>
          <p:spPr>
            <a:xfrm>
              <a:off x="4862693" y="4336261"/>
              <a:ext cx="616728" cy="380520"/>
            </a:xfrm>
            <a:prstGeom prst="rect">
              <a:avLst/>
            </a:prstGeom>
          </p:spPr>
        </p:pic>
        <p:pic>
          <p:nvPicPr>
            <p:cNvPr id="80" name="Picture 79" descr="A close up of a sign&#10;&#10;Description generated with high confidence">
              <a:extLst>
                <a:ext uri="{FF2B5EF4-FFF2-40B4-BE49-F238E27FC236}">
                  <a16:creationId xmlns:a16="http://schemas.microsoft.com/office/drawing/2014/main" id="{BC76C984-41AE-44E6-807E-3AE91CF32212}"/>
                </a:ext>
              </a:extLst>
            </p:cNvPr>
            <p:cNvPicPr>
              <a:picLocks noChangeAspect="1"/>
            </p:cNvPicPr>
            <p:nvPr/>
          </p:nvPicPr>
          <p:blipFill>
            <a:blip r:embed="rId24"/>
            <a:stretch>
              <a:fillRect/>
            </a:stretch>
          </p:blipFill>
          <p:spPr>
            <a:xfrm>
              <a:off x="1059175" y="3717674"/>
              <a:ext cx="811506" cy="405752"/>
            </a:xfrm>
            <a:prstGeom prst="rect">
              <a:avLst/>
            </a:prstGeom>
          </p:spPr>
        </p:pic>
        <p:pic>
          <p:nvPicPr>
            <p:cNvPr id="87" name="Picture 86">
              <a:extLst>
                <a:ext uri="{FF2B5EF4-FFF2-40B4-BE49-F238E27FC236}">
                  <a16:creationId xmlns:a16="http://schemas.microsoft.com/office/drawing/2014/main" id="{D0A91F61-A377-49D5-909E-331A034FCFCF}"/>
                </a:ext>
              </a:extLst>
            </p:cNvPr>
            <p:cNvPicPr>
              <a:picLocks noChangeAspect="1"/>
            </p:cNvPicPr>
            <p:nvPr/>
          </p:nvPicPr>
          <p:blipFill rotWithShape="1">
            <a:blip r:embed="rId25">
              <a:clrChange>
                <a:clrFrom>
                  <a:srgbClr val="FFFFFF"/>
                </a:clrFrom>
                <a:clrTo>
                  <a:srgbClr val="FFFFFF">
                    <a:alpha val="0"/>
                  </a:srgbClr>
                </a:clrTo>
              </a:clrChange>
            </a:blip>
            <a:srcRect t="32609" b="32682"/>
            <a:stretch/>
          </p:blipFill>
          <p:spPr>
            <a:xfrm>
              <a:off x="975414" y="4962588"/>
              <a:ext cx="979030" cy="339810"/>
            </a:xfrm>
            <a:prstGeom prst="rect">
              <a:avLst/>
            </a:prstGeom>
          </p:spPr>
        </p:pic>
        <p:pic>
          <p:nvPicPr>
            <p:cNvPr id="88" name="Picture 87">
              <a:extLst>
                <a:ext uri="{FF2B5EF4-FFF2-40B4-BE49-F238E27FC236}">
                  <a16:creationId xmlns:a16="http://schemas.microsoft.com/office/drawing/2014/main" id="{B347CAA5-BD34-48FE-B397-1C780A61D164}"/>
                </a:ext>
              </a:extLst>
            </p:cNvPr>
            <p:cNvPicPr>
              <a:picLocks noChangeAspect="1"/>
            </p:cNvPicPr>
            <p:nvPr/>
          </p:nvPicPr>
          <p:blipFill rotWithShape="1">
            <a:blip r:embed="rId26">
              <a:clrChange>
                <a:clrFrom>
                  <a:srgbClr val="FFFFFF"/>
                </a:clrFrom>
                <a:clrTo>
                  <a:srgbClr val="FFFFFF">
                    <a:alpha val="0"/>
                  </a:srgbClr>
                </a:clrTo>
              </a:clrChange>
            </a:blip>
            <a:srcRect t="32118" b="33546"/>
            <a:stretch/>
          </p:blipFill>
          <p:spPr>
            <a:xfrm>
              <a:off x="10152955" y="4983829"/>
              <a:ext cx="1154584" cy="297328"/>
            </a:xfrm>
            <a:prstGeom prst="rect">
              <a:avLst/>
            </a:prstGeom>
          </p:spPr>
        </p:pic>
        <p:pic>
          <p:nvPicPr>
            <p:cNvPr id="89" name="Picture 88">
              <a:extLst>
                <a:ext uri="{FF2B5EF4-FFF2-40B4-BE49-F238E27FC236}">
                  <a16:creationId xmlns:a16="http://schemas.microsoft.com/office/drawing/2014/main" id="{1FD7D11C-AE85-4587-89C6-7B6BE576C992}"/>
                </a:ext>
              </a:extLst>
            </p:cNvPr>
            <p:cNvPicPr>
              <a:picLocks noChangeAspect="1"/>
            </p:cNvPicPr>
            <p:nvPr/>
          </p:nvPicPr>
          <p:blipFill rotWithShape="1">
            <a:blip r:embed="rId27">
              <a:clrChange>
                <a:clrFrom>
                  <a:srgbClr val="FFFFFF"/>
                </a:clrFrom>
                <a:clrTo>
                  <a:srgbClr val="FFFFFF">
                    <a:alpha val="0"/>
                  </a:srgbClr>
                </a:clrTo>
              </a:clrChange>
            </a:blip>
            <a:srcRect t="29072" b="29279"/>
            <a:stretch/>
          </p:blipFill>
          <p:spPr>
            <a:xfrm>
              <a:off x="6565517" y="3791150"/>
              <a:ext cx="917208" cy="258800"/>
            </a:xfrm>
            <a:prstGeom prst="rect">
              <a:avLst/>
            </a:prstGeom>
          </p:spPr>
        </p:pic>
        <p:pic>
          <p:nvPicPr>
            <p:cNvPr id="92" name="Picture 91">
              <a:extLst>
                <a:ext uri="{FF2B5EF4-FFF2-40B4-BE49-F238E27FC236}">
                  <a16:creationId xmlns:a16="http://schemas.microsoft.com/office/drawing/2014/main" id="{315DC690-02EF-4AB4-98C2-AFA1E9BC8C06}"/>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3089035" y="3691592"/>
              <a:ext cx="457914" cy="457914"/>
            </a:xfrm>
            <a:prstGeom prst="rect">
              <a:avLst/>
            </a:prstGeom>
          </p:spPr>
        </p:pic>
        <p:pic>
          <p:nvPicPr>
            <p:cNvPr id="94" name="Picture 93">
              <a:extLst>
                <a:ext uri="{FF2B5EF4-FFF2-40B4-BE49-F238E27FC236}">
                  <a16:creationId xmlns:a16="http://schemas.microsoft.com/office/drawing/2014/main" id="{8BCDE380-03D9-48C7-AE57-3E67366FEB7D}"/>
                </a:ext>
              </a:extLst>
            </p:cNvPr>
            <p:cNvPicPr>
              <a:picLocks noChangeAspect="1"/>
            </p:cNvPicPr>
            <p:nvPr/>
          </p:nvPicPr>
          <p:blipFill>
            <a:blip r:embed="rId29"/>
            <a:stretch>
              <a:fillRect/>
            </a:stretch>
          </p:blipFill>
          <p:spPr>
            <a:xfrm>
              <a:off x="3016484" y="4893201"/>
              <a:ext cx="603016" cy="478584"/>
            </a:xfrm>
            <a:prstGeom prst="rect">
              <a:avLst/>
            </a:prstGeom>
          </p:spPr>
        </p:pic>
        <p:pic>
          <p:nvPicPr>
            <p:cNvPr id="38" name="Picture 20" descr="Image result for saltstack">
              <a:extLst>
                <a:ext uri="{FF2B5EF4-FFF2-40B4-BE49-F238E27FC236}">
                  <a16:creationId xmlns:a16="http://schemas.microsoft.com/office/drawing/2014/main" id="{A4FDDA84-C7EA-4CBA-8CE4-75E5D1CAC5EB}"/>
                </a:ext>
              </a:extLst>
            </p:cNvPr>
            <p:cNvPicPr>
              <a:picLocks noChangeAspect="1" noChangeArrowheads="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6692770" y="4319013"/>
              <a:ext cx="662701" cy="415014"/>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a:extLst>
                <a:ext uri="{FF2B5EF4-FFF2-40B4-BE49-F238E27FC236}">
                  <a16:creationId xmlns:a16="http://schemas.microsoft.com/office/drawing/2014/main" id="{592FF65F-D4F8-4827-9F40-44CB5FC05C52}"/>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10492515" y="3682817"/>
              <a:ext cx="475465" cy="475465"/>
            </a:xfrm>
            <a:prstGeom prst="rect">
              <a:avLst/>
            </a:prstGeom>
          </p:spPr>
        </p:pic>
        <p:pic>
          <p:nvPicPr>
            <p:cNvPr id="43" name="Picture 64" descr="Image result for linux">
              <a:extLst>
                <a:ext uri="{FF2B5EF4-FFF2-40B4-BE49-F238E27FC236}">
                  <a16:creationId xmlns:a16="http://schemas.microsoft.com/office/drawing/2014/main" id="{CC31CD4A-8CB8-4368-B575-3A71E85974AB}"/>
                </a:ext>
              </a:extLst>
            </p:cNvPr>
            <p:cNvPicPr>
              <a:picLocks noChangeAspect="1" noChangeArrowheads="1"/>
            </p:cNvPicPr>
            <p:nvPr/>
          </p:nvPicPr>
          <p:blipFill>
            <a:blip r:embed="rId32" cstate="print">
              <a:extLst>
                <a:ext uri="{28A0092B-C50C-407E-A947-70E740481C1C}">
                  <a14:useLocalDpi xmlns:a14="http://schemas.microsoft.com/office/drawing/2010/main" val="0"/>
                </a:ext>
              </a:extLst>
            </a:blip>
            <a:srcRect/>
            <a:stretch>
              <a:fillRect/>
            </a:stretch>
          </p:blipFill>
          <p:spPr bwMode="auto">
            <a:xfrm>
              <a:off x="4978010" y="3692755"/>
              <a:ext cx="386093" cy="455588"/>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12" descr="Image result for android">
              <a:extLst>
                <a:ext uri="{FF2B5EF4-FFF2-40B4-BE49-F238E27FC236}">
                  <a16:creationId xmlns:a16="http://schemas.microsoft.com/office/drawing/2014/main" id="{328EBBD4-7E6F-4D37-9D76-94870F6F6A83}"/>
                </a:ext>
              </a:extLst>
            </p:cNvPr>
            <p:cNvPicPr>
              <a:picLocks noChangeAspect="1" noChangeArrowheads="1"/>
            </p:cNvPicPr>
            <p:nvPr/>
          </p:nvPicPr>
          <p:blipFill>
            <a:blip r:embed="rId33" cstate="print">
              <a:extLst>
                <a:ext uri="{28A0092B-C50C-407E-A947-70E740481C1C}">
                  <a14:useLocalDpi xmlns:a14="http://schemas.microsoft.com/office/drawing/2010/main" val="0"/>
                </a:ext>
              </a:extLst>
            </a:blip>
            <a:srcRect/>
            <a:stretch>
              <a:fillRect/>
            </a:stretch>
          </p:blipFill>
          <p:spPr bwMode="auto">
            <a:xfrm>
              <a:off x="1210448" y="2454421"/>
              <a:ext cx="508960" cy="508373"/>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itle 5">
            <a:extLst>
              <a:ext uri="{FF2B5EF4-FFF2-40B4-BE49-F238E27FC236}">
                <a16:creationId xmlns:a16="http://schemas.microsoft.com/office/drawing/2014/main" id="{2E31D477-F5B6-4D99-889F-562F8293C606}"/>
              </a:ext>
            </a:extLst>
          </p:cNvPr>
          <p:cNvSpPr>
            <a:spLocks noGrp="1"/>
          </p:cNvSpPr>
          <p:nvPr>
            <p:ph type="title" idx="4294967295"/>
          </p:nvPr>
        </p:nvSpPr>
        <p:spPr>
          <a:xfrm>
            <a:off x="0" y="495300"/>
            <a:ext cx="11017250" cy="55403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ctr"/>
            <a:r>
              <a:rPr lang="en-US" dirty="0">
                <a:solidFill>
                  <a:schemeClr val="bg1"/>
                </a:solidFill>
              </a:rPr>
              <a:t>Azure runs what you need</a:t>
            </a:r>
          </a:p>
        </p:txBody>
      </p:sp>
      <p:sp>
        <p:nvSpPr>
          <p:cNvPr id="2" name="TextBox 1">
            <a:extLst>
              <a:ext uri="{FF2B5EF4-FFF2-40B4-BE49-F238E27FC236}">
                <a16:creationId xmlns:a16="http://schemas.microsoft.com/office/drawing/2014/main" id="{DCBC7BCA-BBCB-AF82-E155-07D8366558A4}"/>
              </a:ext>
            </a:extLst>
          </p:cNvPr>
          <p:cNvSpPr txBox="1"/>
          <p:nvPr/>
        </p:nvSpPr>
        <p:spPr>
          <a:xfrm>
            <a:off x="2897488" y="5994400"/>
            <a:ext cx="6534994" cy="307777"/>
          </a:xfrm>
          <a:prstGeom prst="rect">
            <a:avLst/>
          </a:prstGeom>
          <a:noFill/>
        </p:spPr>
        <p:txBody>
          <a:bodyPr wrap="none" lIns="0" tIns="0" rIns="0" bIns="0" rtlCol="0">
            <a:spAutoFit/>
          </a:bodyPr>
          <a:lstStyle/>
          <a:p>
            <a:pPr algn="l"/>
            <a:r>
              <a:rPr lang="en-US" sz="2000" dirty="0">
                <a:solidFill>
                  <a:schemeClr val="bg1"/>
                </a:solidFill>
              </a:rPr>
              <a:t>Microsoft is one of the biggest </a:t>
            </a:r>
            <a:r>
              <a:rPr lang="en-US" sz="2000" dirty="0" err="1">
                <a:solidFill>
                  <a:schemeClr val="bg1"/>
                </a:solidFill>
              </a:rPr>
              <a:t>OpenSource</a:t>
            </a:r>
            <a:r>
              <a:rPr lang="en-US" sz="2000" dirty="0">
                <a:solidFill>
                  <a:schemeClr val="bg1"/>
                </a:solidFill>
              </a:rPr>
              <a:t> contributors </a:t>
            </a:r>
          </a:p>
        </p:txBody>
      </p:sp>
    </p:spTree>
    <p:custDataLst>
      <p:tags r:id="rId1"/>
    </p:custDataLst>
    <p:extLst>
      <p:ext uri="{BB962C8B-B14F-4D97-AF65-F5344CB8AC3E}">
        <p14:creationId xmlns:p14="http://schemas.microsoft.com/office/powerpoint/2010/main" val="28254919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39"/>
                                        </p:tgtEl>
                                        <p:attrNameLst>
                                          <p:attrName>style.visibility</p:attrName>
                                        </p:attrNameLst>
                                      </p:cBhvr>
                                      <p:to>
                                        <p:strVal val="visible"/>
                                      </p:to>
                                    </p:set>
                                  </p:childTnLst>
                                </p:cTn>
                              </p:par>
                              <p:par>
                                <p:cTn id="7" presetID="6" presetClass="emph" presetSubtype="0" accel="100000" autoRev="1" fill="hold" grpId="1" nodeType="withEffect">
                                  <p:stCondLst>
                                    <p:cond delay="0"/>
                                  </p:stCondLst>
                                  <p:childTnLst>
                                    <p:animScale>
                                      <p:cBhvr>
                                        <p:cTn id="8" dur="500" fill="hold"/>
                                        <p:tgtEl>
                                          <p:spTgt spid="39"/>
                                        </p:tgtEl>
                                      </p:cBhvr>
                                      <p:by x="100000" y="0"/>
                                    </p:animScale>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42" presetClass="path" presetSubtype="0" decel="100000" fill="hold" grpId="1" nodeType="withEffect">
                                  <p:stCondLst>
                                    <p:cond delay="0"/>
                                  </p:stCondLst>
                                  <p:childTnLst>
                                    <p:animMotion origin="layout" path="M -3.125E-6 7.40741E-7 L -3.125E-6 0.02407 " pathEditMode="relative" rAng="0" ptsTypes="AA">
                                      <p:cBhvr>
                                        <p:cTn id="13" dur="500" spd="-100000" fill="hold"/>
                                        <p:tgtEl>
                                          <p:spTgt spid="6"/>
                                        </p:tgtEl>
                                        <p:attrNameLst>
                                          <p:attrName>ppt_x</p:attrName>
                                          <p:attrName>ppt_y</p:attrName>
                                        </p:attrNameLst>
                                      </p:cBhvr>
                                      <p:rCtr x="0" y="1204"/>
                                    </p:animMotion>
                                  </p:childTnLst>
                                </p:cTn>
                              </p:par>
                              <p:par>
                                <p:cTn id="14" presetID="10" presetClass="entr" presetSubtype="0" fill="hold" nodeType="withEffect">
                                  <p:stCondLst>
                                    <p:cond delay="70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39" grpId="1" animBg="1"/>
      <p:bldP spid="6" grpId="0"/>
      <p:bldP spid="6"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3786D-9902-DD61-2CA5-CC82ED71D1B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62965E9-B533-738F-8B1F-1B52E44DE80A}"/>
              </a:ext>
            </a:extLst>
          </p:cNvPr>
          <p:cNvSpPr>
            <a:spLocks noGrp="1"/>
          </p:cNvSpPr>
          <p:nvPr>
            <p:ph type="title" idx="4294967295"/>
          </p:nvPr>
        </p:nvSpPr>
        <p:spPr>
          <a:xfrm>
            <a:off x="1309816" y="2611480"/>
            <a:ext cx="6635750" cy="64452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pc="0" dirty="0">
                <a:ln>
                  <a:noFill/>
                </a:ln>
                <a:solidFill>
                  <a:schemeClr val="bg1"/>
                </a:solidFill>
              </a:rPr>
              <a:t>A data platform</a:t>
            </a:r>
            <a:br>
              <a:rPr lang="en-US" spc="0" dirty="0">
                <a:ln>
                  <a:noFill/>
                </a:ln>
                <a:solidFill>
                  <a:schemeClr val="bg1"/>
                </a:solidFill>
              </a:rPr>
            </a:br>
            <a:r>
              <a:rPr lang="en-US" sz="2800" spc="0" dirty="0">
                <a:ln>
                  <a:noFill/>
                </a:ln>
                <a:solidFill>
                  <a:schemeClr val="bg1"/>
                </a:solidFill>
              </a:rPr>
              <a:t>“Future proof”</a:t>
            </a:r>
            <a:br>
              <a:rPr kumimoji="0" lang="en-US" sz="3600" b="0" i="0" u="none" strike="noStrike" kern="1200" cap="none" spc="0" normalizeH="0" baseline="0" noProof="0" dirty="0">
                <a:ln>
                  <a:noFill/>
                </a:ln>
                <a:solidFill>
                  <a:schemeClr val="bg1"/>
                </a:solidFill>
                <a:effectLst/>
                <a:uLnTx/>
                <a:uFillTx/>
                <a:ea typeface="+mn-ea"/>
                <a:cs typeface="Segoe UI" panose="020B0502040204020203" pitchFamily="34" charset="0"/>
              </a:rPr>
            </a:br>
            <a:endParaRPr kumimoji="0" lang="en-US" sz="3600" b="0" i="0" u="none" strike="noStrike" kern="1200" cap="none" spc="0" normalizeH="0" baseline="0" noProof="0" dirty="0">
              <a:ln>
                <a:noFill/>
              </a:ln>
              <a:solidFill>
                <a:schemeClr val="bg1"/>
              </a:solidFill>
              <a:effectLst/>
              <a:uLnTx/>
              <a:uFillTx/>
              <a:ea typeface="+mn-ea"/>
              <a:cs typeface="Segoe UI" panose="020B0502040204020203" pitchFamily="34" charset="0"/>
            </a:endParaRPr>
          </a:p>
        </p:txBody>
      </p:sp>
    </p:spTree>
    <p:extLst>
      <p:ext uri="{BB962C8B-B14F-4D97-AF65-F5344CB8AC3E}">
        <p14:creationId xmlns:p14="http://schemas.microsoft.com/office/powerpoint/2010/main" val="210011632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C022A2A-B73F-4117-A38F-39BD1C406FE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EC022A2A-B73F-4117-A38F-39BD1C406FE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FEC720EE-A180-4266-976C-4039B85B76FA}"/>
              </a:ext>
            </a:extLst>
          </p:cNvPr>
          <p:cNvSpPr/>
          <p:nvPr>
            <p:custDataLst>
              <p:tags r:id="rId2"/>
            </p:custDataLst>
          </p:nvPr>
        </p:nvSpPr>
        <p:spPr>
          <a:xfrm>
            <a:off x="0" y="0"/>
            <a:ext cx="158750" cy="1587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111000"/>
              </a:lnSpc>
            </a:pPr>
            <a:endParaRPr lang="da-DK" sz="2000" b="1" noProof="0" err="1">
              <a:latin typeface="Arial" panose="020B0604020202020204" pitchFamily="34" charset="0"/>
              <a:ea typeface="+mj-ea"/>
              <a:cs typeface="+mj-cs"/>
              <a:sym typeface="Arial" panose="020B0604020202020204" pitchFamily="34" charset="0"/>
            </a:endParaRPr>
          </a:p>
        </p:txBody>
      </p:sp>
      <p:graphicFrame>
        <p:nvGraphicFramePr>
          <p:cNvPr id="5" name="Table 5">
            <a:extLst>
              <a:ext uri="{FF2B5EF4-FFF2-40B4-BE49-F238E27FC236}">
                <a16:creationId xmlns:a16="http://schemas.microsoft.com/office/drawing/2014/main" id="{07981FC8-5282-49CB-9198-ED416F9918FF}"/>
              </a:ext>
            </a:extLst>
          </p:cNvPr>
          <p:cNvGraphicFramePr>
            <a:graphicFrameLocks noGrp="1"/>
          </p:cNvGraphicFramePr>
          <p:nvPr>
            <p:extLst>
              <p:ext uri="{D42A27DB-BD31-4B8C-83A1-F6EECF244321}">
                <p14:modId xmlns:p14="http://schemas.microsoft.com/office/powerpoint/2010/main" val="526204547"/>
              </p:ext>
            </p:extLst>
          </p:nvPr>
        </p:nvGraphicFramePr>
        <p:xfrm>
          <a:off x="637557" y="1194918"/>
          <a:ext cx="10916886" cy="5089190"/>
        </p:xfrm>
        <a:graphic>
          <a:graphicData uri="http://schemas.openxmlformats.org/drawingml/2006/table">
            <a:tbl>
              <a:tblPr firstRow="1" bandRow="1">
                <a:tableStyleId>{073A0DAA-6AF3-43AB-8588-CEC1D06C72B9}</a:tableStyleId>
              </a:tblPr>
              <a:tblGrid>
                <a:gridCol w="2943163">
                  <a:extLst>
                    <a:ext uri="{9D8B030D-6E8A-4147-A177-3AD203B41FA5}">
                      <a16:colId xmlns:a16="http://schemas.microsoft.com/office/drawing/2014/main" val="3639404953"/>
                    </a:ext>
                  </a:extLst>
                </a:gridCol>
                <a:gridCol w="7973723">
                  <a:extLst>
                    <a:ext uri="{9D8B030D-6E8A-4147-A177-3AD203B41FA5}">
                      <a16:colId xmlns:a16="http://schemas.microsoft.com/office/drawing/2014/main" val="2580561804"/>
                    </a:ext>
                  </a:extLst>
                </a:gridCol>
              </a:tblGrid>
              <a:tr h="297089">
                <a:tc>
                  <a:txBody>
                    <a:bodyPr/>
                    <a:lstStyle/>
                    <a:p>
                      <a:r>
                        <a:rPr lang="en-US" sz="1600" noProof="0"/>
                        <a:t>Capability</a:t>
                      </a:r>
                    </a:p>
                  </a:txBody>
                  <a:tcPr/>
                </a:tc>
                <a:tc>
                  <a:txBody>
                    <a:bodyPr/>
                    <a:lstStyle/>
                    <a:p>
                      <a:r>
                        <a:rPr lang="en-US" sz="1600" noProof="0"/>
                        <a:t>Description</a:t>
                      </a:r>
                    </a:p>
                  </a:txBody>
                  <a:tcPr/>
                </a:tc>
                <a:extLst>
                  <a:ext uri="{0D108BD9-81ED-4DB2-BD59-A6C34878D82A}">
                    <a16:rowId xmlns:a16="http://schemas.microsoft.com/office/drawing/2014/main" val="3157996914"/>
                  </a:ext>
                </a:extLst>
              </a:tr>
              <a:tr h="407325">
                <a:tc>
                  <a:txBody>
                    <a:bodyPr/>
                    <a:lstStyle/>
                    <a:p>
                      <a:r>
                        <a:rPr lang="en-US" sz="1600" noProof="0"/>
                        <a:t>Consistency</a:t>
                      </a:r>
                    </a:p>
                  </a:txBody>
                  <a:tcPr/>
                </a:tc>
                <a:tc>
                  <a:txBody>
                    <a:bodyPr/>
                    <a:lstStyle/>
                    <a:p>
                      <a:r>
                        <a:rPr lang="en-US" sz="1200" noProof="0"/>
                        <a:t>A consistent solution design to ensure simple operation and further development of solutions. Replacing resources must be flexible</a:t>
                      </a:r>
                      <a:r>
                        <a:rPr lang="en-US" sz="1200" baseline="0" noProof="0"/>
                        <a:t>.</a:t>
                      </a:r>
                      <a:endParaRPr lang="en-US" sz="1200" noProof="0"/>
                    </a:p>
                  </a:txBody>
                  <a:tcPr/>
                </a:tc>
                <a:extLst>
                  <a:ext uri="{0D108BD9-81ED-4DB2-BD59-A6C34878D82A}">
                    <a16:rowId xmlns:a16="http://schemas.microsoft.com/office/drawing/2014/main" val="357918573"/>
                  </a:ext>
                </a:extLst>
              </a:tr>
              <a:tr h="407325">
                <a:tc>
                  <a:txBody>
                    <a:bodyPr/>
                    <a:lstStyle/>
                    <a:p>
                      <a:r>
                        <a:rPr lang="en-US" sz="1600" noProof="0"/>
                        <a:t>Modulated</a:t>
                      </a:r>
                    </a:p>
                  </a:txBody>
                  <a:tcPr/>
                </a:tc>
                <a:tc>
                  <a:txBody>
                    <a:bodyPr/>
                    <a:lstStyle/>
                    <a:p>
                      <a:r>
                        <a:rPr lang="en-US" sz="1200" noProof="0"/>
                        <a:t>Solutions in the data infrastructure are developed modularly with a well-defined interface, so it is easy to replace subcomponents.</a:t>
                      </a:r>
                    </a:p>
                  </a:txBody>
                  <a:tcPr/>
                </a:tc>
                <a:extLst>
                  <a:ext uri="{0D108BD9-81ED-4DB2-BD59-A6C34878D82A}">
                    <a16:rowId xmlns:a16="http://schemas.microsoft.com/office/drawing/2014/main" val="2180999479"/>
                  </a:ext>
                </a:extLst>
              </a:tr>
              <a:tr h="407325">
                <a:tc>
                  <a:txBody>
                    <a:bodyPr/>
                    <a:lstStyle/>
                    <a:p>
                      <a:r>
                        <a:rPr lang="en-US" sz="1600" noProof="0"/>
                        <a:t>Technology independency</a:t>
                      </a:r>
                    </a:p>
                  </a:txBody>
                  <a:tcPr/>
                </a:tc>
                <a:tc>
                  <a:txBody>
                    <a:bodyPr/>
                    <a:lstStyle/>
                    <a:p>
                      <a:r>
                        <a:rPr lang="en-US" sz="1200" noProof="0"/>
                        <a:t>The architecture must be independent of the technology being used. This means that no matter what technology is being used, the different processes, functionalities and layers are the same.</a:t>
                      </a:r>
                    </a:p>
                  </a:txBody>
                  <a:tcPr/>
                </a:tc>
                <a:extLst>
                  <a:ext uri="{0D108BD9-81ED-4DB2-BD59-A6C34878D82A}">
                    <a16:rowId xmlns:a16="http://schemas.microsoft.com/office/drawing/2014/main" val="1434806905"/>
                  </a:ext>
                </a:extLst>
              </a:tr>
              <a:tr h="575047">
                <a:tc>
                  <a:txBody>
                    <a:bodyPr/>
                    <a:lstStyle/>
                    <a:p>
                      <a:r>
                        <a:rPr lang="en-US" sz="1600" noProof="0"/>
                        <a:t>Scalability</a:t>
                      </a:r>
                    </a:p>
                  </a:txBody>
                  <a:tcPr/>
                </a:tc>
                <a:tc>
                  <a:txBody>
                    <a:bodyPr/>
                    <a:lstStyle/>
                    <a:p>
                      <a:r>
                        <a:rPr lang="en-US" sz="1200" noProof="0"/>
                        <a:t>Scalability (up/down) is part of the solution design from the beginning, so that implementation and operations are not affected by bottlenecks, downtime or a possible mandatory purchase of unforeseen licenses.</a:t>
                      </a:r>
                    </a:p>
                  </a:txBody>
                  <a:tcPr/>
                </a:tc>
                <a:extLst>
                  <a:ext uri="{0D108BD9-81ED-4DB2-BD59-A6C34878D82A}">
                    <a16:rowId xmlns:a16="http://schemas.microsoft.com/office/drawing/2014/main" val="4259156967"/>
                  </a:ext>
                </a:extLst>
              </a:tr>
              <a:tr h="742769">
                <a:tc>
                  <a:txBody>
                    <a:bodyPr/>
                    <a:lstStyle/>
                    <a:p>
                      <a:r>
                        <a:rPr lang="en-US" sz="1600" noProof="0"/>
                        <a:t>Agility</a:t>
                      </a:r>
                    </a:p>
                  </a:txBody>
                  <a:tcPr/>
                </a:tc>
                <a:tc>
                  <a:txBody>
                    <a:bodyPr/>
                    <a:lstStyle/>
                    <a:p>
                      <a:r>
                        <a:rPr lang="en-US" sz="1200" noProof="0"/>
                        <a:t>The focus is on MVP (minimum viable product) and ongoing feedback to previous steps in the data flow. </a:t>
                      </a:r>
                    </a:p>
                    <a:p>
                      <a:r>
                        <a:rPr lang="en-US" sz="1200" noProof="0"/>
                        <a:t>It is OK to fail, and solution designs must be tested as soon as possible during the development process.</a:t>
                      </a:r>
                    </a:p>
                  </a:txBody>
                  <a:tcPr/>
                </a:tc>
                <a:extLst>
                  <a:ext uri="{0D108BD9-81ED-4DB2-BD59-A6C34878D82A}">
                    <a16:rowId xmlns:a16="http://schemas.microsoft.com/office/drawing/2014/main" val="1937862890"/>
                  </a:ext>
                </a:extLst>
              </a:tr>
              <a:tr h="407325">
                <a:tc>
                  <a:txBody>
                    <a:bodyPr/>
                    <a:lstStyle/>
                    <a:p>
                      <a:r>
                        <a:rPr lang="en-US" sz="1600" noProof="0"/>
                        <a:t>Security</a:t>
                      </a:r>
                    </a:p>
                  </a:txBody>
                  <a:tcPr/>
                </a:tc>
                <a:tc>
                  <a:txBody>
                    <a:bodyPr/>
                    <a:lstStyle/>
                    <a:p>
                      <a:r>
                        <a:rPr lang="en-US" sz="1200" noProof="0"/>
                        <a:t>Security is incorporated into the general architecture as well as in the concrete solution designs, both in terms of information security and privacy.</a:t>
                      </a:r>
                    </a:p>
                  </a:txBody>
                  <a:tcPr/>
                </a:tc>
                <a:extLst>
                  <a:ext uri="{0D108BD9-81ED-4DB2-BD59-A6C34878D82A}">
                    <a16:rowId xmlns:a16="http://schemas.microsoft.com/office/drawing/2014/main" val="1263973011"/>
                  </a:ext>
                </a:extLst>
              </a:tr>
              <a:tr h="575047">
                <a:tc>
                  <a:txBody>
                    <a:bodyPr/>
                    <a:lstStyle/>
                    <a:p>
                      <a:r>
                        <a:rPr lang="en-US" sz="1600" noProof="0"/>
                        <a:t>Data encapsulation</a:t>
                      </a:r>
                    </a:p>
                  </a:txBody>
                  <a:tcPr/>
                </a:tc>
                <a:tc>
                  <a:txBody>
                    <a:bodyPr/>
                    <a:lstStyle/>
                    <a:p>
                      <a:r>
                        <a:rPr lang="en-US" sz="1200" noProof="0"/>
                        <a:t>Data in the data infrastructure is accessed through an interface that enables control of who has access to what. The interface allows you to make changes to the data infrastructure without affecting external systems.</a:t>
                      </a:r>
                    </a:p>
                  </a:txBody>
                  <a:tcPr/>
                </a:tc>
                <a:extLst>
                  <a:ext uri="{0D108BD9-81ED-4DB2-BD59-A6C34878D82A}">
                    <a16:rowId xmlns:a16="http://schemas.microsoft.com/office/drawing/2014/main" val="673193597"/>
                  </a:ext>
                </a:extLst>
              </a:tr>
              <a:tr h="407325">
                <a:tc>
                  <a:txBody>
                    <a:bodyPr/>
                    <a:lstStyle/>
                    <a:p>
                      <a:r>
                        <a:rPr lang="en-US" sz="1600" noProof="0"/>
                        <a:t>Reuse</a:t>
                      </a:r>
                    </a:p>
                  </a:txBody>
                  <a:tcPr/>
                </a:tc>
                <a:tc>
                  <a:txBody>
                    <a:bodyPr/>
                    <a:lstStyle/>
                    <a:p>
                      <a:r>
                        <a:rPr lang="en-US" sz="1200" noProof="0"/>
                        <a:t>Solutions are being developed for reuse. The architecture will consist of templates for solution designs that shorten time-to-market and ensure standardization.</a:t>
                      </a:r>
                    </a:p>
                  </a:txBody>
                  <a:tcPr/>
                </a:tc>
                <a:extLst>
                  <a:ext uri="{0D108BD9-81ED-4DB2-BD59-A6C34878D82A}">
                    <a16:rowId xmlns:a16="http://schemas.microsoft.com/office/drawing/2014/main" val="1017572889"/>
                  </a:ext>
                </a:extLst>
              </a:tr>
              <a:tr h="575047">
                <a:tc>
                  <a:txBody>
                    <a:bodyPr/>
                    <a:lstStyle/>
                    <a:p>
                      <a:r>
                        <a:rPr lang="en-US" sz="1600" noProof="0" dirty="0"/>
                        <a:t>Feedback</a:t>
                      </a:r>
                      <a:r>
                        <a:rPr lang="en-US" sz="1600" baseline="0" noProof="0" dirty="0"/>
                        <a:t> </a:t>
                      </a:r>
                      <a:endParaRPr lang="en-US" sz="1600" noProof="0" dirty="0"/>
                    </a:p>
                  </a:txBody>
                  <a:tcPr/>
                </a:tc>
                <a:tc>
                  <a:txBody>
                    <a:bodyPr/>
                    <a:lstStyle/>
                    <a:p>
                      <a:r>
                        <a:rPr lang="en-US" sz="1200" noProof="0" dirty="0"/>
                        <a:t>The architecture is continuously adapted and improved based on feedback from the different users of data.
</a:t>
                      </a:r>
                    </a:p>
                  </a:txBody>
                  <a:tcPr/>
                </a:tc>
                <a:extLst>
                  <a:ext uri="{0D108BD9-81ED-4DB2-BD59-A6C34878D82A}">
                    <a16:rowId xmlns:a16="http://schemas.microsoft.com/office/drawing/2014/main" val="3219024299"/>
                  </a:ext>
                </a:extLst>
              </a:tr>
            </a:tbl>
          </a:graphicData>
        </a:graphic>
      </p:graphicFrame>
      <p:sp>
        <p:nvSpPr>
          <p:cNvPr id="8" name="Rectangle 7">
            <a:extLst>
              <a:ext uri="{FF2B5EF4-FFF2-40B4-BE49-F238E27FC236}">
                <a16:creationId xmlns:a16="http://schemas.microsoft.com/office/drawing/2014/main" id="{F34379AD-29C6-4015-99F3-A63B44EE4D37}"/>
              </a:ext>
            </a:extLst>
          </p:cNvPr>
          <p:cNvSpPr/>
          <p:nvPr/>
        </p:nvSpPr>
        <p:spPr bwMode="auto">
          <a:xfrm>
            <a:off x="401922" y="1950333"/>
            <a:ext cx="11411321" cy="936229"/>
          </a:xfrm>
          <a:prstGeom prst="rect">
            <a:avLst/>
          </a:prstGeom>
          <a:noFill/>
          <a:ln w="571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da-DK" sz="28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Box 1">
            <a:extLst>
              <a:ext uri="{FF2B5EF4-FFF2-40B4-BE49-F238E27FC236}">
                <a16:creationId xmlns:a16="http://schemas.microsoft.com/office/drawing/2014/main" id="{64F0BC07-5CC1-5202-9F43-0B413E4887F7}"/>
              </a:ext>
            </a:extLst>
          </p:cNvPr>
          <p:cNvSpPr txBox="1"/>
          <p:nvPr/>
        </p:nvSpPr>
        <p:spPr>
          <a:xfrm>
            <a:off x="637557" y="296893"/>
            <a:ext cx="3235886" cy="492443"/>
          </a:xfrm>
          <a:prstGeom prst="rect">
            <a:avLst/>
          </a:prstGeom>
          <a:noFill/>
        </p:spPr>
        <p:txBody>
          <a:bodyPr wrap="none" lIns="0" tIns="0" rIns="0" bIns="0" rtlCol="0">
            <a:spAutoFit/>
          </a:bodyPr>
          <a:lstStyle/>
          <a:p>
            <a:pPr algn="l"/>
            <a:r>
              <a:rPr lang="en-GB" sz="3200" dirty="0">
                <a:solidFill>
                  <a:schemeClr val="bg1"/>
                </a:solidFill>
              </a:rPr>
              <a:t>Data : Capabilities</a:t>
            </a:r>
            <a:endParaRPr lang="en-DK" sz="3200" dirty="0" err="1">
              <a:solidFill>
                <a:schemeClr val="bg1"/>
              </a:solidFill>
            </a:endParaRPr>
          </a:p>
        </p:txBody>
      </p:sp>
    </p:spTree>
    <p:extLst>
      <p:ext uri="{BB962C8B-B14F-4D97-AF65-F5344CB8AC3E}">
        <p14:creationId xmlns:p14="http://schemas.microsoft.com/office/powerpoint/2010/main" val="33007227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ight Arrow 1">
            <a:extLst>
              <a:ext uri="{FF2B5EF4-FFF2-40B4-BE49-F238E27FC236}">
                <a16:creationId xmlns:a16="http://schemas.microsoft.com/office/drawing/2014/main" id="{B153A67A-75EB-B000-6E75-716F9D3096E8}"/>
              </a:ext>
            </a:extLst>
          </p:cNvPr>
          <p:cNvSpPr/>
          <p:nvPr/>
        </p:nvSpPr>
        <p:spPr bwMode="auto">
          <a:xfrm>
            <a:off x="2235200" y="2362001"/>
            <a:ext cx="8331200" cy="1684528"/>
          </a:xfrm>
          <a:prstGeom prst="rightArrow">
            <a:avLst/>
          </a:prstGeom>
          <a:solidFill>
            <a:schemeClr val="accent1">
              <a:alpha val="39505"/>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000000"/>
              </a:solidFill>
              <a:ea typeface="Segoe UI" pitchFamily="34" charset="0"/>
              <a:cs typeface="Segoe UI" pitchFamily="34" charset="0"/>
            </a:endParaRPr>
          </a:p>
        </p:txBody>
      </p:sp>
      <p:sp>
        <p:nvSpPr>
          <p:cNvPr id="4" name="Rectangle 3">
            <a:extLst>
              <a:ext uri="{FF2B5EF4-FFF2-40B4-BE49-F238E27FC236}">
                <a16:creationId xmlns:a16="http://schemas.microsoft.com/office/drawing/2014/main" id="{64B893EC-80E5-4345-A576-A8A61F389E4B}"/>
              </a:ext>
            </a:extLst>
          </p:cNvPr>
          <p:cNvSpPr/>
          <p:nvPr/>
        </p:nvSpPr>
        <p:spPr bwMode="auto">
          <a:xfrm>
            <a:off x="1725601" y="1289560"/>
            <a:ext cx="2050834" cy="3826565"/>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1A1A1A"/>
                </a:solidFill>
                <a:effectLst/>
                <a:uLnTx/>
                <a:uFillTx/>
                <a:latin typeface="Segoe UI Semibold"/>
                <a:ea typeface="+mn-ea"/>
                <a:cs typeface="+mn-cs"/>
              </a:rPr>
              <a:t>Ingest/Bronze</a:t>
            </a:r>
          </a:p>
          <a:p>
            <a:pPr marL="0" marR="0" lvl="0" indent="0" algn="ctr" defTabSz="932472" eaLnBrk="1" fontAlgn="base" latinLnBrk="0" hangingPunct="1">
              <a:lnSpc>
                <a:spcPct val="100000"/>
              </a:lnSpc>
              <a:spcBef>
                <a:spcPct val="0"/>
              </a:spcBef>
              <a:spcAft>
                <a:spcPct val="0"/>
              </a:spcAft>
              <a:buClrTx/>
              <a:buSzTx/>
              <a:buFontTx/>
              <a:buNone/>
              <a:tabLst/>
              <a:defRPr/>
            </a:pPr>
            <a:endParaRPr lang="en-US" kern="0" dirty="0">
              <a:solidFill>
                <a:srgbClr val="1A1A1A"/>
              </a:solidFill>
              <a:latin typeface="Segoe UI Semibold"/>
              <a:ea typeface="+mn-ea"/>
              <a:cs typeface="+mn-cs"/>
            </a:endParaRPr>
          </a:p>
          <a:p>
            <a:pPr marR="0" lvl="0" defTabSz="932472" eaLnBrk="1" fontAlgn="base" latinLnBrk="0" hangingPunct="1">
              <a:lnSpc>
                <a:spcPct val="100000"/>
              </a:lnSpc>
              <a:spcBef>
                <a:spcPct val="0"/>
              </a:spcBef>
              <a:spcAft>
                <a:spcPct val="0"/>
              </a:spcAft>
              <a:buClrTx/>
              <a:buSzTx/>
              <a:tabLst/>
              <a:defRPr/>
            </a:pPr>
            <a:r>
              <a:rPr kumimoji="0" lang="en-US" sz="1200" b="0" i="0" u="none" strike="noStrike" kern="0" cap="none" spc="0" normalizeH="0" baseline="0" noProof="0" dirty="0">
                <a:ln>
                  <a:noFill/>
                </a:ln>
                <a:solidFill>
                  <a:srgbClr val="1A1A1A"/>
                </a:solidFill>
                <a:effectLst/>
                <a:uLnTx/>
                <a:uFillTx/>
                <a:latin typeface="Segoe UI Semibold"/>
                <a:ea typeface="+mn-ea"/>
                <a:cs typeface="+mn-cs"/>
              </a:rPr>
              <a:t>Characteristics</a:t>
            </a:r>
            <a:br>
              <a:rPr kumimoji="0" lang="en-US" sz="1200" b="0" i="0" u="none" strike="noStrike" kern="0" cap="none" spc="0" normalizeH="0" baseline="0" noProof="0" dirty="0">
                <a:ln>
                  <a:noFill/>
                </a:ln>
                <a:solidFill>
                  <a:srgbClr val="1A1A1A"/>
                </a:solidFill>
                <a:effectLst/>
                <a:uLnTx/>
                <a:uFillTx/>
                <a:latin typeface="Segoe UI Semibold"/>
                <a:ea typeface="+mn-ea"/>
                <a:cs typeface="+mn-cs"/>
              </a:rPr>
            </a:br>
            <a:endParaRPr kumimoji="0" lang="en-US" sz="1200" b="0" i="0" u="none" strike="noStrike" kern="0" cap="none" spc="0" normalizeH="0" baseline="0" noProof="0" dirty="0">
              <a:ln>
                <a:noFill/>
              </a:ln>
              <a:solidFill>
                <a:srgbClr val="1A1A1A"/>
              </a:solidFill>
              <a:effectLst/>
              <a:uLnTx/>
              <a:uFillTx/>
              <a:latin typeface="Segoe UI Semibold"/>
              <a:ea typeface="+mn-ea"/>
              <a:cs typeface="+mn-cs"/>
            </a:endParaRPr>
          </a:p>
          <a:p>
            <a:pPr marL="285750" marR="0" lvl="0" indent="-285750" defTabSz="932472"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1200" kern="0" dirty="0">
                <a:solidFill>
                  <a:srgbClr val="1A1A1A"/>
                </a:solidFill>
                <a:latin typeface="Segoe UI Semibold"/>
                <a:ea typeface="+mn-ea"/>
                <a:cs typeface="+mn-cs"/>
              </a:rPr>
              <a:t>Consume raw data</a:t>
            </a:r>
          </a:p>
          <a:p>
            <a:pPr marL="285750" marR="0" lvl="0" indent="-285750" defTabSz="932472"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1A1A1A"/>
                </a:solidFill>
                <a:effectLst/>
                <a:uLnTx/>
                <a:uFillTx/>
                <a:latin typeface="Segoe UI Semibold"/>
                <a:ea typeface="+mn-ea"/>
                <a:cs typeface="+mn-cs"/>
              </a:rPr>
              <a:t>High degree</a:t>
            </a:r>
            <a:r>
              <a:rPr kumimoji="0" lang="en-US" sz="1200" b="0" i="0" u="none" strike="noStrike" kern="0" cap="none" spc="0" normalizeH="0" noProof="0" dirty="0">
                <a:ln>
                  <a:noFill/>
                </a:ln>
                <a:solidFill>
                  <a:srgbClr val="1A1A1A"/>
                </a:solidFill>
                <a:effectLst/>
                <a:uLnTx/>
                <a:uFillTx/>
                <a:latin typeface="Segoe UI Semibold"/>
                <a:ea typeface="+mn-ea"/>
                <a:cs typeface="+mn-cs"/>
              </a:rPr>
              <a:t> of integration points</a:t>
            </a:r>
          </a:p>
          <a:p>
            <a:pPr marL="285750" marR="0" lvl="0" indent="-285750" defTabSz="932472"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1200" kern="0" dirty="0">
                <a:solidFill>
                  <a:srgbClr val="1A1A1A"/>
                </a:solidFill>
                <a:latin typeface="Segoe UI Semibold"/>
                <a:ea typeface="+mn-ea"/>
                <a:cs typeface="+mn-cs"/>
              </a:rPr>
              <a:t>Very technical</a:t>
            </a:r>
          </a:p>
          <a:p>
            <a:pPr marL="285750" marR="0" lvl="0" indent="-285750" defTabSz="932472"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200" b="0" i="0" u="none" strike="noStrike" kern="0" cap="none" spc="0" normalizeH="0" noProof="0" dirty="0">
                <a:ln>
                  <a:noFill/>
                </a:ln>
                <a:solidFill>
                  <a:srgbClr val="1A1A1A"/>
                </a:solidFill>
                <a:effectLst/>
                <a:uLnTx/>
                <a:uFillTx/>
                <a:latin typeface="Segoe UI Semibold"/>
                <a:ea typeface="+mn-ea"/>
                <a:cs typeface="+mn-cs"/>
              </a:rPr>
              <a:t>No transformation</a:t>
            </a:r>
          </a:p>
          <a:p>
            <a:pPr marR="0" lvl="0" defTabSz="932472" eaLnBrk="1" fontAlgn="base" latinLnBrk="0" hangingPunct="1">
              <a:lnSpc>
                <a:spcPct val="100000"/>
              </a:lnSpc>
              <a:spcBef>
                <a:spcPct val="0"/>
              </a:spcBef>
              <a:spcAft>
                <a:spcPct val="0"/>
              </a:spcAft>
              <a:buClrTx/>
              <a:buSzTx/>
              <a:tabLst/>
              <a:defRPr/>
            </a:pPr>
            <a:endParaRPr kumimoji="0" lang="en-US" sz="1400" b="0" i="0" u="none" strike="noStrike" kern="0" cap="none" spc="0" normalizeH="0" noProof="0" dirty="0">
              <a:ln>
                <a:noFill/>
              </a:ln>
              <a:solidFill>
                <a:srgbClr val="1A1A1A"/>
              </a:solidFill>
              <a:effectLst/>
              <a:uLnTx/>
              <a:uFillTx/>
              <a:latin typeface="Segoe UI Semibold"/>
              <a:ea typeface="+mn-ea"/>
              <a:cs typeface="+mn-cs"/>
            </a:endParaRP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sp>
        <p:nvSpPr>
          <p:cNvPr id="8" name="Rectangle 7">
            <a:extLst>
              <a:ext uri="{FF2B5EF4-FFF2-40B4-BE49-F238E27FC236}">
                <a16:creationId xmlns:a16="http://schemas.microsoft.com/office/drawing/2014/main" id="{05DA7EE1-E43A-4DAB-A85F-AE3B0CF795BC}"/>
              </a:ext>
            </a:extLst>
          </p:cNvPr>
          <p:cNvSpPr/>
          <p:nvPr/>
        </p:nvSpPr>
        <p:spPr bwMode="auto">
          <a:xfrm>
            <a:off x="9413447" y="1265418"/>
            <a:ext cx="2193335" cy="3850707"/>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a:ln>
                  <a:noFill/>
                </a:ln>
                <a:solidFill>
                  <a:srgbClr val="1A1A1A"/>
                </a:solidFill>
                <a:effectLst/>
                <a:uLnTx/>
                <a:uFillTx/>
                <a:latin typeface="Segoe UI Semibold"/>
                <a:ea typeface="+mn-ea"/>
                <a:cs typeface="+mn-cs"/>
              </a:rPr>
              <a:t>Consume</a:t>
            </a:r>
          </a:p>
          <a:p>
            <a:pPr marL="0" marR="0" lvl="0" indent="0" algn="ctr" defTabSz="932472" eaLnBrk="1" fontAlgn="base" latinLnBrk="0" hangingPunct="1">
              <a:lnSpc>
                <a:spcPct val="100000"/>
              </a:lnSpc>
              <a:spcBef>
                <a:spcPct val="0"/>
              </a:spcBef>
              <a:spcAft>
                <a:spcPct val="0"/>
              </a:spcAft>
              <a:buClrTx/>
              <a:buSzTx/>
              <a:buFontTx/>
              <a:buNone/>
              <a:tabLst/>
              <a:defRPr/>
            </a:pPr>
            <a:endParaRPr lang="en-US" kern="0">
              <a:solidFill>
                <a:srgbClr val="1A1A1A"/>
              </a:solidFill>
              <a:latin typeface="Segoe UI Semibold"/>
              <a:ea typeface="+mn-ea"/>
              <a:cs typeface="+mn-cs"/>
            </a:endParaRPr>
          </a:p>
          <a:p>
            <a:pPr lvl="0" defTabSz="932472" fontAlgn="base">
              <a:spcBef>
                <a:spcPct val="0"/>
              </a:spcBef>
              <a:spcAft>
                <a:spcPct val="0"/>
              </a:spcAft>
              <a:defRPr/>
            </a:pPr>
            <a:r>
              <a:rPr lang="en-US" sz="1200" kern="0">
                <a:solidFill>
                  <a:srgbClr val="1A1A1A"/>
                </a:solidFill>
                <a:latin typeface="Segoe UI Semibold"/>
              </a:rPr>
              <a:t>Characteristics</a:t>
            </a:r>
          </a:p>
          <a:p>
            <a:pPr marL="285750" lvl="0" indent="-285750" defTabSz="932472" fontAlgn="base">
              <a:spcBef>
                <a:spcPct val="0"/>
              </a:spcBef>
              <a:spcAft>
                <a:spcPct val="0"/>
              </a:spcAft>
              <a:buFont typeface="Arial" panose="020B0604020202020204" pitchFamily="34" charset="0"/>
              <a:buChar char="•"/>
              <a:defRPr/>
            </a:pPr>
            <a:r>
              <a:rPr lang="en-US" sz="1200" kern="0">
                <a:solidFill>
                  <a:srgbClr val="1A1A1A"/>
                </a:solidFill>
                <a:latin typeface="Segoe UI Semibold"/>
              </a:rPr>
              <a:t>End user tools</a:t>
            </a:r>
          </a:p>
          <a:p>
            <a:pPr marL="285750" lvl="0" indent="-285750" defTabSz="932472" fontAlgn="base">
              <a:spcBef>
                <a:spcPct val="0"/>
              </a:spcBef>
              <a:spcAft>
                <a:spcPct val="0"/>
              </a:spcAft>
              <a:buFont typeface="Arial" panose="020B0604020202020204" pitchFamily="34" charset="0"/>
              <a:buChar char="•"/>
              <a:defRPr/>
            </a:pPr>
            <a:r>
              <a:rPr lang="en-US" sz="1200" kern="0">
                <a:solidFill>
                  <a:srgbClr val="1A1A1A"/>
                </a:solidFill>
                <a:latin typeface="Segoe UI Semibold"/>
              </a:rPr>
              <a:t>Business Intelligence</a:t>
            </a:r>
          </a:p>
          <a:p>
            <a:pPr marL="285750" lvl="0" indent="-285750" defTabSz="932472" fontAlgn="base">
              <a:spcBef>
                <a:spcPct val="0"/>
              </a:spcBef>
              <a:spcAft>
                <a:spcPct val="0"/>
              </a:spcAft>
              <a:buFont typeface="Arial" panose="020B0604020202020204" pitchFamily="34" charset="0"/>
              <a:buChar char="•"/>
              <a:defRPr/>
            </a:pPr>
            <a:r>
              <a:rPr lang="en-US" sz="1200" kern="0">
                <a:solidFill>
                  <a:srgbClr val="1A1A1A"/>
                </a:solidFill>
                <a:latin typeface="Segoe UI Semibold"/>
              </a:rPr>
              <a:t>Reporting</a:t>
            </a:r>
          </a:p>
          <a:p>
            <a:pPr marL="285750" lvl="0" indent="-285750" defTabSz="932472" fontAlgn="base">
              <a:spcBef>
                <a:spcPct val="0"/>
              </a:spcBef>
              <a:spcAft>
                <a:spcPct val="0"/>
              </a:spcAft>
              <a:buFont typeface="Arial" panose="020B0604020202020204" pitchFamily="34" charset="0"/>
              <a:buChar char="•"/>
              <a:defRPr/>
            </a:pPr>
            <a:r>
              <a:rPr lang="en-US" sz="1200" kern="0">
                <a:solidFill>
                  <a:srgbClr val="1A1A1A"/>
                </a:solidFill>
                <a:latin typeface="Segoe UI Semibold"/>
              </a:rPr>
              <a:t>Machine Learning</a:t>
            </a:r>
          </a:p>
          <a:p>
            <a:pPr marL="285750" lvl="0" indent="-285750" defTabSz="932472" fontAlgn="base">
              <a:spcBef>
                <a:spcPct val="0"/>
              </a:spcBef>
              <a:spcAft>
                <a:spcPct val="0"/>
              </a:spcAft>
              <a:buFont typeface="Arial" panose="020B0604020202020204" pitchFamily="34" charset="0"/>
              <a:buChar char="•"/>
              <a:defRPr/>
            </a:pPr>
            <a:r>
              <a:rPr lang="en-US" sz="1200" kern="0">
                <a:solidFill>
                  <a:srgbClr val="1A1A1A"/>
                </a:solidFill>
                <a:latin typeface="Segoe UI Semibold"/>
              </a:rPr>
              <a:t>Artificial Intelligence</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da-DK" b="0" i="0" u="none" strike="noStrike" kern="0" cap="none" spc="0" normalizeH="0" baseline="0" noProof="0" err="1">
              <a:ln>
                <a:noFill/>
              </a:ln>
              <a:solidFill>
                <a:srgbClr val="1A1A1A"/>
              </a:solidFill>
              <a:effectLst/>
              <a:uLnTx/>
              <a:uFillTx/>
              <a:latin typeface="Segoe UI Semibold"/>
              <a:ea typeface="Segoe UI" pitchFamily="34" charset="0"/>
              <a:cs typeface="Segoe UI" pitchFamily="34" charset="0"/>
            </a:endParaRPr>
          </a:p>
        </p:txBody>
      </p:sp>
      <p:sp>
        <p:nvSpPr>
          <p:cNvPr id="85" name="Rectangle 84">
            <a:extLst>
              <a:ext uri="{FF2B5EF4-FFF2-40B4-BE49-F238E27FC236}">
                <a16:creationId xmlns:a16="http://schemas.microsoft.com/office/drawing/2014/main" id="{CA1FDF63-603E-4923-B1A0-E1EA4D270132}"/>
              </a:ext>
            </a:extLst>
          </p:cNvPr>
          <p:cNvSpPr/>
          <p:nvPr/>
        </p:nvSpPr>
        <p:spPr bwMode="auto">
          <a:xfrm>
            <a:off x="6733124" y="1265418"/>
            <a:ext cx="2403955" cy="3850707"/>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1A1A1A"/>
                </a:solidFill>
                <a:effectLst/>
                <a:uLnTx/>
                <a:uFillTx/>
                <a:latin typeface="Segoe UI Semibold"/>
                <a:ea typeface="+mn-ea"/>
                <a:cs typeface="+mn-cs"/>
              </a:rPr>
              <a:t>Publish/Gold</a:t>
            </a:r>
          </a:p>
          <a:p>
            <a:pPr marL="0" marR="0" lvl="0" indent="0" algn="ctr" defTabSz="932472" eaLnBrk="1" fontAlgn="base" latinLnBrk="0" hangingPunct="1">
              <a:lnSpc>
                <a:spcPct val="100000"/>
              </a:lnSpc>
              <a:spcBef>
                <a:spcPct val="0"/>
              </a:spcBef>
              <a:spcAft>
                <a:spcPct val="0"/>
              </a:spcAft>
              <a:buClrTx/>
              <a:buSzTx/>
              <a:buFontTx/>
              <a:buNone/>
              <a:tabLst/>
              <a:defRPr/>
            </a:pPr>
            <a:endParaRPr lang="en-US" kern="0" dirty="0">
              <a:solidFill>
                <a:srgbClr val="1A1A1A"/>
              </a:solidFill>
              <a:latin typeface="Segoe UI Semibold"/>
              <a:ea typeface="+mn-ea"/>
              <a:cs typeface="+mn-cs"/>
            </a:endParaRPr>
          </a:p>
          <a:p>
            <a:pPr lvl="0" defTabSz="932472" fontAlgn="base">
              <a:spcBef>
                <a:spcPct val="0"/>
              </a:spcBef>
              <a:spcAft>
                <a:spcPct val="0"/>
              </a:spcAft>
              <a:defRPr/>
            </a:pPr>
            <a:r>
              <a:rPr lang="en-US" sz="1200" kern="0" dirty="0">
                <a:solidFill>
                  <a:srgbClr val="1A1A1A"/>
                </a:solidFill>
                <a:latin typeface="Segoe UI Semibold"/>
              </a:rPr>
              <a:t>Characteristics</a:t>
            </a:r>
          </a:p>
          <a:p>
            <a:pPr marL="285750" lvl="0" indent="-285750" defTabSz="932472" fontAlgn="base">
              <a:spcBef>
                <a:spcPct val="0"/>
              </a:spcBef>
              <a:spcAft>
                <a:spcPct val="0"/>
              </a:spcAft>
              <a:buFont typeface="Arial" panose="020B0604020202020204" pitchFamily="34" charset="0"/>
              <a:buChar char="•"/>
              <a:defRPr/>
            </a:pPr>
            <a:r>
              <a:rPr lang="en-US" sz="1200" kern="0" dirty="0">
                <a:solidFill>
                  <a:srgbClr val="1A1A1A"/>
                </a:solidFill>
                <a:latin typeface="Segoe UI Semibold"/>
              </a:rPr>
              <a:t>Business useable datasets</a:t>
            </a:r>
          </a:p>
          <a:p>
            <a:pPr marL="285750" lvl="0" indent="-285750" defTabSz="932472" fontAlgn="base">
              <a:spcBef>
                <a:spcPct val="0"/>
              </a:spcBef>
              <a:spcAft>
                <a:spcPct val="0"/>
              </a:spcAft>
              <a:buFont typeface="Arial" panose="020B0604020202020204" pitchFamily="34" charset="0"/>
              <a:buChar char="•"/>
              <a:defRPr/>
            </a:pPr>
            <a:r>
              <a:rPr lang="en-US" sz="1200" kern="0" dirty="0">
                <a:solidFill>
                  <a:srgbClr val="1A1A1A"/>
                </a:solidFill>
                <a:latin typeface="Segoe UI Semibold"/>
              </a:rPr>
              <a:t>Datasets placed in whatever suitable technology for the end usage</a:t>
            </a:r>
          </a:p>
          <a:p>
            <a:pPr marL="285750" lvl="0" indent="-285750" defTabSz="932472" fontAlgn="base">
              <a:spcBef>
                <a:spcPct val="0"/>
              </a:spcBef>
              <a:spcAft>
                <a:spcPct val="0"/>
              </a:spcAft>
              <a:buFont typeface="Arial" panose="020B0604020202020204" pitchFamily="34" charset="0"/>
              <a:buChar char="•"/>
              <a:defRPr/>
            </a:pPr>
            <a:r>
              <a:rPr lang="en-US" sz="1200" kern="0" dirty="0">
                <a:solidFill>
                  <a:srgbClr val="1A1A1A"/>
                </a:solidFill>
                <a:latin typeface="Segoe UI Semibold"/>
              </a:rPr>
              <a:t>“Lives” as long as being used</a:t>
            </a:r>
          </a:p>
          <a:p>
            <a:pPr marL="285750" lvl="0" indent="-285750" defTabSz="932472" fontAlgn="base">
              <a:spcBef>
                <a:spcPct val="0"/>
              </a:spcBef>
              <a:spcAft>
                <a:spcPct val="0"/>
              </a:spcAft>
              <a:buFont typeface="Arial" panose="020B0604020202020204" pitchFamily="34" charset="0"/>
              <a:buChar char="•"/>
              <a:defRPr/>
            </a:pPr>
            <a:r>
              <a:rPr lang="en-US" sz="1200" kern="0" dirty="0">
                <a:solidFill>
                  <a:srgbClr val="1A1A1A"/>
                </a:solidFill>
                <a:latin typeface="Segoe UI Semibold"/>
              </a:rPr>
              <a:t>Can be recreated (by self-service)</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da-DK"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sp>
        <p:nvSpPr>
          <p:cNvPr id="6" name="Rectangle 5">
            <a:extLst>
              <a:ext uri="{FF2B5EF4-FFF2-40B4-BE49-F238E27FC236}">
                <a16:creationId xmlns:a16="http://schemas.microsoft.com/office/drawing/2014/main" id="{2AADBD70-2FFD-44D2-9B80-347D24354324}"/>
              </a:ext>
            </a:extLst>
          </p:cNvPr>
          <p:cNvSpPr/>
          <p:nvPr/>
        </p:nvSpPr>
        <p:spPr bwMode="auto">
          <a:xfrm>
            <a:off x="4052802" y="1289560"/>
            <a:ext cx="2403955" cy="3826565"/>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1A1A1A"/>
                </a:solidFill>
                <a:effectLst/>
                <a:uLnTx/>
                <a:uFillTx/>
                <a:latin typeface="Segoe UI Semibold"/>
                <a:ea typeface="+mn-ea"/>
                <a:cs typeface="+mn-cs"/>
              </a:rPr>
              <a:t>Transform/Silver</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dirty="0">
              <a:ln>
                <a:noFill/>
              </a:ln>
              <a:solidFill>
                <a:srgbClr val="1A1A1A"/>
              </a:solidFill>
              <a:effectLst/>
              <a:uLnTx/>
              <a:uFillTx/>
              <a:latin typeface="Segoe UI Semibold"/>
              <a:ea typeface="+mn-ea"/>
              <a:cs typeface="+mn-cs"/>
            </a:endParaRPr>
          </a:p>
          <a:p>
            <a:pPr lvl="0" defTabSz="932472" fontAlgn="base">
              <a:spcBef>
                <a:spcPct val="0"/>
              </a:spcBef>
              <a:spcAft>
                <a:spcPct val="0"/>
              </a:spcAft>
              <a:defRPr/>
            </a:pPr>
            <a:r>
              <a:rPr lang="en-US" sz="1200" kern="0" dirty="0">
                <a:solidFill>
                  <a:srgbClr val="1A1A1A"/>
                </a:solidFill>
                <a:latin typeface="Segoe UI Semibold"/>
              </a:rPr>
              <a:t>Characteristics</a:t>
            </a:r>
          </a:p>
          <a:p>
            <a:pPr marL="285750" lvl="0" indent="-285750" defTabSz="932472" fontAlgn="base">
              <a:spcBef>
                <a:spcPct val="0"/>
              </a:spcBef>
              <a:spcAft>
                <a:spcPct val="0"/>
              </a:spcAft>
              <a:buFont typeface="Arial" panose="020B0604020202020204" pitchFamily="34" charset="0"/>
              <a:buChar char="•"/>
              <a:defRPr/>
            </a:pPr>
            <a:r>
              <a:rPr lang="en-US" sz="1200" kern="0" dirty="0">
                <a:solidFill>
                  <a:srgbClr val="1A1A1A"/>
                </a:solidFill>
                <a:latin typeface="Segoe UI Semibold"/>
              </a:rPr>
              <a:t>Technical usable data</a:t>
            </a:r>
          </a:p>
          <a:p>
            <a:pPr marL="285750" lvl="0" indent="-285750" defTabSz="932472" fontAlgn="base">
              <a:spcBef>
                <a:spcPct val="0"/>
              </a:spcBef>
              <a:spcAft>
                <a:spcPct val="0"/>
              </a:spcAft>
              <a:buFont typeface="Arial" panose="020B0604020202020204" pitchFamily="34" charset="0"/>
              <a:buChar char="•"/>
              <a:defRPr/>
            </a:pPr>
            <a:r>
              <a:rPr lang="en-US" sz="1200" kern="0" dirty="0">
                <a:solidFill>
                  <a:srgbClr val="1A1A1A"/>
                </a:solidFill>
                <a:latin typeface="Segoe UI Semibold"/>
              </a:rPr>
              <a:t>Getting data from ingest layer - only</a:t>
            </a:r>
          </a:p>
          <a:p>
            <a:pPr marL="285750" lvl="0" indent="-285750" defTabSz="932472" fontAlgn="base">
              <a:spcBef>
                <a:spcPct val="0"/>
              </a:spcBef>
              <a:spcAft>
                <a:spcPct val="0"/>
              </a:spcAft>
              <a:buFont typeface="Arial" panose="020B0604020202020204" pitchFamily="34" charset="0"/>
              <a:buChar char="•"/>
              <a:defRPr/>
            </a:pPr>
            <a:r>
              <a:rPr lang="en-US" sz="1200" kern="0" dirty="0">
                <a:solidFill>
                  <a:srgbClr val="1A1A1A"/>
                </a:solidFill>
                <a:latin typeface="Segoe UI Semibold"/>
              </a:rPr>
              <a:t>Very technical</a:t>
            </a:r>
          </a:p>
          <a:p>
            <a:pPr marL="285750" lvl="0" indent="-285750" defTabSz="932472" fontAlgn="base">
              <a:spcBef>
                <a:spcPct val="0"/>
              </a:spcBef>
              <a:spcAft>
                <a:spcPct val="0"/>
              </a:spcAft>
              <a:buFont typeface="Arial" panose="020B0604020202020204" pitchFamily="34" charset="0"/>
              <a:buChar char="•"/>
              <a:defRPr/>
            </a:pPr>
            <a:r>
              <a:rPr lang="en-US" sz="1200" kern="0" dirty="0">
                <a:solidFill>
                  <a:srgbClr val="1A1A1A"/>
                </a:solidFill>
                <a:latin typeface="Segoe UI Semibold"/>
              </a:rPr>
              <a:t>Place for technical transformations</a:t>
            </a:r>
          </a:p>
          <a:p>
            <a:pPr marL="285750" lvl="0" indent="-285750" defTabSz="932472" fontAlgn="base">
              <a:spcBef>
                <a:spcPct val="0"/>
              </a:spcBef>
              <a:spcAft>
                <a:spcPct val="0"/>
              </a:spcAft>
              <a:buFont typeface="Arial" panose="020B0604020202020204" pitchFamily="34" charset="0"/>
              <a:buChar char="•"/>
              <a:defRPr/>
            </a:pPr>
            <a:r>
              <a:rPr lang="en-US" sz="1200" kern="0" dirty="0">
                <a:solidFill>
                  <a:srgbClr val="1A1A1A"/>
                </a:solidFill>
                <a:latin typeface="Segoe UI Semibold"/>
              </a:rPr>
              <a:t>Adhere to company chosen standards</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da-DK"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sp>
        <p:nvSpPr>
          <p:cNvPr id="5" name="Rectangle 4">
            <a:extLst>
              <a:ext uri="{FF2B5EF4-FFF2-40B4-BE49-F238E27FC236}">
                <a16:creationId xmlns:a16="http://schemas.microsoft.com/office/drawing/2014/main" id="{208F8B85-4237-4012-8BC3-A5CD11E3FD19}"/>
              </a:ext>
            </a:extLst>
          </p:cNvPr>
          <p:cNvSpPr/>
          <p:nvPr/>
        </p:nvSpPr>
        <p:spPr bwMode="auto">
          <a:xfrm>
            <a:off x="491778" y="3765631"/>
            <a:ext cx="848441" cy="1284010"/>
          </a:xfrm>
          <a:prstGeom prst="rect">
            <a:avLst/>
          </a:prstGeom>
          <a:solidFill>
            <a:srgbClr val="00B050"/>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32472" fontAlgn="base">
              <a:spcBef>
                <a:spcPct val="0"/>
              </a:spcBef>
              <a:spcAft>
                <a:spcPct val="0"/>
              </a:spcAft>
            </a:pPr>
            <a:r>
              <a:rPr lang="da-DK" sz="1100" dirty="0">
                <a:solidFill>
                  <a:schemeClr val="bg1"/>
                </a:solidFill>
                <a:cs typeface="Segoe UI" pitchFamily="34" charset="0"/>
              </a:rPr>
              <a:t>Source systems</a:t>
            </a:r>
          </a:p>
          <a:p>
            <a:pPr algn="ctr" defTabSz="932472" fontAlgn="base">
              <a:spcBef>
                <a:spcPct val="0"/>
              </a:spcBef>
              <a:spcAft>
                <a:spcPct val="0"/>
              </a:spcAft>
            </a:pPr>
            <a:endParaRPr lang="da-DK" sz="1100" dirty="0">
              <a:solidFill>
                <a:schemeClr val="bg1"/>
              </a:solidFill>
              <a:cs typeface="Segoe UI" pitchFamily="34" charset="0"/>
            </a:endParaRPr>
          </a:p>
          <a:p>
            <a:pPr algn="ctr" defTabSz="932472" fontAlgn="base">
              <a:spcBef>
                <a:spcPct val="0"/>
              </a:spcBef>
              <a:spcAft>
                <a:spcPct val="0"/>
              </a:spcAft>
            </a:pPr>
            <a:r>
              <a:rPr lang="da-DK" sz="1100" dirty="0">
                <a:solidFill>
                  <a:schemeClr val="bg1"/>
                </a:solidFill>
                <a:cs typeface="Segoe UI" pitchFamily="34" charset="0"/>
              </a:rPr>
              <a:t>Batch</a:t>
            </a:r>
          </a:p>
        </p:txBody>
      </p:sp>
      <p:sp>
        <p:nvSpPr>
          <p:cNvPr id="17" name="Rectangle 16">
            <a:extLst>
              <a:ext uri="{FF2B5EF4-FFF2-40B4-BE49-F238E27FC236}">
                <a16:creationId xmlns:a16="http://schemas.microsoft.com/office/drawing/2014/main" id="{194A12D8-19E6-484C-8F17-0612B29BFAFE}"/>
              </a:ext>
            </a:extLst>
          </p:cNvPr>
          <p:cNvSpPr/>
          <p:nvPr/>
        </p:nvSpPr>
        <p:spPr bwMode="auto">
          <a:xfrm>
            <a:off x="491778" y="1289560"/>
            <a:ext cx="848441" cy="1284010"/>
          </a:xfrm>
          <a:prstGeom prst="rect">
            <a:avLst/>
          </a:prstGeom>
          <a:solidFill>
            <a:srgbClr val="00B050"/>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32472" fontAlgn="base">
              <a:spcBef>
                <a:spcPct val="0"/>
              </a:spcBef>
              <a:spcAft>
                <a:spcPct val="0"/>
              </a:spcAft>
            </a:pPr>
            <a:r>
              <a:rPr lang="da-DK" sz="1100" dirty="0">
                <a:solidFill>
                  <a:schemeClr val="bg1"/>
                </a:solidFill>
                <a:ea typeface="Segoe UI" pitchFamily="34" charset="0"/>
                <a:cs typeface="Segoe UI" pitchFamily="34" charset="0"/>
              </a:rPr>
              <a:t>Source systems</a:t>
            </a:r>
          </a:p>
          <a:p>
            <a:pPr algn="ctr" defTabSz="932472" fontAlgn="base">
              <a:spcBef>
                <a:spcPct val="0"/>
              </a:spcBef>
              <a:spcAft>
                <a:spcPct val="0"/>
              </a:spcAft>
            </a:pPr>
            <a:endParaRPr lang="da-DK" sz="1100" dirty="0">
              <a:solidFill>
                <a:schemeClr val="bg1"/>
              </a:solidFill>
              <a:ea typeface="Segoe UI" pitchFamily="34" charset="0"/>
              <a:cs typeface="Segoe UI" pitchFamily="34" charset="0"/>
            </a:endParaRPr>
          </a:p>
          <a:p>
            <a:pPr algn="ctr" defTabSz="932472" fontAlgn="base">
              <a:spcBef>
                <a:spcPct val="0"/>
              </a:spcBef>
              <a:spcAft>
                <a:spcPct val="0"/>
              </a:spcAft>
            </a:pPr>
            <a:r>
              <a:rPr lang="da-DK" sz="1100" dirty="0">
                <a:solidFill>
                  <a:schemeClr val="bg1"/>
                </a:solidFill>
                <a:ea typeface="Segoe UI" pitchFamily="34" charset="0"/>
                <a:cs typeface="Segoe UI" pitchFamily="34" charset="0"/>
              </a:rPr>
              <a:t>Streaming/events</a:t>
            </a:r>
          </a:p>
        </p:txBody>
      </p:sp>
      <p:grpSp>
        <p:nvGrpSpPr>
          <p:cNvPr id="25" name="Group 24">
            <a:extLst>
              <a:ext uri="{FF2B5EF4-FFF2-40B4-BE49-F238E27FC236}">
                <a16:creationId xmlns:a16="http://schemas.microsoft.com/office/drawing/2014/main" id="{887071E4-DCD6-4BD9-B788-07727D3159A2}"/>
              </a:ext>
            </a:extLst>
          </p:cNvPr>
          <p:cNvGrpSpPr/>
          <p:nvPr/>
        </p:nvGrpSpPr>
        <p:grpSpPr>
          <a:xfrm>
            <a:off x="1725601" y="5350048"/>
            <a:ext cx="9881179" cy="558801"/>
            <a:chOff x="1651471" y="6028551"/>
            <a:chExt cx="9217776" cy="558801"/>
          </a:xfrm>
        </p:grpSpPr>
        <p:sp>
          <p:nvSpPr>
            <p:cNvPr id="3" name="Rectangle 2">
              <a:extLst>
                <a:ext uri="{FF2B5EF4-FFF2-40B4-BE49-F238E27FC236}">
                  <a16:creationId xmlns:a16="http://schemas.microsoft.com/office/drawing/2014/main" id="{35CD62AB-C770-4883-9232-C2A32A912CC3}"/>
                </a:ext>
              </a:extLst>
            </p:cNvPr>
            <p:cNvSpPr/>
            <p:nvPr/>
          </p:nvSpPr>
          <p:spPr bwMode="auto">
            <a:xfrm>
              <a:off x="1651471" y="6028551"/>
              <a:ext cx="9217776" cy="558801"/>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defRPr/>
              </a:pPr>
              <a:r>
                <a:rPr kumimoji="0" lang="en-US" sz="1000" b="0" i="0" u="none" strike="noStrike" kern="0" cap="none" spc="0" normalizeH="0" baseline="0">
                  <a:ln>
                    <a:noFill/>
                  </a:ln>
                  <a:solidFill>
                    <a:srgbClr val="1A1A1A"/>
                  </a:solidFill>
                  <a:effectLst/>
                  <a:uLnTx/>
                  <a:uFillTx/>
                  <a:latin typeface="Segoe UI Semibold"/>
                  <a:ea typeface="+mn-ea"/>
                  <a:cs typeface="Segoe UI" pitchFamily="34" charset="0"/>
                </a:rPr>
                <a:t>Supporting</a:t>
              </a:r>
              <a:r>
                <a:rPr kumimoji="0" lang="en-US" sz="1000" b="0" i="0" u="none" strike="noStrike" kern="0" cap="none" spc="0" normalizeH="0">
                  <a:ln>
                    <a:noFill/>
                  </a:ln>
                  <a:solidFill>
                    <a:srgbClr val="1A1A1A"/>
                  </a:solidFill>
                  <a:effectLst/>
                  <a:uLnTx/>
                  <a:uFillTx/>
                  <a:latin typeface="Segoe UI Semibold"/>
                  <a:ea typeface="+mn-ea"/>
                  <a:cs typeface="Segoe UI" pitchFamily="34" charset="0"/>
                </a:rPr>
                <a:t> Data </a:t>
              </a:r>
              <a:r>
                <a:rPr kumimoji="0" lang="en-US" sz="1000" b="0" i="0" u="none" strike="noStrike" kern="0" cap="none" spc="0" normalizeH="0" baseline="0">
                  <a:ln>
                    <a:noFill/>
                  </a:ln>
                  <a:solidFill>
                    <a:srgbClr val="1A1A1A"/>
                  </a:solidFill>
                  <a:effectLst/>
                  <a:uLnTx/>
                  <a:uFillTx/>
                  <a:latin typeface="Segoe UI Semibold"/>
                  <a:ea typeface="+mn-ea"/>
                  <a:cs typeface="Segoe UI" pitchFamily="34" charset="0"/>
                </a:rPr>
                <a:t>Services</a:t>
              </a:r>
            </a:p>
          </p:txBody>
        </p:sp>
        <p:sp>
          <p:nvSpPr>
            <p:cNvPr id="185" name="TextBox 184">
              <a:extLst>
                <a:ext uri="{FF2B5EF4-FFF2-40B4-BE49-F238E27FC236}">
                  <a16:creationId xmlns:a16="http://schemas.microsoft.com/office/drawing/2014/main" id="{AC11E0F2-7B57-4670-9C86-B14C48F30E79}"/>
                </a:ext>
              </a:extLst>
            </p:cNvPr>
            <p:cNvSpPr txBox="1"/>
            <p:nvPr/>
          </p:nvSpPr>
          <p:spPr>
            <a:xfrm>
              <a:off x="3346685" y="6178543"/>
              <a:ext cx="7141335" cy="230832"/>
            </a:xfrm>
            <a:prstGeom prst="rect">
              <a:avLst/>
            </a:prstGeom>
            <a:noFill/>
          </p:spPr>
          <p:txBody>
            <a:bodyPr wrap="square">
              <a:spAutoFit/>
            </a:bodyPr>
            <a:lstStyle/>
            <a:p>
              <a:pPr algn="ctr"/>
              <a:r>
                <a:rPr lang="en-US" sz="900" b="0" i="0">
                  <a:solidFill>
                    <a:srgbClr val="4C4C51"/>
                  </a:solidFill>
                  <a:effectLst/>
                  <a:latin typeface="+mj-lt"/>
                </a:rPr>
                <a:t>Data Catalog | Common Data Model  |  Data Discovery  |  Data Lineage  </a:t>
              </a:r>
              <a:r>
                <a:rPr lang="en-US" sz="900">
                  <a:solidFill>
                    <a:srgbClr val="4C4C51"/>
                  </a:solidFill>
                  <a:latin typeface="+mj-lt"/>
                </a:rPr>
                <a:t>|  </a:t>
              </a:r>
              <a:r>
                <a:rPr lang="en-US" sz="900" b="0" i="0">
                  <a:solidFill>
                    <a:srgbClr val="4C4C51"/>
                  </a:solidFill>
                  <a:effectLst/>
                  <a:latin typeface="+mj-lt"/>
                </a:rPr>
                <a:t>Data Governance  |  Master Data</a:t>
              </a:r>
              <a:endParaRPr lang="en-US" sz="900">
                <a:latin typeface="+mj-lt"/>
              </a:endParaRPr>
            </a:p>
          </p:txBody>
        </p:sp>
      </p:grpSp>
      <p:sp>
        <p:nvSpPr>
          <p:cNvPr id="10" name="Arrow: Right 9">
            <a:extLst>
              <a:ext uri="{FF2B5EF4-FFF2-40B4-BE49-F238E27FC236}">
                <a16:creationId xmlns:a16="http://schemas.microsoft.com/office/drawing/2014/main" id="{B4B34E37-EFFB-FB84-F209-B6BAEF99BE02}"/>
              </a:ext>
            </a:extLst>
          </p:cNvPr>
          <p:cNvSpPr/>
          <p:nvPr/>
        </p:nvSpPr>
        <p:spPr>
          <a:xfrm>
            <a:off x="1340219" y="2032817"/>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1" name="Arrow: Right 10">
            <a:extLst>
              <a:ext uri="{FF2B5EF4-FFF2-40B4-BE49-F238E27FC236}">
                <a16:creationId xmlns:a16="http://schemas.microsoft.com/office/drawing/2014/main" id="{74BC155F-1428-A847-675F-FCA1E8EBF09A}"/>
              </a:ext>
            </a:extLst>
          </p:cNvPr>
          <p:cNvSpPr/>
          <p:nvPr/>
        </p:nvSpPr>
        <p:spPr>
          <a:xfrm>
            <a:off x="1340219" y="4227000"/>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2" name="Arrow: Right 11">
            <a:extLst>
              <a:ext uri="{FF2B5EF4-FFF2-40B4-BE49-F238E27FC236}">
                <a16:creationId xmlns:a16="http://schemas.microsoft.com/office/drawing/2014/main" id="{FE02C5BF-7D98-420B-EB1B-10087F29751C}"/>
              </a:ext>
            </a:extLst>
          </p:cNvPr>
          <p:cNvSpPr/>
          <p:nvPr/>
        </p:nvSpPr>
        <p:spPr>
          <a:xfrm>
            <a:off x="3721927" y="2992937"/>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3" name="Arrow: Right 12">
            <a:extLst>
              <a:ext uri="{FF2B5EF4-FFF2-40B4-BE49-F238E27FC236}">
                <a16:creationId xmlns:a16="http://schemas.microsoft.com/office/drawing/2014/main" id="{95E8715F-6FB2-BC5C-70BF-ED64CFCA7D5E}"/>
              </a:ext>
            </a:extLst>
          </p:cNvPr>
          <p:cNvSpPr/>
          <p:nvPr/>
        </p:nvSpPr>
        <p:spPr>
          <a:xfrm>
            <a:off x="6400800" y="2992937"/>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4" name="Arrow: Right 13">
            <a:extLst>
              <a:ext uri="{FF2B5EF4-FFF2-40B4-BE49-F238E27FC236}">
                <a16:creationId xmlns:a16="http://schemas.microsoft.com/office/drawing/2014/main" id="{E4A57F5D-CF21-42FD-89D3-A0EA10878A80}"/>
              </a:ext>
            </a:extLst>
          </p:cNvPr>
          <p:cNvSpPr/>
          <p:nvPr/>
        </p:nvSpPr>
        <p:spPr>
          <a:xfrm>
            <a:off x="9079197" y="2992937"/>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Tree>
    <p:extLst>
      <p:ext uri="{BB962C8B-B14F-4D97-AF65-F5344CB8AC3E}">
        <p14:creationId xmlns:p14="http://schemas.microsoft.com/office/powerpoint/2010/main" val="126078367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5"/>
                                        </p:tgtEl>
                                        <p:attrNameLst>
                                          <p:attrName>style.visibility</p:attrName>
                                        </p:attrNameLst>
                                      </p:cBhvr>
                                      <p:to>
                                        <p:strVal val="visible"/>
                                      </p:to>
                                    </p:set>
                                    <p:animEffect transition="in" filter="fade">
                                      <p:cBhvr>
                                        <p:cTn id="17" dur="500"/>
                                        <p:tgtEl>
                                          <p:spTgt spid="8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ppt_x"/>
                                          </p:val>
                                        </p:tav>
                                        <p:tav tm="100000">
                                          <p:val>
                                            <p:strVal val="#ppt_x"/>
                                          </p:val>
                                        </p:tav>
                                      </p:tavLst>
                                    </p:anim>
                                    <p:anim calcmode="lin" valueType="num">
                                      <p:cBhvr additive="base">
                                        <p:cTn id="2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85"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Arrow 6">
            <a:extLst>
              <a:ext uri="{FF2B5EF4-FFF2-40B4-BE49-F238E27FC236}">
                <a16:creationId xmlns:a16="http://schemas.microsoft.com/office/drawing/2014/main" id="{D81D2D19-3734-D574-BC20-705254CB0A55}"/>
              </a:ext>
            </a:extLst>
          </p:cNvPr>
          <p:cNvSpPr/>
          <p:nvPr/>
        </p:nvSpPr>
        <p:spPr bwMode="auto">
          <a:xfrm>
            <a:off x="2226924" y="2743756"/>
            <a:ext cx="8331200" cy="1684528"/>
          </a:xfrm>
          <a:prstGeom prst="rightArrow">
            <a:avLst/>
          </a:prstGeom>
          <a:solidFill>
            <a:schemeClr val="accent1">
              <a:alpha val="39505"/>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000000"/>
              </a:solidFill>
              <a:ea typeface="Segoe UI" pitchFamily="34" charset="0"/>
              <a:cs typeface="Segoe UI" pitchFamily="34" charset="0"/>
            </a:endParaRPr>
          </a:p>
        </p:txBody>
      </p:sp>
      <p:sp>
        <p:nvSpPr>
          <p:cNvPr id="4" name="Rectangle 3">
            <a:extLst>
              <a:ext uri="{FF2B5EF4-FFF2-40B4-BE49-F238E27FC236}">
                <a16:creationId xmlns:a16="http://schemas.microsoft.com/office/drawing/2014/main" id="{64B893EC-80E5-4345-A576-A8A61F389E4B}"/>
              </a:ext>
            </a:extLst>
          </p:cNvPr>
          <p:cNvSpPr/>
          <p:nvPr/>
        </p:nvSpPr>
        <p:spPr bwMode="auto">
          <a:xfrm>
            <a:off x="2160083" y="2261996"/>
            <a:ext cx="1587775" cy="2754124"/>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1A1A1A"/>
                </a:solidFill>
                <a:effectLst/>
                <a:uLnTx/>
                <a:uFillTx/>
                <a:latin typeface="Segoe UI Semibold"/>
                <a:ea typeface="+mn-ea"/>
                <a:cs typeface="+mn-cs"/>
              </a:rPr>
              <a:t>Ingest/Bronze</a:t>
            </a:r>
          </a:p>
          <a:p>
            <a:pPr marL="0" marR="0" lvl="0" indent="0" algn="ctr" defTabSz="932472" eaLnBrk="1" fontAlgn="base" latinLnBrk="0" hangingPunct="1">
              <a:lnSpc>
                <a:spcPct val="100000"/>
              </a:lnSpc>
              <a:spcBef>
                <a:spcPct val="0"/>
              </a:spcBef>
              <a:spcAft>
                <a:spcPct val="0"/>
              </a:spcAft>
              <a:buClrTx/>
              <a:buSzTx/>
              <a:buFontTx/>
              <a:buNone/>
              <a:tabLst/>
              <a:defRPr/>
            </a:pPr>
            <a:endParaRPr lang="en-US" sz="1050" kern="0" dirty="0">
              <a:solidFill>
                <a:srgbClr val="1A1A1A"/>
              </a:solidFill>
              <a:latin typeface="Segoe UI Semibold"/>
              <a:ea typeface="+mn-ea"/>
              <a:cs typeface="+mn-cs"/>
            </a:endParaRPr>
          </a:p>
          <a:p>
            <a:pPr marR="0" lvl="0" defTabSz="932472" eaLnBrk="1" fontAlgn="base" latinLnBrk="0" hangingPunct="1">
              <a:lnSpc>
                <a:spcPct val="100000"/>
              </a:lnSpc>
              <a:spcBef>
                <a:spcPct val="0"/>
              </a:spcBef>
              <a:spcAft>
                <a:spcPct val="0"/>
              </a:spcAft>
              <a:buClrTx/>
              <a:buSzTx/>
              <a:tabLst/>
              <a:defRPr/>
            </a:pPr>
            <a:r>
              <a:rPr kumimoji="0" lang="en-US" sz="800" b="0" i="0" u="none" strike="noStrike" kern="0" cap="none" spc="0" normalizeH="0" baseline="0" noProof="0" dirty="0">
                <a:ln>
                  <a:noFill/>
                </a:ln>
                <a:solidFill>
                  <a:srgbClr val="1A1A1A"/>
                </a:solidFill>
                <a:effectLst/>
                <a:uLnTx/>
                <a:uFillTx/>
                <a:latin typeface="Segoe UI Semibold"/>
                <a:ea typeface="+mn-ea"/>
                <a:cs typeface="+mn-cs"/>
              </a:rPr>
              <a:t>Characteristics</a:t>
            </a:r>
            <a:br>
              <a:rPr kumimoji="0" lang="en-US" sz="800" b="0" i="0" u="none" strike="noStrike" kern="0" cap="none" spc="0" normalizeH="0" baseline="0" noProof="0" dirty="0">
                <a:ln>
                  <a:noFill/>
                </a:ln>
                <a:solidFill>
                  <a:srgbClr val="1A1A1A"/>
                </a:solidFill>
                <a:effectLst/>
                <a:uLnTx/>
                <a:uFillTx/>
                <a:latin typeface="Segoe UI Semibold"/>
                <a:ea typeface="+mn-ea"/>
                <a:cs typeface="+mn-cs"/>
              </a:rPr>
            </a:br>
            <a:endParaRPr kumimoji="0" lang="en-US" sz="800" b="0" i="0" u="none" strike="noStrike" kern="0" cap="none" spc="0" normalizeH="0" baseline="0" noProof="0" dirty="0">
              <a:ln>
                <a:noFill/>
              </a:ln>
              <a:solidFill>
                <a:srgbClr val="1A1A1A"/>
              </a:solidFill>
              <a:effectLst/>
              <a:uLnTx/>
              <a:uFillTx/>
              <a:latin typeface="Segoe UI Semibold"/>
              <a:ea typeface="+mn-ea"/>
              <a:cs typeface="+mn-cs"/>
            </a:endParaRPr>
          </a:p>
          <a:p>
            <a:pPr marL="285750" marR="0" lvl="0" indent="-285750" defTabSz="932472"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800" kern="0" dirty="0">
                <a:solidFill>
                  <a:srgbClr val="1A1A1A"/>
                </a:solidFill>
                <a:latin typeface="Segoe UI Semibold"/>
                <a:ea typeface="+mn-ea"/>
                <a:cs typeface="+mn-cs"/>
              </a:rPr>
              <a:t>Consume raw data</a:t>
            </a:r>
          </a:p>
          <a:p>
            <a:pPr marL="285750" marR="0" lvl="0" indent="-285750" defTabSz="932472"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1A1A1A"/>
                </a:solidFill>
                <a:effectLst/>
                <a:uLnTx/>
                <a:uFillTx/>
                <a:latin typeface="Segoe UI Semibold"/>
                <a:ea typeface="+mn-ea"/>
                <a:cs typeface="+mn-cs"/>
              </a:rPr>
              <a:t>High degree</a:t>
            </a:r>
            <a:r>
              <a:rPr kumimoji="0" lang="en-US" sz="800" b="0" i="0" u="none" strike="noStrike" kern="0" cap="none" spc="0" normalizeH="0" noProof="0" dirty="0">
                <a:ln>
                  <a:noFill/>
                </a:ln>
                <a:solidFill>
                  <a:srgbClr val="1A1A1A"/>
                </a:solidFill>
                <a:effectLst/>
                <a:uLnTx/>
                <a:uFillTx/>
                <a:latin typeface="Segoe UI Semibold"/>
                <a:ea typeface="+mn-ea"/>
                <a:cs typeface="+mn-cs"/>
              </a:rPr>
              <a:t> of integration points</a:t>
            </a:r>
          </a:p>
          <a:p>
            <a:pPr marL="285750" marR="0" lvl="0" indent="-285750" defTabSz="932472"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800" kern="0" dirty="0">
                <a:solidFill>
                  <a:srgbClr val="1A1A1A"/>
                </a:solidFill>
                <a:latin typeface="Segoe UI Semibold"/>
                <a:ea typeface="+mn-ea"/>
                <a:cs typeface="+mn-cs"/>
              </a:rPr>
              <a:t>Very technical</a:t>
            </a:r>
          </a:p>
          <a:p>
            <a:pPr marL="285750" marR="0" lvl="0" indent="-285750" defTabSz="932472"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800" b="0" i="0" u="none" strike="noStrike" kern="0" cap="none" spc="0" normalizeH="0" noProof="0" dirty="0">
                <a:ln>
                  <a:noFill/>
                </a:ln>
                <a:solidFill>
                  <a:srgbClr val="1A1A1A"/>
                </a:solidFill>
                <a:effectLst/>
                <a:uLnTx/>
                <a:uFillTx/>
                <a:latin typeface="Segoe UI Semibold"/>
                <a:ea typeface="+mn-ea"/>
                <a:cs typeface="+mn-cs"/>
              </a:rPr>
              <a:t>No transformation</a:t>
            </a:r>
          </a:p>
          <a:p>
            <a:pPr marR="0" lvl="0" defTabSz="932472" eaLnBrk="1" fontAlgn="base" latinLnBrk="0" hangingPunct="1">
              <a:lnSpc>
                <a:spcPct val="100000"/>
              </a:lnSpc>
              <a:spcBef>
                <a:spcPct val="0"/>
              </a:spcBef>
              <a:spcAft>
                <a:spcPct val="0"/>
              </a:spcAft>
              <a:buClrTx/>
              <a:buSzTx/>
              <a:tabLst/>
              <a:defRPr/>
            </a:pPr>
            <a:endParaRPr kumimoji="0" lang="en-US" sz="900" b="0" i="0" u="none" strike="noStrike" kern="0" cap="none" spc="0" normalizeH="0" noProof="0" dirty="0">
              <a:ln>
                <a:noFill/>
              </a:ln>
              <a:solidFill>
                <a:srgbClr val="1A1A1A"/>
              </a:solidFill>
              <a:effectLst/>
              <a:uLnTx/>
              <a:uFillTx/>
              <a:latin typeface="Segoe UI Semibold"/>
              <a:ea typeface="+mn-ea"/>
              <a:cs typeface="+mn-cs"/>
            </a:endParaRP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sp>
        <p:nvSpPr>
          <p:cNvPr id="8" name="Rectangle 7">
            <a:extLst>
              <a:ext uri="{FF2B5EF4-FFF2-40B4-BE49-F238E27FC236}">
                <a16:creationId xmlns:a16="http://schemas.microsoft.com/office/drawing/2014/main" id="{05DA7EE1-E43A-4DAB-A85F-AE3B0CF795BC}"/>
              </a:ext>
            </a:extLst>
          </p:cNvPr>
          <p:cNvSpPr/>
          <p:nvPr/>
        </p:nvSpPr>
        <p:spPr bwMode="auto">
          <a:xfrm>
            <a:off x="8868523" y="2321758"/>
            <a:ext cx="1638195" cy="2754124"/>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1A1A1A"/>
                </a:solidFill>
                <a:effectLst/>
                <a:uLnTx/>
                <a:uFillTx/>
                <a:latin typeface="Segoe UI Semibold"/>
                <a:ea typeface="+mn-ea"/>
                <a:cs typeface="+mn-cs"/>
              </a:rPr>
              <a:t>Consume</a:t>
            </a:r>
          </a:p>
          <a:p>
            <a:pPr marL="0" marR="0" lvl="0" indent="0" algn="ctr" defTabSz="932472" eaLnBrk="1" fontAlgn="base" latinLnBrk="0" hangingPunct="1">
              <a:lnSpc>
                <a:spcPct val="100000"/>
              </a:lnSpc>
              <a:spcBef>
                <a:spcPct val="0"/>
              </a:spcBef>
              <a:spcAft>
                <a:spcPct val="0"/>
              </a:spcAft>
              <a:buClrTx/>
              <a:buSzTx/>
              <a:buFontTx/>
              <a:buNone/>
              <a:tabLst/>
              <a:defRPr/>
            </a:pPr>
            <a:endParaRPr lang="en-US" sz="1050" kern="0">
              <a:solidFill>
                <a:srgbClr val="1A1A1A"/>
              </a:solidFill>
              <a:latin typeface="Segoe UI Semibold"/>
              <a:ea typeface="+mn-ea"/>
              <a:cs typeface="+mn-cs"/>
            </a:endParaRPr>
          </a:p>
          <a:p>
            <a:pPr lvl="0" defTabSz="932472" fontAlgn="base">
              <a:spcBef>
                <a:spcPct val="0"/>
              </a:spcBef>
              <a:spcAft>
                <a:spcPct val="0"/>
              </a:spcAft>
              <a:defRPr/>
            </a:pPr>
            <a:r>
              <a:rPr lang="en-US" sz="800" kern="0">
                <a:solidFill>
                  <a:srgbClr val="1A1A1A"/>
                </a:solidFill>
                <a:latin typeface="Segoe UI Semibold"/>
              </a:rPr>
              <a:t>Characteristics</a:t>
            </a:r>
          </a:p>
          <a:p>
            <a:pPr marL="285750" lvl="0" indent="-285750" defTabSz="932472" fontAlgn="base">
              <a:spcBef>
                <a:spcPct val="0"/>
              </a:spcBef>
              <a:spcAft>
                <a:spcPct val="0"/>
              </a:spcAft>
              <a:buFont typeface="Arial" panose="020B0604020202020204" pitchFamily="34" charset="0"/>
              <a:buChar char="•"/>
              <a:defRPr/>
            </a:pPr>
            <a:r>
              <a:rPr lang="en-US" sz="800" kern="0">
                <a:solidFill>
                  <a:srgbClr val="1A1A1A"/>
                </a:solidFill>
                <a:latin typeface="Segoe UI Semibold"/>
              </a:rPr>
              <a:t>End user tools</a:t>
            </a:r>
          </a:p>
          <a:p>
            <a:pPr marL="285750" lvl="0" indent="-285750" defTabSz="932472" fontAlgn="base">
              <a:spcBef>
                <a:spcPct val="0"/>
              </a:spcBef>
              <a:spcAft>
                <a:spcPct val="0"/>
              </a:spcAft>
              <a:buFont typeface="Arial" panose="020B0604020202020204" pitchFamily="34" charset="0"/>
              <a:buChar char="•"/>
              <a:defRPr/>
            </a:pPr>
            <a:r>
              <a:rPr lang="en-US" sz="800" kern="0">
                <a:solidFill>
                  <a:srgbClr val="1A1A1A"/>
                </a:solidFill>
                <a:latin typeface="Segoe UI Semibold"/>
              </a:rPr>
              <a:t>Business Intelligence</a:t>
            </a:r>
          </a:p>
          <a:p>
            <a:pPr marL="285750" lvl="0" indent="-285750" defTabSz="932472" fontAlgn="base">
              <a:spcBef>
                <a:spcPct val="0"/>
              </a:spcBef>
              <a:spcAft>
                <a:spcPct val="0"/>
              </a:spcAft>
              <a:buFont typeface="Arial" panose="020B0604020202020204" pitchFamily="34" charset="0"/>
              <a:buChar char="•"/>
              <a:defRPr/>
            </a:pPr>
            <a:r>
              <a:rPr lang="en-US" sz="800" kern="0">
                <a:solidFill>
                  <a:srgbClr val="1A1A1A"/>
                </a:solidFill>
                <a:latin typeface="Segoe UI Semibold"/>
              </a:rPr>
              <a:t>Reporting</a:t>
            </a:r>
          </a:p>
          <a:p>
            <a:pPr marL="285750" lvl="0" indent="-285750" defTabSz="932472" fontAlgn="base">
              <a:spcBef>
                <a:spcPct val="0"/>
              </a:spcBef>
              <a:spcAft>
                <a:spcPct val="0"/>
              </a:spcAft>
              <a:buFont typeface="Arial" panose="020B0604020202020204" pitchFamily="34" charset="0"/>
              <a:buChar char="•"/>
              <a:defRPr/>
            </a:pPr>
            <a:r>
              <a:rPr lang="en-US" sz="800" kern="0">
                <a:solidFill>
                  <a:srgbClr val="1A1A1A"/>
                </a:solidFill>
                <a:latin typeface="Segoe UI Semibold"/>
              </a:rPr>
              <a:t>Machine Learning</a:t>
            </a:r>
          </a:p>
          <a:p>
            <a:pPr marL="285750" lvl="0" indent="-285750" defTabSz="932472" fontAlgn="base">
              <a:spcBef>
                <a:spcPct val="0"/>
              </a:spcBef>
              <a:spcAft>
                <a:spcPct val="0"/>
              </a:spcAft>
              <a:buFont typeface="Arial" panose="020B0604020202020204" pitchFamily="34" charset="0"/>
              <a:buChar char="•"/>
              <a:defRPr/>
            </a:pPr>
            <a:r>
              <a:rPr lang="en-US" sz="800" kern="0">
                <a:solidFill>
                  <a:srgbClr val="1A1A1A"/>
                </a:solidFill>
                <a:latin typeface="Segoe UI Semibold"/>
              </a:rPr>
              <a:t>Artificial Intelligence</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da-DK" sz="1050" b="0" i="0" u="none" strike="noStrike" kern="0" cap="none" spc="0" normalizeH="0" baseline="0" noProof="0" err="1">
              <a:ln>
                <a:noFill/>
              </a:ln>
              <a:solidFill>
                <a:srgbClr val="1A1A1A"/>
              </a:solidFill>
              <a:effectLst/>
              <a:uLnTx/>
              <a:uFillTx/>
              <a:latin typeface="Segoe UI Semibold"/>
              <a:ea typeface="Segoe UI" pitchFamily="34" charset="0"/>
              <a:cs typeface="Segoe UI" pitchFamily="34" charset="0"/>
            </a:endParaRPr>
          </a:p>
        </p:txBody>
      </p:sp>
      <p:sp>
        <p:nvSpPr>
          <p:cNvPr id="85" name="Rectangle 84">
            <a:extLst>
              <a:ext uri="{FF2B5EF4-FFF2-40B4-BE49-F238E27FC236}">
                <a16:creationId xmlns:a16="http://schemas.microsoft.com/office/drawing/2014/main" id="{CA1FDF63-603E-4923-B1A0-E1EA4D270132}"/>
              </a:ext>
            </a:extLst>
          </p:cNvPr>
          <p:cNvSpPr/>
          <p:nvPr/>
        </p:nvSpPr>
        <p:spPr bwMode="auto">
          <a:xfrm>
            <a:off x="6636392" y="2261996"/>
            <a:ext cx="1862461" cy="2754124"/>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1A1A1A"/>
                </a:solidFill>
                <a:effectLst/>
                <a:uLnTx/>
                <a:uFillTx/>
                <a:latin typeface="Segoe UI Semibold"/>
                <a:ea typeface="+mn-ea"/>
                <a:cs typeface="+mn-cs"/>
              </a:rPr>
              <a:t>Publish/Gold</a:t>
            </a:r>
          </a:p>
          <a:p>
            <a:pPr marL="0" marR="0" lvl="0" indent="0" algn="ctr" defTabSz="932472" eaLnBrk="1" fontAlgn="base" latinLnBrk="0" hangingPunct="1">
              <a:lnSpc>
                <a:spcPct val="100000"/>
              </a:lnSpc>
              <a:spcBef>
                <a:spcPct val="0"/>
              </a:spcBef>
              <a:spcAft>
                <a:spcPct val="0"/>
              </a:spcAft>
              <a:buClrTx/>
              <a:buSzTx/>
              <a:buFontTx/>
              <a:buNone/>
              <a:tabLst/>
              <a:defRPr/>
            </a:pPr>
            <a:endParaRPr lang="en-US" sz="1050" kern="0" dirty="0">
              <a:solidFill>
                <a:srgbClr val="1A1A1A"/>
              </a:solidFill>
              <a:latin typeface="Segoe UI Semibold"/>
              <a:ea typeface="+mn-ea"/>
              <a:cs typeface="+mn-cs"/>
            </a:endParaRPr>
          </a:p>
          <a:p>
            <a:pPr lvl="0" defTabSz="932472" fontAlgn="base">
              <a:spcBef>
                <a:spcPct val="0"/>
              </a:spcBef>
              <a:spcAft>
                <a:spcPct val="0"/>
              </a:spcAft>
              <a:defRPr/>
            </a:pPr>
            <a:r>
              <a:rPr lang="en-US" sz="800" kern="0" dirty="0">
                <a:solidFill>
                  <a:srgbClr val="1A1A1A"/>
                </a:solidFill>
                <a:latin typeface="Segoe UI Semibold"/>
              </a:rPr>
              <a:t>Characteristics</a:t>
            </a:r>
          </a:p>
          <a:p>
            <a:pPr marL="285750" lvl="0" indent="-285750" defTabSz="932472" fontAlgn="base">
              <a:spcBef>
                <a:spcPct val="0"/>
              </a:spcBef>
              <a:spcAft>
                <a:spcPct val="0"/>
              </a:spcAft>
              <a:buFont typeface="Arial" panose="020B0604020202020204" pitchFamily="34" charset="0"/>
              <a:buChar char="•"/>
              <a:defRPr/>
            </a:pPr>
            <a:r>
              <a:rPr lang="en-US" sz="800" kern="0" dirty="0">
                <a:solidFill>
                  <a:srgbClr val="1A1A1A"/>
                </a:solidFill>
                <a:latin typeface="Segoe UI Semibold"/>
              </a:rPr>
              <a:t>Business useable datasets</a:t>
            </a:r>
          </a:p>
          <a:p>
            <a:pPr marL="285750" lvl="0" indent="-285750" defTabSz="932472" fontAlgn="base">
              <a:spcBef>
                <a:spcPct val="0"/>
              </a:spcBef>
              <a:spcAft>
                <a:spcPct val="0"/>
              </a:spcAft>
              <a:buFont typeface="Arial" panose="020B0604020202020204" pitchFamily="34" charset="0"/>
              <a:buChar char="•"/>
              <a:defRPr/>
            </a:pPr>
            <a:r>
              <a:rPr lang="en-US" sz="800" kern="0" dirty="0">
                <a:solidFill>
                  <a:srgbClr val="1A1A1A"/>
                </a:solidFill>
                <a:latin typeface="Segoe UI Semibold"/>
              </a:rPr>
              <a:t>Datasets placed in whatever suitable technology for the end usage</a:t>
            </a:r>
          </a:p>
          <a:p>
            <a:pPr marL="285750" lvl="0" indent="-285750" defTabSz="932472" fontAlgn="base">
              <a:spcBef>
                <a:spcPct val="0"/>
              </a:spcBef>
              <a:spcAft>
                <a:spcPct val="0"/>
              </a:spcAft>
              <a:buFont typeface="Arial" panose="020B0604020202020204" pitchFamily="34" charset="0"/>
              <a:buChar char="•"/>
              <a:defRPr/>
            </a:pPr>
            <a:r>
              <a:rPr lang="en-US" sz="800" kern="0" dirty="0">
                <a:solidFill>
                  <a:srgbClr val="1A1A1A"/>
                </a:solidFill>
                <a:latin typeface="Segoe UI Semibold"/>
              </a:rPr>
              <a:t>“Lives” as long as being used</a:t>
            </a:r>
          </a:p>
          <a:p>
            <a:pPr marL="285750" lvl="0" indent="-285750" defTabSz="932472" fontAlgn="base">
              <a:spcBef>
                <a:spcPct val="0"/>
              </a:spcBef>
              <a:spcAft>
                <a:spcPct val="0"/>
              </a:spcAft>
              <a:buFont typeface="Arial" panose="020B0604020202020204" pitchFamily="34" charset="0"/>
              <a:buChar char="•"/>
              <a:defRPr/>
            </a:pPr>
            <a:r>
              <a:rPr lang="en-US" sz="800" kern="0" dirty="0">
                <a:solidFill>
                  <a:srgbClr val="1A1A1A"/>
                </a:solidFill>
                <a:latin typeface="Segoe UI Semibold"/>
              </a:rPr>
              <a:t>Can be recreated (by self-service)</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da-DK" sz="105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sp>
        <p:nvSpPr>
          <p:cNvPr id="6" name="Rectangle 5">
            <a:extLst>
              <a:ext uri="{FF2B5EF4-FFF2-40B4-BE49-F238E27FC236}">
                <a16:creationId xmlns:a16="http://schemas.microsoft.com/office/drawing/2014/main" id="{2AADBD70-2FFD-44D2-9B80-347D24354324}"/>
              </a:ext>
            </a:extLst>
          </p:cNvPr>
          <p:cNvSpPr/>
          <p:nvPr/>
        </p:nvSpPr>
        <p:spPr bwMode="auto">
          <a:xfrm>
            <a:off x="4144447" y="2317942"/>
            <a:ext cx="2073081" cy="2754124"/>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1A1A1A"/>
                </a:solidFill>
                <a:effectLst/>
                <a:uLnTx/>
                <a:uFillTx/>
                <a:latin typeface="Segoe UI Semibold"/>
                <a:ea typeface="+mn-ea"/>
                <a:cs typeface="+mn-cs"/>
              </a:rPr>
              <a:t>Transform/Silver</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1A1A1A"/>
              </a:solidFill>
              <a:effectLst/>
              <a:uLnTx/>
              <a:uFillTx/>
              <a:latin typeface="Segoe UI Semibold"/>
              <a:ea typeface="+mn-ea"/>
              <a:cs typeface="+mn-cs"/>
            </a:endParaRPr>
          </a:p>
          <a:p>
            <a:pPr lvl="0" defTabSz="932472" fontAlgn="base">
              <a:spcBef>
                <a:spcPct val="0"/>
              </a:spcBef>
              <a:spcAft>
                <a:spcPct val="0"/>
              </a:spcAft>
              <a:defRPr/>
            </a:pPr>
            <a:r>
              <a:rPr lang="en-US" sz="800" kern="0" dirty="0">
                <a:solidFill>
                  <a:srgbClr val="1A1A1A"/>
                </a:solidFill>
                <a:latin typeface="Segoe UI Semibold"/>
              </a:rPr>
              <a:t>Characteristics</a:t>
            </a:r>
          </a:p>
          <a:p>
            <a:pPr marL="285750" lvl="0" indent="-285750" defTabSz="932472" fontAlgn="base">
              <a:spcBef>
                <a:spcPct val="0"/>
              </a:spcBef>
              <a:spcAft>
                <a:spcPct val="0"/>
              </a:spcAft>
              <a:buFont typeface="Arial" panose="020B0604020202020204" pitchFamily="34" charset="0"/>
              <a:buChar char="•"/>
              <a:defRPr/>
            </a:pPr>
            <a:r>
              <a:rPr lang="en-US" sz="800" kern="0" dirty="0">
                <a:solidFill>
                  <a:srgbClr val="1A1A1A"/>
                </a:solidFill>
                <a:latin typeface="Segoe UI Semibold"/>
              </a:rPr>
              <a:t>Technical usable data</a:t>
            </a:r>
          </a:p>
          <a:p>
            <a:pPr marL="285750" lvl="0" indent="-285750" defTabSz="932472" fontAlgn="base">
              <a:spcBef>
                <a:spcPct val="0"/>
              </a:spcBef>
              <a:spcAft>
                <a:spcPct val="0"/>
              </a:spcAft>
              <a:buFont typeface="Arial" panose="020B0604020202020204" pitchFamily="34" charset="0"/>
              <a:buChar char="•"/>
              <a:defRPr/>
            </a:pPr>
            <a:r>
              <a:rPr lang="en-US" sz="800" kern="0" dirty="0">
                <a:solidFill>
                  <a:srgbClr val="1A1A1A"/>
                </a:solidFill>
                <a:latin typeface="Segoe UI Semibold"/>
              </a:rPr>
              <a:t>Getting data from ingest layer - only</a:t>
            </a:r>
          </a:p>
          <a:p>
            <a:pPr marL="285750" lvl="0" indent="-285750" defTabSz="932472" fontAlgn="base">
              <a:spcBef>
                <a:spcPct val="0"/>
              </a:spcBef>
              <a:spcAft>
                <a:spcPct val="0"/>
              </a:spcAft>
              <a:buFont typeface="Arial" panose="020B0604020202020204" pitchFamily="34" charset="0"/>
              <a:buChar char="•"/>
              <a:defRPr/>
            </a:pPr>
            <a:r>
              <a:rPr lang="en-US" sz="800" kern="0" dirty="0">
                <a:solidFill>
                  <a:srgbClr val="1A1A1A"/>
                </a:solidFill>
                <a:latin typeface="Segoe UI Semibold"/>
              </a:rPr>
              <a:t>Very technical</a:t>
            </a:r>
          </a:p>
          <a:p>
            <a:pPr marL="285750" lvl="0" indent="-285750" defTabSz="932472" fontAlgn="base">
              <a:spcBef>
                <a:spcPct val="0"/>
              </a:spcBef>
              <a:spcAft>
                <a:spcPct val="0"/>
              </a:spcAft>
              <a:buFont typeface="Arial" panose="020B0604020202020204" pitchFamily="34" charset="0"/>
              <a:buChar char="•"/>
              <a:defRPr/>
            </a:pPr>
            <a:r>
              <a:rPr lang="en-US" sz="800" kern="0" dirty="0">
                <a:solidFill>
                  <a:srgbClr val="1A1A1A"/>
                </a:solidFill>
                <a:latin typeface="Segoe UI Semibold"/>
              </a:rPr>
              <a:t>Place for technical transformations</a:t>
            </a:r>
          </a:p>
          <a:p>
            <a:pPr marL="285750" lvl="0" indent="-285750" defTabSz="932472" fontAlgn="base">
              <a:spcBef>
                <a:spcPct val="0"/>
              </a:spcBef>
              <a:spcAft>
                <a:spcPct val="0"/>
              </a:spcAft>
              <a:buFont typeface="Arial" panose="020B0604020202020204" pitchFamily="34" charset="0"/>
              <a:buChar char="•"/>
              <a:defRPr/>
            </a:pPr>
            <a:r>
              <a:rPr lang="en-US" sz="800" kern="0" dirty="0">
                <a:solidFill>
                  <a:srgbClr val="1A1A1A"/>
                </a:solidFill>
                <a:latin typeface="Segoe UI Semibold"/>
              </a:rPr>
              <a:t>Adhere to company chosen standards</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da-DK" sz="105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sp>
        <p:nvSpPr>
          <p:cNvPr id="5" name="Rectangle 4">
            <a:extLst>
              <a:ext uri="{FF2B5EF4-FFF2-40B4-BE49-F238E27FC236}">
                <a16:creationId xmlns:a16="http://schemas.microsoft.com/office/drawing/2014/main" id="{208F8B85-4237-4012-8BC3-A5CD11E3FD19}"/>
              </a:ext>
            </a:extLst>
          </p:cNvPr>
          <p:cNvSpPr/>
          <p:nvPr/>
        </p:nvSpPr>
        <p:spPr bwMode="auto">
          <a:xfrm>
            <a:off x="1045505" y="3904331"/>
            <a:ext cx="694760" cy="1044947"/>
          </a:xfrm>
          <a:prstGeom prst="rect">
            <a:avLst/>
          </a:prstGeom>
          <a:solidFill>
            <a:srgbClr val="00B050"/>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32472" fontAlgn="base">
              <a:spcBef>
                <a:spcPct val="0"/>
              </a:spcBef>
              <a:spcAft>
                <a:spcPct val="0"/>
              </a:spcAft>
            </a:pPr>
            <a:r>
              <a:rPr lang="da-DK" sz="1200" dirty="0">
                <a:solidFill>
                  <a:schemeClr val="bg1"/>
                </a:solidFill>
                <a:cs typeface="Segoe UI" pitchFamily="34" charset="0"/>
              </a:rPr>
              <a:t>Source systems</a:t>
            </a:r>
          </a:p>
          <a:p>
            <a:pPr algn="ctr" defTabSz="932472" fontAlgn="base">
              <a:spcBef>
                <a:spcPct val="0"/>
              </a:spcBef>
              <a:spcAft>
                <a:spcPct val="0"/>
              </a:spcAft>
            </a:pPr>
            <a:endParaRPr lang="da-DK" sz="1200" dirty="0">
              <a:solidFill>
                <a:schemeClr val="bg1"/>
              </a:solidFill>
              <a:cs typeface="Segoe UI" pitchFamily="34" charset="0"/>
            </a:endParaRPr>
          </a:p>
          <a:p>
            <a:pPr algn="ctr" defTabSz="932472" fontAlgn="base">
              <a:spcBef>
                <a:spcPct val="0"/>
              </a:spcBef>
              <a:spcAft>
                <a:spcPct val="0"/>
              </a:spcAft>
            </a:pPr>
            <a:r>
              <a:rPr lang="da-DK" sz="1200" dirty="0">
                <a:solidFill>
                  <a:schemeClr val="bg1"/>
                </a:solidFill>
                <a:cs typeface="Segoe UI" pitchFamily="34" charset="0"/>
              </a:rPr>
              <a:t>Batch</a:t>
            </a:r>
          </a:p>
        </p:txBody>
      </p:sp>
      <p:sp>
        <p:nvSpPr>
          <p:cNvPr id="17" name="Rectangle 16">
            <a:extLst>
              <a:ext uri="{FF2B5EF4-FFF2-40B4-BE49-F238E27FC236}">
                <a16:creationId xmlns:a16="http://schemas.microsoft.com/office/drawing/2014/main" id="{194A12D8-19E6-484C-8F17-0612B29BFAFE}"/>
              </a:ext>
            </a:extLst>
          </p:cNvPr>
          <p:cNvSpPr/>
          <p:nvPr/>
        </p:nvSpPr>
        <p:spPr bwMode="auto">
          <a:xfrm>
            <a:off x="1116662" y="901675"/>
            <a:ext cx="848441" cy="1284010"/>
          </a:xfrm>
          <a:prstGeom prst="rect">
            <a:avLst/>
          </a:prstGeom>
          <a:solidFill>
            <a:srgbClr val="00B050"/>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da-DK" sz="1200" dirty="0">
              <a:solidFill>
                <a:schemeClr val="bg1"/>
              </a:solidFill>
              <a:ea typeface="Segoe UI" pitchFamily="34" charset="0"/>
              <a:cs typeface="Segoe UI" pitchFamily="34" charset="0"/>
            </a:endParaRPr>
          </a:p>
          <a:p>
            <a:pPr algn="ctr" defTabSz="932472" fontAlgn="base">
              <a:spcBef>
                <a:spcPct val="0"/>
              </a:spcBef>
              <a:spcAft>
                <a:spcPct val="0"/>
              </a:spcAft>
            </a:pPr>
            <a:r>
              <a:rPr lang="da-DK" sz="1200" dirty="0">
                <a:solidFill>
                  <a:schemeClr val="bg1"/>
                </a:solidFill>
                <a:ea typeface="Segoe UI" pitchFamily="34" charset="0"/>
                <a:cs typeface="Segoe UI" pitchFamily="34" charset="0"/>
              </a:rPr>
              <a:t>Source systems</a:t>
            </a:r>
          </a:p>
          <a:p>
            <a:pPr algn="ctr" defTabSz="932472" fontAlgn="base">
              <a:spcBef>
                <a:spcPct val="0"/>
              </a:spcBef>
              <a:spcAft>
                <a:spcPct val="0"/>
              </a:spcAft>
            </a:pPr>
            <a:endParaRPr lang="da-DK" sz="1200" dirty="0">
              <a:solidFill>
                <a:schemeClr val="bg1"/>
              </a:solidFill>
              <a:ea typeface="Segoe UI" pitchFamily="34" charset="0"/>
              <a:cs typeface="Segoe UI" pitchFamily="34" charset="0"/>
            </a:endParaRPr>
          </a:p>
          <a:p>
            <a:pPr algn="ctr" defTabSz="932472" fontAlgn="base">
              <a:spcBef>
                <a:spcPct val="0"/>
              </a:spcBef>
              <a:spcAft>
                <a:spcPct val="0"/>
              </a:spcAft>
            </a:pPr>
            <a:r>
              <a:rPr lang="da-DK" sz="1200" dirty="0">
                <a:solidFill>
                  <a:schemeClr val="bg1"/>
                </a:solidFill>
                <a:ea typeface="Segoe UI" pitchFamily="34" charset="0"/>
                <a:cs typeface="Segoe UI" pitchFamily="34" charset="0"/>
              </a:rPr>
              <a:t>Streaming/events</a:t>
            </a:r>
          </a:p>
          <a:p>
            <a:pPr algn="ctr" defTabSz="932472" fontAlgn="base">
              <a:spcBef>
                <a:spcPct val="0"/>
              </a:spcBef>
              <a:spcAft>
                <a:spcPct val="0"/>
              </a:spcAft>
            </a:pPr>
            <a:endParaRPr lang="da-DK" sz="1200" dirty="0">
              <a:solidFill>
                <a:schemeClr val="bg1"/>
              </a:solidFill>
              <a:ea typeface="Segoe UI" pitchFamily="34" charset="0"/>
              <a:cs typeface="Segoe UI" pitchFamily="34" charset="0"/>
            </a:endParaRPr>
          </a:p>
          <a:p>
            <a:pPr algn="ctr" defTabSz="932472" fontAlgn="base">
              <a:spcBef>
                <a:spcPct val="0"/>
              </a:spcBef>
              <a:spcAft>
                <a:spcPct val="0"/>
              </a:spcAft>
            </a:pPr>
            <a:endParaRPr lang="da-DK" sz="1200" dirty="0">
              <a:solidFill>
                <a:schemeClr val="bg1"/>
              </a:solidFill>
              <a:ea typeface="Segoe UI" pitchFamily="34" charset="0"/>
              <a:cs typeface="Segoe UI" pitchFamily="34" charset="0"/>
            </a:endParaRPr>
          </a:p>
        </p:txBody>
      </p:sp>
      <p:grpSp>
        <p:nvGrpSpPr>
          <p:cNvPr id="25" name="Group 24">
            <a:extLst>
              <a:ext uri="{FF2B5EF4-FFF2-40B4-BE49-F238E27FC236}">
                <a16:creationId xmlns:a16="http://schemas.microsoft.com/office/drawing/2014/main" id="{887071E4-DCD6-4BD9-B788-07727D3159A2}"/>
              </a:ext>
            </a:extLst>
          </p:cNvPr>
          <p:cNvGrpSpPr/>
          <p:nvPr/>
        </p:nvGrpSpPr>
        <p:grpSpPr>
          <a:xfrm>
            <a:off x="1697025" y="5250043"/>
            <a:ext cx="9881179" cy="558801"/>
            <a:chOff x="1651471" y="6028551"/>
            <a:chExt cx="9217776" cy="558801"/>
          </a:xfrm>
        </p:grpSpPr>
        <p:sp>
          <p:nvSpPr>
            <p:cNvPr id="3" name="Rectangle 2">
              <a:extLst>
                <a:ext uri="{FF2B5EF4-FFF2-40B4-BE49-F238E27FC236}">
                  <a16:creationId xmlns:a16="http://schemas.microsoft.com/office/drawing/2014/main" id="{35CD62AB-C770-4883-9232-C2A32A912CC3}"/>
                </a:ext>
              </a:extLst>
            </p:cNvPr>
            <p:cNvSpPr/>
            <p:nvPr/>
          </p:nvSpPr>
          <p:spPr bwMode="auto">
            <a:xfrm>
              <a:off x="1651471" y="6028551"/>
              <a:ext cx="9217776" cy="558801"/>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defRPr/>
              </a:pPr>
              <a:r>
                <a:rPr kumimoji="0" lang="en-US" sz="1000" b="0" i="0" u="none" strike="noStrike" kern="0" cap="none" spc="0" normalizeH="0" baseline="0">
                  <a:ln>
                    <a:noFill/>
                  </a:ln>
                  <a:solidFill>
                    <a:srgbClr val="1A1A1A"/>
                  </a:solidFill>
                  <a:effectLst/>
                  <a:uLnTx/>
                  <a:uFillTx/>
                  <a:latin typeface="Segoe UI Semibold"/>
                  <a:ea typeface="+mn-ea"/>
                  <a:cs typeface="Segoe UI" pitchFamily="34" charset="0"/>
                </a:rPr>
                <a:t>Supporting</a:t>
              </a:r>
              <a:r>
                <a:rPr kumimoji="0" lang="en-US" sz="1000" b="0" i="0" u="none" strike="noStrike" kern="0" cap="none" spc="0" normalizeH="0">
                  <a:ln>
                    <a:noFill/>
                  </a:ln>
                  <a:solidFill>
                    <a:srgbClr val="1A1A1A"/>
                  </a:solidFill>
                  <a:effectLst/>
                  <a:uLnTx/>
                  <a:uFillTx/>
                  <a:latin typeface="Segoe UI Semibold"/>
                  <a:ea typeface="+mn-ea"/>
                  <a:cs typeface="Segoe UI" pitchFamily="34" charset="0"/>
                </a:rPr>
                <a:t> Data </a:t>
              </a:r>
              <a:r>
                <a:rPr kumimoji="0" lang="en-US" sz="1000" b="0" i="0" u="none" strike="noStrike" kern="0" cap="none" spc="0" normalizeH="0" baseline="0">
                  <a:ln>
                    <a:noFill/>
                  </a:ln>
                  <a:solidFill>
                    <a:srgbClr val="1A1A1A"/>
                  </a:solidFill>
                  <a:effectLst/>
                  <a:uLnTx/>
                  <a:uFillTx/>
                  <a:latin typeface="Segoe UI Semibold"/>
                  <a:ea typeface="+mn-ea"/>
                  <a:cs typeface="Segoe UI" pitchFamily="34" charset="0"/>
                </a:rPr>
                <a:t>Services</a:t>
              </a:r>
            </a:p>
          </p:txBody>
        </p:sp>
        <p:sp>
          <p:nvSpPr>
            <p:cNvPr id="185" name="TextBox 184">
              <a:extLst>
                <a:ext uri="{FF2B5EF4-FFF2-40B4-BE49-F238E27FC236}">
                  <a16:creationId xmlns:a16="http://schemas.microsoft.com/office/drawing/2014/main" id="{AC11E0F2-7B57-4670-9C86-B14C48F30E79}"/>
                </a:ext>
              </a:extLst>
            </p:cNvPr>
            <p:cNvSpPr txBox="1"/>
            <p:nvPr/>
          </p:nvSpPr>
          <p:spPr>
            <a:xfrm>
              <a:off x="3346685" y="6178543"/>
              <a:ext cx="7141335" cy="230832"/>
            </a:xfrm>
            <a:prstGeom prst="rect">
              <a:avLst/>
            </a:prstGeom>
            <a:noFill/>
          </p:spPr>
          <p:txBody>
            <a:bodyPr wrap="square">
              <a:spAutoFit/>
            </a:bodyPr>
            <a:lstStyle/>
            <a:p>
              <a:pPr algn="ctr"/>
              <a:r>
                <a:rPr lang="en-US" sz="900" b="0" i="0">
                  <a:solidFill>
                    <a:srgbClr val="4C4C51"/>
                  </a:solidFill>
                  <a:effectLst/>
                  <a:latin typeface="+mj-lt"/>
                </a:rPr>
                <a:t>Data Catalog | Common Data Model  |  Data Discovery  |  Data Lineage  </a:t>
              </a:r>
              <a:r>
                <a:rPr lang="en-US" sz="900">
                  <a:solidFill>
                    <a:srgbClr val="4C4C51"/>
                  </a:solidFill>
                  <a:latin typeface="+mj-lt"/>
                </a:rPr>
                <a:t>|  </a:t>
              </a:r>
              <a:r>
                <a:rPr lang="en-US" sz="900" b="0" i="0">
                  <a:solidFill>
                    <a:srgbClr val="4C4C51"/>
                  </a:solidFill>
                  <a:effectLst/>
                  <a:latin typeface="+mj-lt"/>
                </a:rPr>
                <a:t>Data Governance  |  Master Data</a:t>
              </a:r>
              <a:endParaRPr lang="en-US" sz="900">
                <a:latin typeface="+mj-lt"/>
              </a:endParaRPr>
            </a:p>
          </p:txBody>
        </p:sp>
      </p:grpSp>
      <p:sp>
        <p:nvSpPr>
          <p:cNvPr id="11" name="Arrow: Right 10">
            <a:extLst>
              <a:ext uri="{FF2B5EF4-FFF2-40B4-BE49-F238E27FC236}">
                <a16:creationId xmlns:a16="http://schemas.microsoft.com/office/drawing/2014/main" id="{74BC155F-1428-A847-675F-FCA1E8EBF09A}"/>
              </a:ext>
            </a:extLst>
          </p:cNvPr>
          <p:cNvSpPr/>
          <p:nvPr/>
        </p:nvSpPr>
        <p:spPr>
          <a:xfrm>
            <a:off x="1739741" y="4262213"/>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2" name="Arrow: Right 11">
            <a:extLst>
              <a:ext uri="{FF2B5EF4-FFF2-40B4-BE49-F238E27FC236}">
                <a16:creationId xmlns:a16="http://schemas.microsoft.com/office/drawing/2014/main" id="{FE02C5BF-7D98-420B-EB1B-10087F29751C}"/>
              </a:ext>
            </a:extLst>
          </p:cNvPr>
          <p:cNvSpPr/>
          <p:nvPr/>
        </p:nvSpPr>
        <p:spPr>
          <a:xfrm>
            <a:off x="3747858" y="3426836"/>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sz="1050"/>
          </a:p>
        </p:txBody>
      </p:sp>
      <p:sp>
        <p:nvSpPr>
          <p:cNvPr id="13" name="Arrow: Right 12">
            <a:extLst>
              <a:ext uri="{FF2B5EF4-FFF2-40B4-BE49-F238E27FC236}">
                <a16:creationId xmlns:a16="http://schemas.microsoft.com/office/drawing/2014/main" id="{95E8715F-6FB2-BC5C-70BF-ED64CFCA7D5E}"/>
              </a:ext>
            </a:extLst>
          </p:cNvPr>
          <p:cNvSpPr/>
          <p:nvPr/>
        </p:nvSpPr>
        <p:spPr>
          <a:xfrm>
            <a:off x="6206517" y="3426836"/>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sz="1050"/>
          </a:p>
        </p:txBody>
      </p:sp>
      <p:sp>
        <p:nvSpPr>
          <p:cNvPr id="14" name="Arrow: Right 13">
            <a:extLst>
              <a:ext uri="{FF2B5EF4-FFF2-40B4-BE49-F238E27FC236}">
                <a16:creationId xmlns:a16="http://schemas.microsoft.com/office/drawing/2014/main" id="{E4A57F5D-CF21-42FD-89D3-A0EA10878A80}"/>
              </a:ext>
            </a:extLst>
          </p:cNvPr>
          <p:cNvSpPr/>
          <p:nvPr/>
        </p:nvSpPr>
        <p:spPr>
          <a:xfrm>
            <a:off x="8483141" y="3426836"/>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sz="1050"/>
          </a:p>
        </p:txBody>
      </p:sp>
      <p:sp>
        <p:nvSpPr>
          <p:cNvPr id="15" name="TextBox 14">
            <a:extLst>
              <a:ext uri="{FF2B5EF4-FFF2-40B4-BE49-F238E27FC236}">
                <a16:creationId xmlns:a16="http://schemas.microsoft.com/office/drawing/2014/main" id="{FB3AE16D-08B4-BB13-F90B-F060B9E3AFEE}"/>
              </a:ext>
            </a:extLst>
          </p:cNvPr>
          <p:cNvSpPr txBox="1"/>
          <p:nvPr/>
        </p:nvSpPr>
        <p:spPr>
          <a:xfrm>
            <a:off x="2391261" y="4601028"/>
            <a:ext cx="662361" cy="261610"/>
          </a:xfrm>
          <a:prstGeom prst="rect">
            <a:avLst/>
          </a:prstGeom>
          <a:noFill/>
        </p:spPr>
        <p:txBody>
          <a:bodyPr wrap="square" rtlCol="0">
            <a:spAutoFit/>
          </a:bodyPr>
          <a:lstStyle/>
          <a:p>
            <a:r>
              <a:rPr lang="en-GB" sz="1050" dirty="0"/>
              <a:t>Data</a:t>
            </a:r>
            <a:endParaRPr lang="en-DK" sz="1050" dirty="0"/>
          </a:p>
        </p:txBody>
      </p:sp>
      <p:sp>
        <p:nvSpPr>
          <p:cNvPr id="16" name="TextBox 15">
            <a:extLst>
              <a:ext uri="{FF2B5EF4-FFF2-40B4-BE49-F238E27FC236}">
                <a16:creationId xmlns:a16="http://schemas.microsoft.com/office/drawing/2014/main" id="{5DA36D7F-9208-EE51-84FB-A991CE128C8E}"/>
              </a:ext>
            </a:extLst>
          </p:cNvPr>
          <p:cNvSpPr txBox="1"/>
          <p:nvPr/>
        </p:nvSpPr>
        <p:spPr>
          <a:xfrm>
            <a:off x="4895023" y="4601028"/>
            <a:ext cx="662361" cy="261610"/>
          </a:xfrm>
          <a:prstGeom prst="rect">
            <a:avLst/>
          </a:prstGeom>
          <a:noFill/>
        </p:spPr>
        <p:txBody>
          <a:bodyPr wrap="square" rtlCol="0">
            <a:spAutoFit/>
          </a:bodyPr>
          <a:lstStyle/>
          <a:p>
            <a:r>
              <a:rPr lang="en-GB" sz="1050" dirty="0"/>
              <a:t>Data</a:t>
            </a:r>
            <a:endParaRPr lang="en-DK" sz="1050" dirty="0"/>
          </a:p>
        </p:txBody>
      </p:sp>
      <p:sp>
        <p:nvSpPr>
          <p:cNvPr id="18" name="TextBox 17">
            <a:extLst>
              <a:ext uri="{FF2B5EF4-FFF2-40B4-BE49-F238E27FC236}">
                <a16:creationId xmlns:a16="http://schemas.microsoft.com/office/drawing/2014/main" id="{3B8E7253-7C7F-4825-946F-3E6EF35F8924}"/>
              </a:ext>
            </a:extLst>
          </p:cNvPr>
          <p:cNvSpPr txBox="1"/>
          <p:nvPr/>
        </p:nvSpPr>
        <p:spPr>
          <a:xfrm>
            <a:off x="7270869" y="4591397"/>
            <a:ext cx="1083053" cy="261610"/>
          </a:xfrm>
          <a:prstGeom prst="rect">
            <a:avLst/>
          </a:prstGeom>
          <a:noFill/>
        </p:spPr>
        <p:txBody>
          <a:bodyPr wrap="square" rtlCol="0">
            <a:spAutoFit/>
          </a:bodyPr>
          <a:lstStyle/>
          <a:p>
            <a:r>
              <a:rPr lang="en-GB" sz="1050" dirty="0"/>
              <a:t>Datasets</a:t>
            </a:r>
            <a:endParaRPr lang="en-DK" sz="1050" dirty="0"/>
          </a:p>
        </p:txBody>
      </p:sp>
      <p:sp>
        <p:nvSpPr>
          <p:cNvPr id="19" name="TextBox 18">
            <a:extLst>
              <a:ext uri="{FF2B5EF4-FFF2-40B4-BE49-F238E27FC236}">
                <a16:creationId xmlns:a16="http://schemas.microsoft.com/office/drawing/2014/main" id="{AB0D2781-D7C4-170C-063D-0AF79896239A}"/>
              </a:ext>
            </a:extLst>
          </p:cNvPr>
          <p:cNvSpPr txBox="1"/>
          <p:nvPr/>
        </p:nvSpPr>
        <p:spPr>
          <a:xfrm>
            <a:off x="9433238" y="4604844"/>
            <a:ext cx="1083053" cy="261610"/>
          </a:xfrm>
          <a:prstGeom prst="rect">
            <a:avLst/>
          </a:prstGeom>
          <a:noFill/>
        </p:spPr>
        <p:txBody>
          <a:bodyPr wrap="square" rtlCol="0">
            <a:spAutoFit/>
          </a:bodyPr>
          <a:lstStyle/>
          <a:p>
            <a:r>
              <a:rPr lang="en-GB" sz="1050" dirty="0"/>
              <a:t>Datasets</a:t>
            </a:r>
            <a:endParaRPr lang="en-DK" sz="1050" dirty="0"/>
          </a:p>
        </p:txBody>
      </p:sp>
      <p:sp>
        <p:nvSpPr>
          <p:cNvPr id="2" name="Arrow: Bent-Up 1">
            <a:extLst>
              <a:ext uri="{FF2B5EF4-FFF2-40B4-BE49-F238E27FC236}">
                <a16:creationId xmlns:a16="http://schemas.microsoft.com/office/drawing/2014/main" id="{4FBDB384-AD89-7148-D760-ADCFB80A2EA6}"/>
              </a:ext>
            </a:extLst>
          </p:cNvPr>
          <p:cNvSpPr/>
          <p:nvPr/>
        </p:nvSpPr>
        <p:spPr>
          <a:xfrm rot="5400000">
            <a:off x="1156291" y="2458006"/>
            <a:ext cx="1130343" cy="807320"/>
          </a:xfrm>
          <a:prstGeom prst="bentUp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9" name="Graphic 8" descr="Train outline">
            <a:extLst>
              <a:ext uri="{FF2B5EF4-FFF2-40B4-BE49-F238E27FC236}">
                <a16:creationId xmlns:a16="http://schemas.microsoft.com/office/drawing/2014/main" id="{75B00F57-123F-1BD4-E2A4-67DCBA335AF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712340" y="939612"/>
            <a:ext cx="914400" cy="914400"/>
          </a:xfrm>
          <a:prstGeom prst="rect">
            <a:avLst/>
          </a:prstGeom>
        </p:spPr>
      </p:pic>
      <p:sp>
        <p:nvSpPr>
          <p:cNvPr id="20" name="Rectangle: Rounded Corners 19">
            <a:extLst>
              <a:ext uri="{FF2B5EF4-FFF2-40B4-BE49-F238E27FC236}">
                <a16:creationId xmlns:a16="http://schemas.microsoft.com/office/drawing/2014/main" id="{A49ED8FD-BD45-8FF2-7BBF-349A536570D8}"/>
              </a:ext>
            </a:extLst>
          </p:cNvPr>
          <p:cNvSpPr/>
          <p:nvPr/>
        </p:nvSpPr>
        <p:spPr>
          <a:xfrm>
            <a:off x="9198453" y="596712"/>
            <a:ext cx="1638195" cy="41577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solidFill>
                <a:schemeClr val="bg1"/>
              </a:solidFill>
            </a:endParaRPr>
          </a:p>
        </p:txBody>
      </p:sp>
      <p:sp>
        <p:nvSpPr>
          <p:cNvPr id="21" name="TextBox 20">
            <a:extLst>
              <a:ext uri="{FF2B5EF4-FFF2-40B4-BE49-F238E27FC236}">
                <a16:creationId xmlns:a16="http://schemas.microsoft.com/office/drawing/2014/main" id="{5A7E57A9-DC71-34B9-1E73-22AA0BF9F53B}"/>
              </a:ext>
            </a:extLst>
          </p:cNvPr>
          <p:cNvSpPr txBox="1"/>
          <p:nvPr/>
        </p:nvSpPr>
        <p:spPr>
          <a:xfrm>
            <a:off x="9370918" y="626217"/>
            <a:ext cx="1447832" cy="369332"/>
          </a:xfrm>
          <a:prstGeom prst="rect">
            <a:avLst/>
          </a:prstGeom>
          <a:noFill/>
        </p:spPr>
        <p:txBody>
          <a:bodyPr wrap="none" rtlCol="0">
            <a:spAutoFit/>
          </a:bodyPr>
          <a:lstStyle/>
          <a:p>
            <a:r>
              <a:rPr lang="en-GB" dirty="0">
                <a:solidFill>
                  <a:schemeClr val="bg1"/>
                </a:solidFill>
              </a:rPr>
              <a:t>Delay: X min</a:t>
            </a:r>
            <a:endParaRPr lang="en-DK" dirty="0">
              <a:solidFill>
                <a:schemeClr val="bg1"/>
              </a:solidFill>
            </a:endParaRPr>
          </a:p>
        </p:txBody>
      </p:sp>
      <p:sp>
        <p:nvSpPr>
          <p:cNvPr id="22" name="Arrow: Bent-Up 21">
            <a:extLst>
              <a:ext uri="{FF2B5EF4-FFF2-40B4-BE49-F238E27FC236}">
                <a16:creationId xmlns:a16="http://schemas.microsoft.com/office/drawing/2014/main" id="{63DAF32C-F1C4-86E7-EE3A-2CC07B3FF20F}"/>
              </a:ext>
            </a:extLst>
          </p:cNvPr>
          <p:cNvSpPr/>
          <p:nvPr/>
        </p:nvSpPr>
        <p:spPr>
          <a:xfrm>
            <a:off x="1893946" y="1042982"/>
            <a:ext cx="8465331" cy="619836"/>
          </a:xfrm>
          <a:prstGeom prst="bentUp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24" name="Picture 23" descr="Male student raised hands">
            <a:extLst>
              <a:ext uri="{FF2B5EF4-FFF2-40B4-BE49-F238E27FC236}">
                <a16:creationId xmlns:a16="http://schemas.microsoft.com/office/drawing/2014/main" id="{6C66BC16-FA53-0314-5DF1-0C18CDBEFA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28773" y="2861666"/>
            <a:ext cx="481534" cy="1236481"/>
          </a:xfrm>
          <a:prstGeom prst="rect">
            <a:avLst/>
          </a:prstGeom>
        </p:spPr>
      </p:pic>
      <p:sp>
        <p:nvSpPr>
          <p:cNvPr id="26" name="Rectangle: Rounded Corners 25">
            <a:extLst>
              <a:ext uri="{FF2B5EF4-FFF2-40B4-BE49-F238E27FC236}">
                <a16:creationId xmlns:a16="http://schemas.microsoft.com/office/drawing/2014/main" id="{03DBDE9B-6773-DD90-4385-8052E8948EF8}"/>
              </a:ext>
            </a:extLst>
          </p:cNvPr>
          <p:cNvSpPr/>
          <p:nvPr/>
        </p:nvSpPr>
        <p:spPr>
          <a:xfrm>
            <a:off x="10609529" y="4098147"/>
            <a:ext cx="1120022" cy="38358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Alternatives</a:t>
            </a:r>
            <a:endParaRPr lang="en-DK" sz="1100" dirty="0"/>
          </a:p>
        </p:txBody>
      </p:sp>
      <p:sp>
        <p:nvSpPr>
          <p:cNvPr id="27" name="Arrow: Bent-Up 26">
            <a:extLst>
              <a:ext uri="{FF2B5EF4-FFF2-40B4-BE49-F238E27FC236}">
                <a16:creationId xmlns:a16="http://schemas.microsoft.com/office/drawing/2014/main" id="{88164E02-972F-033B-753F-C7294FFBAC1F}"/>
              </a:ext>
            </a:extLst>
          </p:cNvPr>
          <p:cNvSpPr/>
          <p:nvPr/>
        </p:nvSpPr>
        <p:spPr>
          <a:xfrm flipV="1">
            <a:off x="10506718" y="3539345"/>
            <a:ext cx="422055" cy="558802"/>
          </a:xfrm>
          <a:prstGeom prst="bentUp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sz="1050"/>
          </a:p>
        </p:txBody>
      </p:sp>
      <p:sp>
        <p:nvSpPr>
          <p:cNvPr id="28" name="TextBox 27">
            <a:extLst>
              <a:ext uri="{FF2B5EF4-FFF2-40B4-BE49-F238E27FC236}">
                <a16:creationId xmlns:a16="http://schemas.microsoft.com/office/drawing/2014/main" id="{643C1508-BED4-EFDA-3E04-D434525BADD9}"/>
              </a:ext>
            </a:extLst>
          </p:cNvPr>
          <p:cNvSpPr txBox="1"/>
          <p:nvPr/>
        </p:nvSpPr>
        <p:spPr>
          <a:xfrm>
            <a:off x="445851" y="3375083"/>
            <a:ext cx="1678665" cy="369332"/>
          </a:xfrm>
          <a:prstGeom prst="rect">
            <a:avLst/>
          </a:prstGeom>
          <a:noFill/>
        </p:spPr>
        <p:txBody>
          <a:bodyPr wrap="none" rtlCol="0">
            <a:spAutoFit/>
          </a:bodyPr>
          <a:lstStyle/>
          <a:p>
            <a:r>
              <a:rPr lang="en-GB" dirty="0">
                <a:solidFill>
                  <a:schemeClr val="bg1"/>
                </a:solidFill>
              </a:rPr>
              <a:t>Near Real time</a:t>
            </a:r>
            <a:endParaRPr lang="en-DK" dirty="0">
              <a:solidFill>
                <a:schemeClr val="bg1"/>
              </a:solidFill>
            </a:endParaRPr>
          </a:p>
        </p:txBody>
      </p:sp>
      <p:sp>
        <p:nvSpPr>
          <p:cNvPr id="29" name="TextBox 28">
            <a:extLst>
              <a:ext uri="{FF2B5EF4-FFF2-40B4-BE49-F238E27FC236}">
                <a16:creationId xmlns:a16="http://schemas.microsoft.com/office/drawing/2014/main" id="{14A69D42-EB16-0C83-7FDA-478952486BD5}"/>
              </a:ext>
            </a:extLst>
          </p:cNvPr>
          <p:cNvSpPr txBox="1"/>
          <p:nvPr/>
        </p:nvSpPr>
        <p:spPr>
          <a:xfrm>
            <a:off x="5557384" y="1112185"/>
            <a:ext cx="1124026" cy="369332"/>
          </a:xfrm>
          <a:prstGeom prst="rect">
            <a:avLst/>
          </a:prstGeom>
          <a:noFill/>
        </p:spPr>
        <p:txBody>
          <a:bodyPr wrap="none" rtlCol="0">
            <a:spAutoFit/>
          </a:bodyPr>
          <a:lstStyle/>
          <a:p>
            <a:r>
              <a:rPr lang="en-GB" dirty="0">
                <a:solidFill>
                  <a:schemeClr val="bg1"/>
                </a:solidFill>
              </a:rPr>
              <a:t>Real time</a:t>
            </a:r>
            <a:endParaRPr lang="en-DK" dirty="0">
              <a:solidFill>
                <a:schemeClr val="bg1"/>
              </a:solidFill>
            </a:endParaRPr>
          </a:p>
        </p:txBody>
      </p:sp>
    </p:spTree>
    <p:extLst>
      <p:ext uri="{BB962C8B-B14F-4D97-AF65-F5344CB8AC3E}">
        <p14:creationId xmlns:p14="http://schemas.microsoft.com/office/powerpoint/2010/main" val="961999962"/>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8C962-2C83-1463-C181-740A137FB0BA}"/>
            </a:ext>
          </a:extLst>
        </p:cNvPr>
        <p:cNvGrpSpPr/>
        <p:nvPr/>
      </p:nvGrpSpPr>
      <p:grpSpPr>
        <a:xfrm>
          <a:off x="0" y="0"/>
          <a:ext cx="0" cy="0"/>
          <a:chOff x="0" y="0"/>
          <a:chExt cx="0" cy="0"/>
        </a:xfrm>
      </p:grpSpPr>
      <p:sp>
        <p:nvSpPr>
          <p:cNvPr id="7" name="Right Arrow 6">
            <a:extLst>
              <a:ext uri="{FF2B5EF4-FFF2-40B4-BE49-F238E27FC236}">
                <a16:creationId xmlns:a16="http://schemas.microsoft.com/office/drawing/2014/main" id="{DCC41012-4486-05D1-0D9E-D6C5C0F1E1FF}"/>
              </a:ext>
            </a:extLst>
          </p:cNvPr>
          <p:cNvSpPr/>
          <p:nvPr/>
        </p:nvSpPr>
        <p:spPr bwMode="auto">
          <a:xfrm>
            <a:off x="2226924" y="2743756"/>
            <a:ext cx="8331200" cy="1684528"/>
          </a:xfrm>
          <a:prstGeom prst="rightArrow">
            <a:avLst/>
          </a:prstGeom>
          <a:solidFill>
            <a:schemeClr val="accent1">
              <a:alpha val="39505"/>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000000"/>
              </a:solidFill>
              <a:ea typeface="Segoe UI" pitchFamily="34" charset="0"/>
              <a:cs typeface="Segoe UI" pitchFamily="34" charset="0"/>
            </a:endParaRPr>
          </a:p>
        </p:txBody>
      </p:sp>
      <p:sp>
        <p:nvSpPr>
          <p:cNvPr id="4" name="Rectangle 3">
            <a:extLst>
              <a:ext uri="{FF2B5EF4-FFF2-40B4-BE49-F238E27FC236}">
                <a16:creationId xmlns:a16="http://schemas.microsoft.com/office/drawing/2014/main" id="{BA3A995C-A60F-ABA0-866E-749574BBA407}"/>
              </a:ext>
            </a:extLst>
          </p:cNvPr>
          <p:cNvSpPr/>
          <p:nvPr/>
        </p:nvSpPr>
        <p:spPr bwMode="auto">
          <a:xfrm>
            <a:off x="2160083" y="2261996"/>
            <a:ext cx="1587775" cy="2754124"/>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1A1A1A"/>
                </a:solidFill>
                <a:effectLst/>
                <a:uLnTx/>
                <a:uFillTx/>
                <a:latin typeface="Segoe UI Semibold"/>
                <a:ea typeface="+mn-ea"/>
                <a:cs typeface="+mn-cs"/>
              </a:rPr>
              <a:t>Ingest/Bronze</a:t>
            </a:r>
          </a:p>
          <a:p>
            <a:pPr marL="0" marR="0" lvl="0" indent="0" algn="ctr" defTabSz="932472" eaLnBrk="1" fontAlgn="base" latinLnBrk="0" hangingPunct="1">
              <a:lnSpc>
                <a:spcPct val="100000"/>
              </a:lnSpc>
              <a:spcBef>
                <a:spcPct val="0"/>
              </a:spcBef>
              <a:spcAft>
                <a:spcPct val="0"/>
              </a:spcAft>
              <a:buClrTx/>
              <a:buSzTx/>
              <a:buFontTx/>
              <a:buNone/>
              <a:tabLst/>
              <a:defRPr/>
            </a:pPr>
            <a:endParaRPr lang="en-US" sz="1050" kern="0" dirty="0">
              <a:solidFill>
                <a:srgbClr val="1A1A1A"/>
              </a:solidFill>
              <a:latin typeface="Segoe UI Semibold"/>
              <a:ea typeface="+mn-ea"/>
              <a:cs typeface="+mn-cs"/>
            </a:endParaRPr>
          </a:p>
          <a:p>
            <a:pPr marR="0" lvl="0" defTabSz="932472" eaLnBrk="1" fontAlgn="base" latinLnBrk="0" hangingPunct="1">
              <a:lnSpc>
                <a:spcPct val="100000"/>
              </a:lnSpc>
              <a:spcBef>
                <a:spcPct val="0"/>
              </a:spcBef>
              <a:spcAft>
                <a:spcPct val="0"/>
              </a:spcAft>
              <a:buClrTx/>
              <a:buSzTx/>
              <a:tabLst/>
              <a:defRPr/>
            </a:pPr>
            <a:r>
              <a:rPr kumimoji="0" lang="en-US" sz="800" b="0" i="0" u="none" strike="noStrike" kern="0" cap="none" spc="0" normalizeH="0" baseline="0" noProof="0" dirty="0">
                <a:ln>
                  <a:noFill/>
                </a:ln>
                <a:solidFill>
                  <a:srgbClr val="1A1A1A"/>
                </a:solidFill>
                <a:effectLst/>
                <a:uLnTx/>
                <a:uFillTx/>
                <a:latin typeface="Segoe UI Semibold"/>
                <a:ea typeface="+mn-ea"/>
                <a:cs typeface="+mn-cs"/>
              </a:rPr>
              <a:t>Characteristics</a:t>
            </a:r>
            <a:br>
              <a:rPr kumimoji="0" lang="en-US" sz="800" b="0" i="0" u="none" strike="noStrike" kern="0" cap="none" spc="0" normalizeH="0" baseline="0" noProof="0" dirty="0">
                <a:ln>
                  <a:noFill/>
                </a:ln>
                <a:solidFill>
                  <a:srgbClr val="1A1A1A"/>
                </a:solidFill>
                <a:effectLst/>
                <a:uLnTx/>
                <a:uFillTx/>
                <a:latin typeface="Segoe UI Semibold"/>
                <a:ea typeface="+mn-ea"/>
                <a:cs typeface="+mn-cs"/>
              </a:rPr>
            </a:br>
            <a:endParaRPr kumimoji="0" lang="en-US" sz="800" b="0" i="0" u="none" strike="noStrike" kern="0" cap="none" spc="0" normalizeH="0" baseline="0" noProof="0" dirty="0">
              <a:ln>
                <a:noFill/>
              </a:ln>
              <a:solidFill>
                <a:srgbClr val="1A1A1A"/>
              </a:solidFill>
              <a:effectLst/>
              <a:uLnTx/>
              <a:uFillTx/>
              <a:latin typeface="Segoe UI Semibold"/>
              <a:ea typeface="+mn-ea"/>
              <a:cs typeface="+mn-cs"/>
            </a:endParaRPr>
          </a:p>
          <a:p>
            <a:pPr marL="285750" marR="0" lvl="0" indent="-285750" defTabSz="932472"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800" kern="0" dirty="0">
                <a:solidFill>
                  <a:srgbClr val="1A1A1A"/>
                </a:solidFill>
                <a:latin typeface="Segoe UI Semibold"/>
                <a:ea typeface="+mn-ea"/>
                <a:cs typeface="+mn-cs"/>
              </a:rPr>
              <a:t>Consume raw data</a:t>
            </a:r>
          </a:p>
          <a:p>
            <a:pPr marL="285750" marR="0" lvl="0" indent="-285750" defTabSz="932472"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1A1A1A"/>
                </a:solidFill>
                <a:effectLst/>
                <a:uLnTx/>
                <a:uFillTx/>
                <a:latin typeface="Segoe UI Semibold"/>
                <a:ea typeface="+mn-ea"/>
                <a:cs typeface="+mn-cs"/>
              </a:rPr>
              <a:t>High degree</a:t>
            </a:r>
            <a:r>
              <a:rPr kumimoji="0" lang="en-US" sz="800" b="0" i="0" u="none" strike="noStrike" kern="0" cap="none" spc="0" normalizeH="0" noProof="0" dirty="0">
                <a:ln>
                  <a:noFill/>
                </a:ln>
                <a:solidFill>
                  <a:srgbClr val="1A1A1A"/>
                </a:solidFill>
                <a:effectLst/>
                <a:uLnTx/>
                <a:uFillTx/>
                <a:latin typeface="Segoe UI Semibold"/>
                <a:ea typeface="+mn-ea"/>
                <a:cs typeface="+mn-cs"/>
              </a:rPr>
              <a:t> of integration points</a:t>
            </a:r>
          </a:p>
          <a:p>
            <a:pPr marL="285750" marR="0" lvl="0" indent="-285750" defTabSz="932472"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800" kern="0" dirty="0">
                <a:solidFill>
                  <a:srgbClr val="1A1A1A"/>
                </a:solidFill>
                <a:latin typeface="Segoe UI Semibold"/>
                <a:ea typeface="+mn-ea"/>
                <a:cs typeface="+mn-cs"/>
              </a:rPr>
              <a:t>Very technical</a:t>
            </a:r>
          </a:p>
          <a:p>
            <a:pPr marL="285750" marR="0" lvl="0" indent="-285750" defTabSz="932472"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800" b="0" i="0" u="none" strike="noStrike" kern="0" cap="none" spc="0" normalizeH="0" noProof="0" dirty="0">
                <a:ln>
                  <a:noFill/>
                </a:ln>
                <a:solidFill>
                  <a:srgbClr val="1A1A1A"/>
                </a:solidFill>
                <a:effectLst/>
                <a:uLnTx/>
                <a:uFillTx/>
                <a:latin typeface="Segoe UI Semibold"/>
                <a:ea typeface="+mn-ea"/>
                <a:cs typeface="+mn-cs"/>
              </a:rPr>
              <a:t>No transformation</a:t>
            </a:r>
          </a:p>
          <a:p>
            <a:pPr marR="0" lvl="0" defTabSz="932472" eaLnBrk="1" fontAlgn="base" latinLnBrk="0" hangingPunct="1">
              <a:lnSpc>
                <a:spcPct val="100000"/>
              </a:lnSpc>
              <a:spcBef>
                <a:spcPct val="0"/>
              </a:spcBef>
              <a:spcAft>
                <a:spcPct val="0"/>
              </a:spcAft>
              <a:buClrTx/>
              <a:buSzTx/>
              <a:tabLst/>
              <a:defRPr/>
            </a:pPr>
            <a:endParaRPr kumimoji="0" lang="en-US" sz="900" b="0" i="0" u="none" strike="noStrike" kern="0" cap="none" spc="0" normalizeH="0" noProof="0" dirty="0">
              <a:ln>
                <a:noFill/>
              </a:ln>
              <a:solidFill>
                <a:srgbClr val="1A1A1A"/>
              </a:solidFill>
              <a:effectLst/>
              <a:uLnTx/>
              <a:uFillTx/>
              <a:latin typeface="Segoe UI Semibold"/>
              <a:ea typeface="+mn-ea"/>
              <a:cs typeface="+mn-cs"/>
            </a:endParaRP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sp>
        <p:nvSpPr>
          <p:cNvPr id="8" name="Rectangle 7">
            <a:extLst>
              <a:ext uri="{FF2B5EF4-FFF2-40B4-BE49-F238E27FC236}">
                <a16:creationId xmlns:a16="http://schemas.microsoft.com/office/drawing/2014/main" id="{C5957F90-2606-B9B6-D8DC-44ACB4C2FF44}"/>
              </a:ext>
            </a:extLst>
          </p:cNvPr>
          <p:cNvSpPr/>
          <p:nvPr/>
        </p:nvSpPr>
        <p:spPr bwMode="auto">
          <a:xfrm>
            <a:off x="8868523" y="2321758"/>
            <a:ext cx="1638195" cy="2754124"/>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1A1A1A"/>
                </a:solidFill>
                <a:effectLst/>
                <a:uLnTx/>
                <a:uFillTx/>
                <a:latin typeface="Segoe UI Semibold"/>
                <a:ea typeface="+mn-ea"/>
                <a:cs typeface="+mn-cs"/>
              </a:rPr>
              <a:t>Consume</a:t>
            </a:r>
          </a:p>
          <a:p>
            <a:pPr marL="0" marR="0" lvl="0" indent="0" algn="ctr" defTabSz="932472" eaLnBrk="1" fontAlgn="base" latinLnBrk="0" hangingPunct="1">
              <a:lnSpc>
                <a:spcPct val="100000"/>
              </a:lnSpc>
              <a:spcBef>
                <a:spcPct val="0"/>
              </a:spcBef>
              <a:spcAft>
                <a:spcPct val="0"/>
              </a:spcAft>
              <a:buClrTx/>
              <a:buSzTx/>
              <a:buFontTx/>
              <a:buNone/>
              <a:tabLst/>
              <a:defRPr/>
            </a:pPr>
            <a:endParaRPr lang="en-US" sz="1050" kern="0">
              <a:solidFill>
                <a:srgbClr val="1A1A1A"/>
              </a:solidFill>
              <a:latin typeface="Segoe UI Semibold"/>
              <a:ea typeface="+mn-ea"/>
              <a:cs typeface="+mn-cs"/>
            </a:endParaRPr>
          </a:p>
          <a:p>
            <a:pPr lvl="0" defTabSz="932472" fontAlgn="base">
              <a:spcBef>
                <a:spcPct val="0"/>
              </a:spcBef>
              <a:spcAft>
                <a:spcPct val="0"/>
              </a:spcAft>
              <a:defRPr/>
            </a:pPr>
            <a:r>
              <a:rPr lang="en-US" sz="800" kern="0">
                <a:solidFill>
                  <a:srgbClr val="1A1A1A"/>
                </a:solidFill>
                <a:latin typeface="Segoe UI Semibold"/>
              </a:rPr>
              <a:t>Characteristics</a:t>
            </a:r>
          </a:p>
          <a:p>
            <a:pPr marL="285750" lvl="0" indent="-285750" defTabSz="932472" fontAlgn="base">
              <a:spcBef>
                <a:spcPct val="0"/>
              </a:spcBef>
              <a:spcAft>
                <a:spcPct val="0"/>
              </a:spcAft>
              <a:buFont typeface="Arial" panose="020B0604020202020204" pitchFamily="34" charset="0"/>
              <a:buChar char="•"/>
              <a:defRPr/>
            </a:pPr>
            <a:r>
              <a:rPr lang="en-US" sz="800" kern="0">
                <a:solidFill>
                  <a:srgbClr val="1A1A1A"/>
                </a:solidFill>
                <a:latin typeface="Segoe UI Semibold"/>
              </a:rPr>
              <a:t>End user tools</a:t>
            </a:r>
          </a:p>
          <a:p>
            <a:pPr marL="285750" lvl="0" indent="-285750" defTabSz="932472" fontAlgn="base">
              <a:spcBef>
                <a:spcPct val="0"/>
              </a:spcBef>
              <a:spcAft>
                <a:spcPct val="0"/>
              </a:spcAft>
              <a:buFont typeface="Arial" panose="020B0604020202020204" pitchFamily="34" charset="0"/>
              <a:buChar char="•"/>
              <a:defRPr/>
            </a:pPr>
            <a:r>
              <a:rPr lang="en-US" sz="800" kern="0">
                <a:solidFill>
                  <a:srgbClr val="1A1A1A"/>
                </a:solidFill>
                <a:latin typeface="Segoe UI Semibold"/>
              </a:rPr>
              <a:t>Business Intelligence</a:t>
            </a:r>
          </a:p>
          <a:p>
            <a:pPr marL="285750" lvl="0" indent="-285750" defTabSz="932472" fontAlgn="base">
              <a:spcBef>
                <a:spcPct val="0"/>
              </a:spcBef>
              <a:spcAft>
                <a:spcPct val="0"/>
              </a:spcAft>
              <a:buFont typeface="Arial" panose="020B0604020202020204" pitchFamily="34" charset="0"/>
              <a:buChar char="•"/>
              <a:defRPr/>
            </a:pPr>
            <a:r>
              <a:rPr lang="en-US" sz="800" kern="0">
                <a:solidFill>
                  <a:srgbClr val="1A1A1A"/>
                </a:solidFill>
                <a:latin typeface="Segoe UI Semibold"/>
              </a:rPr>
              <a:t>Reporting</a:t>
            </a:r>
          </a:p>
          <a:p>
            <a:pPr marL="285750" lvl="0" indent="-285750" defTabSz="932472" fontAlgn="base">
              <a:spcBef>
                <a:spcPct val="0"/>
              </a:spcBef>
              <a:spcAft>
                <a:spcPct val="0"/>
              </a:spcAft>
              <a:buFont typeface="Arial" panose="020B0604020202020204" pitchFamily="34" charset="0"/>
              <a:buChar char="•"/>
              <a:defRPr/>
            </a:pPr>
            <a:r>
              <a:rPr lang="en-US" sz="800" kern="0">
                <a:solidFill>
                  <a:srgbClr val="1A1A1A"/>
                </a:solidFill>
                <a:latin typeface="Segoe UI Semibold"/>
              </a:rPr>
              <a:t>Machine Learning</a:t>
            </a:r>
          </a:p>
          <a:p>
            <a:pPr marL="285750" lvl="0" indent="-285750" defTabSz="932472" fontAlgn="base">
              <a:spcBef>
                <a:spcPct val="0"/>
              </a:spcBef>
              <a:spcAft>
                <a:spcPct val="0"/>
              </a:spcAft>
              <a:buFont typeface="Arial" panose="020B0604020202020204" pitchFamily="34" charset="0"/>
              <a:buChar char="•"/>
              <a:defRPr/>
            </a:pPr>
            <a:r>
              <a:rPr lang="en-US" sz="800" kern="0">
                <a:solidFill>
                  <a:srgbClr val="1A1A1A"/>
                </a:solidFill>
                <a:latin typeface="Segoe UI Semibold"/>
              </a:rPr>
              <a:t>Artificial Intelligence</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da-DK" sz="1050" b="0" i="0" u="none" strike="noStrike" kern="0" cap="none" spc="0" normalizeH="0" baseline="0" noProof="0" err="1">
              <a:ln>
                <a:noFill/>
              </a:ln>
              <a:solidFill>
                <a:srgbClr val="1A1A1A"/>
              </a:solidFill>
              <a:effectLst/>
              <a:uLnTx/>
              <a:uFillTx/>
              <a:latin typeface="Segoe UI Semibold"/>
              <a:ea typeface="Segoe UI" pitchFamily="34" charset="0"/>
              <a:cs typeface="Segoe UI" pitchFamily="34" charset="0"/>
            </a:endParaRPr>
          </a:p>
        </p:txBody>
      </p:sp>
      <p:sp>
        <p:nvSpPr>
          <p:cNvPr id="85" name="Rectangle 84">
            <a:extLst>
              <a:ext uri="{FF2B5EF4-FFF2-40B4-BE49-F238E27FC236}">
                <a16:creationId xmlns:a16="http://schemas.microsoft.com/office/drawing/2014/main" id="{A90E9CB3-EFA1-20E0-3720-D0D0E1669C0D}"/>
              </a:ext>
            </a:extLst>
          </p:cNvPr>
          <p:cNvSpPr/>
          <p:nvPr/>
        </p:nvSpPr>
        <p:spPr bwMode="auto">
          <a:xfrm>
            <a:off x="6636392" y="2261996"/>
            <a:ext cx="1862461" cy="2754124"/>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1A1A1A"/>
                </a:solidFill>
                <a:effectLst/>
                <a:uLnTx/>
                <a:uFillTx/>
                <a:latin typeface="Segoe UI Semibold"/>
                <a:ea typeface="+mn-ea"/>
                <a:cs typeface="+mn-cs"/>
              </a:rPr>
              <a:t>Publish/Gold</a:t>
            </a:r>
          </a:p>
          <a:p>
            <a:pPr marL="0" marR="0" lvl="0" indent="0" algn="ctr" defTabSz="932472" eaLnBrk="1" fontAlgn="base" latinLnBrk="0" hangingPunct="1">
              <a:lnSpc>
                <a:spcPct val="100000"/>
              </a:lnSpc>
              <a:spcBef>
                <a:spcPct val="0"/>
              </a:spcBef>
              <a:spcAft>
                <a:spcPct val="0"/>
              </a:spcAft>
              <a:buClrTx/>
              <a:buSzTx/>
              <a:buFontTx/>
              <a:buNone/>
              <a:tabLst/>
              <a:defRPr/>
            </a:pPr>
            <a:endParaRPr lang="en-US" sz="1050" kern="0" dirty="0">
              <a:solidFill>
                <a:srgbClr val="1A1A1A"/>
              </a:solidFill>
              <a:latin typeface="Segoe UI Semibold"/>
              <a:ea typeface="+mn-ea"/>
              <a:cs typeface="+mn-cs"/>
            </a:endParaRPr>
          </a:p>
          <a:p>
            <a:pPr lvl="0" defTabSz="932472" fontAlgn="base">
              <a:spcBef>
                <a:spcPct val="0"/>
              </a:spcBef>
              <a:spcAft>
                <a:spcPct val="0"/>
              </a:spcAft>
              <a:defRPr/>
            </a:pPr>
            <a:r>
              <a:rPr lang="en-US" sz="800" kern="0" dirty="0">
                <a:solidFill>
                  <a:srgbClr val="1A1A1A"/>
                </a:solidFill>
                <a:latin typeface="Segoe UI Semibold"/>
              </a:rPr>
              <a:t>Characteristics</a:t>
            </a:r>
          </a:p>
          <a:p>
            <a:pPr marL="285750" lvl="0" indent="-285750" defTabSz="932472" fontAlgn="base">
              <a:spcBef>
                <a:spcPct val="0"/>
              </a:spcBef>
              <a:spcAft>
                <a:spcPct val="0"/>
              </a:spcAft>
              <a:buFont typeface="Arial" panose="020B0604020202020204" pitchFamily="34" charset="0"/>
              <a:buChar char="•"/>
              <a:defRPr/>
            </a:pPr>
            <a:r>
              <a:rPr lang="en-US" sz="800" kern="0" dirty="0">
                <a:solidFill>
                  <a:srgbClr val="1A1A1A"/>
                </a:solidFill>
                <a:latin typeface="Segoe UI Semibold"/>
              </a:rPr>
              <a:t>Business useable datasets</a:t>
            </a:r>
          </a:p>
          <a:p>
            <a:pPr marL="285750" lvl="0" indent="-285750" defTabSz="932472" fontAlgn="base">
              <a:spcBef>
                <a:spcPct val="0"/>
              </a:spcBef>
              <a:spcAft>
                <a:spcPct val="0"/>
              </a:spcAft>
              <a:buFont typeface="Arial" panose="020B0604020202020204" pitchFamily="34" charset="0"/>
              <a:buChar char="•"/>
              <a:defRPr/>
            </a:pPr>
            <a:r>
              <a:rPr lang="en-US" sz="800" kern="0" dirty="0">
                <a:solidFill>
                  <a:srgbClr val="1A1A1A"/>
                </a:solidFill>
                <a:latin typeface="Segoe UI Semibold"/>
              </a:rPr>
              <a:t>Datasets placed in whatever suitable technology for the end usage</a:t>
            </a:r>
          </a:p>
          <a:p>
            <a:pPr marL="285750" lvl="0" indent="-285750" defTabSz="932472" fontAlgn="base">
              <a:spcBef>
                <a:spcPct val="0"/>
              </a:spcBef>
              <a:spcAft>
                <a:spcPct val="0"/>
              </a:spcAft>
              <a:buFont typeface="Arial" panose="020B0604020202020204" pitchFamily="34" charset="0"/>
              <a:buChar char="•"/>
              <a:defRPr/>
            </a:pPr>
            <a:r>
              <a:rPr lang="en-US" sz="800" kern="0" dirty="0">
                <a:solidFill>
                  <a:srgbClr val="1A1A1A"/>
                </a:solidFill>
                <a:latin typeface="Segoe UI Semibold"/>
              </a:rPr>
              <a:t>“Lives” as long as being used</a:t>
            </a:r>
          </a:p>
          <a:p>
            <a:pPr marL="285750" lvl="0" indent="-285750" defTabSz="932472" fontAlgn="base">
              <a:spcBef>
                <a:spcPct val="0"/>
              </a:spcBef>
              <a:spcAft>
                <a:spcPct val="0"/>
              </a:spcAft>
              <a:buFont typeface="Arial" panose="020B0604020202020204" pitchFamily="34" charset="0"/>
              <a:buChar char="•"/>
              <a:defRPr/>
            </a:pPr>
            <a:r>
              <a:rPr lang="en-US" sz="800" kern="0" dirty="0">
                <a:solidFill>
                  <a:srgbClr val="1A1A1A"/>
                </a:solidFill>
                <a:latin typeface="Segoe UI Semibold"/>
              </a:rPr>
              <a:t>Can be recreated (by self-service)</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da-DK" sz="105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sp>
        <p:nvSpPr>
          <p:cNvPr id="6" name="Rectangle 5">
            <a:extLst>
              <a:ext uri="{FF2B5EF4-FFF2-40B4-BE49-F238E27FC236}">
                <a16:creationId xmlns:a16="http://schemas.microsoft.com/office/drawing/2014/main" id="{C07A67F6-8E73-833D-9C5C-5BF9A4D06581}"/>
              </a:ext>
            </a:extLst>
          </p:cNvPr>
          <p:cNvSpPr/>
          <p:nvPr/>
        </p:nvSpPr>
        <p:spPr bwMode="auto">
          <a:xfrm>
            <a:off x="4144447" y="2317942"/>
            <a:ext cx="2073081" cy="2754124"/>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1A1A1A"/>
                </a:solidFill>
                <a:effectLst/>
                <a:uLnTx/>
                <a:uFillTx/>
                <a:latin typeface="Segoe UI Semibold"/>
                <a:ea typeface="+mn-ea"/>
                <a:cs typeface="+mn-cs"/>
              </a:rPr>
              <a:t>Transform/Silver</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1A1A1A"/>
              </a:solidFill>
              <a:effectLst/>
              <a:uLnTx/>
              <a:uFillTx/>
              <a:latin typeface="Segoe UI Semibold"/>
              <a:ea typeface="+mn-ea"/>
              <a:cs typeface="+mn-cs"/>
            </a:endParaRPr>
          </a:p>
          <a:p>
            <a:pPr lvl="0" defTabSz="932472" fontAlgn="base">
              <a:spcBef>
                <a:spcPct val="0"/>
              </a:spcBef>
              <a:spcAft>
                <a:spcPct val="0"/>
              </a:spcAft>
              <a:defRPr/>
            </a:pPr>
            <a:r>
              <a:rPr lang="en-US" sz="800" kern="0" dirty="0">
                <a:solidFill>
                  <a:srgbClr val="1A1A1A"/>
                </a:solidFill>
                <a:latin typeface="Segoe UI Semibold"/>
              </a:rPr>
              <a:t>Characteristics</a:t>
            </a:r>
          </a:p>
          <a:p>
            <a:pPr marL="285750" lvl="0" indent="-285750" defTabSz="932472" fontAlgn="base">
              <a:spcBef>
                <a:spcPct val="0"/>
              </a:spcBef>
              <a:spcAft>
                <a:spcPct val="0"/>
              </a:spcAft>
              <a:buFont typeface="Arial" panose="020B0604020202020204" pitchFamily="34" charset="0"/>
              <a:buChar char="•"/>
              <a:defRPr/>
            </a:pPr>
            <a:r>
              <a:rPr lang="en-US" sz="800" kern="0" dirty="0">
                <a:solidFill>
                  <a:srgbClr val="1A1A1A"/>
                </a:solidFill>
                <a:latin typeface="Segoe UI Semibold"/>
              </a:rPr>
              <a:t>Technical usable data</a:t>
            </a:r>
          </a:p>
          <a:p>
            <a:pPr marL="285750" lvl="0" indent="-285750" defTabSz="932472" fontAlgn="base">
              <a:spcBef>
                <a:spcPct val="0"/>
              </a:spcBef>
              <a:spcAft>
                <a:spcPct val="0"/>
              </a:spcAft>
              <a:buFont typeface="Arial" panose="020B0604020202020204" pitchFamily="34" charset="0"/>
              <a:buChar char="•"/>
              <a:defRPr/>
            </a:pPr>
            <a:r>
              <a:rPr lang="en-US" sz="800" kern="0" dirty="0">
                <a:solidFill>
                  <a:srgbClr val="1A1A1A"/>
                </a:solidFill>
                <a:latin typeface="Segoe UI Semibold"/>
              </a:rPr>
              <a:t>Getting data from ingest layer - only</a:t>
            </a:r>
          </a:p>
          <a:p>
            <a:pPr marL="285750" lvl="0" indent="-285750" defTabSz="932472" fontAlgn="base">
              <a:spcBef>
                <a:spcPct val="0"/>
              </a:spcBef>
              <a:spcAft>
                <a:spcPct val="0"/>
              </a:spcAft>
              <a:buFont typeface="Arial" panose="020B0604020202020204" pitchFamily="34" charset="0"/>
              <a:buChar char="•"/>
              <a:defRPr/>
            </a:pPr>
            <a:r>
              <a:rPr lang="en-US" sz="800" kern="0" dirty="0">
                <a:solidFill>
                  <a:srgbClr val="1A1A1A"/>
                </a:solidFill>
                <a:latin typeface="Segoe UI Semibold"/>
              </a:rPr>
              <a:t>Very technical</a:t>
            </a:r>
          </a:p>
          <a:p>
            <a:pPr marL="285750" lvl="0" indent="-285750" defTabSz="932472" fontAlgn="base">
              <a:spcBef>
                <a:spcPct val="0"/>
              </a:spcBef>
              <a:spcAft>
                <a:spcPct val="0"/>
              </a:spcAft>
              <a:buFont typeface="Arial" panose="020B0604020202020204" pitchFamily="34" charset="0"/>
              <a:buChar char="•"/>
              <a:defRPr/>
            </a:pPr>
            <a:r>
              <a:rPr lang="en-US" sz="800" kern="0" dirty="0">
                <a:solidFill>
                  <a:srgbClr val="1A1A1A"/>
                </a:solidFill>
                <a:latin typeface="Segoe UI Semibold"/>
              </a:rPr>
              <a:t>Place for technical transformations</a:t>
            </a:r>
          </a:p>
          <a:p>
            <a:pPr marL="285750" lvl="0" indent="-285750" defTabSz="932472" fontAlgn="base">
              <a:spcBef>
                <a:spcPct val="0"/>
              </a:spcBef>
              <a:spcAft>
                <a:spcPct val="0"/>
              </a:spcAft>
              <a:buFont typeface="Arial" panose="020B0604020202020204" pitchFamily="34" charset="0"/>
              <a:buChar char="•"/>
              <a:defRPr/>
            </a:pPr>
            <a:r>
              <a:rPr lang="en-US" sz="800" kern="0" dirty="0">
                <a:solidFill>
                  <a:srgbClr val="1A1A1A"/>
                </a:solidFill>
                <a:latin typeface="Segoe UI Semibold"/>
              </a:rPr>
              <a:t>Adhere to company chosen standards</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da-DK" sz="105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sp>
        <p:nvSpPr>
          <p:cNvPr id="5" name="Rectangle 4">
            <a:extLst>
              <a:ext uri="{FF2B5EF4-FFF2-40B4-BE49-F238E27FC236}">
                <a16:creationId xmlns:a16="http://schemas.microsoft.com/office/drawing/2014/main" id="{3C914413-D351-FD7E-9D68-64B41E8E3852}"/>
              </a:ext>
            </a:extLst>
          </p:cNvPr>
          <p:cNvSpPr/>
          <p:nvPr/>
        </p:nvSpPr>
        <p:spPr bwMode="auto">
          <a:xfrm>
            <a:off x="1045505" y="3904331"/>
            <a:ext cx="694760" cy="1044947"/>
          </a:xfrm>
          <a:prstGeom prst="rect">
            <a:avLst/>
          </a:prstGeom>
          <a:solidFill>
            <a:srgbClr val="00B050"/>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32472" fontAlgn="base">
              <a:spcBef>
                <a:spcPct val="0"/>
              </a:spcBef>
              <a:spcAft>
                <a:spcPct val="0"/>
              </a:spcAft>
            </a:pPr>
            <a:r>
              <a:rPr lang="da-DK" sz="1200" dirty="0">
                <a:solidFill>
                  <a:schemeClr val="bg1"/>
                </a:solidFill>
                <a:cs typeface="Segoe UI" pitchFamily="34" charset="0"/>
              </a:rPr>
              <a:t>Source systems</a:t>
            </a:r>
          </a:p>
          <a:p>
            <a:pPr algn="ctr" defTabSz="932472" fontAlgn="base">
              <a:spcBef>
                <a:spcPct val="0"/>
              </a:spcBef>
              <a:spcAft>
                <a:spcPct val="0"/>
              </a:spcAft>
            </a:pPr>
            <a:endParaRPr lang="da-DK" sz="1200" dirty="0">
              <a:solidFill>
                <a:schemeClr val="bg1"/>
              </a:solidFill>
              <a:cs typeface="Segoe UI" pitchFamily="34" charset="0"/>
            </a:endParaRPr>
          </a:p>
          <a:p>
            <a:pPr algn="ctr" defTabSz="932472" fontAlgn="base">
              <a:spcBef>
                <a:spcPct val="0"/>
              </a:spcBef>
              <a:spcAft>
                <a:spcPct val="0"/>
              </a:spcAft>
            </a:pPr>
            <a:r>
              <a:rPr lang="da-DK" sz="1200" dirty="0">
                <a:solidFill>
                  <a:schemeClr val="bg1"/>
                </a:solidFill>
                <a:cs typeface="Segoe UI" pitchFamily="34" charset="0"/>
              </a:rPr>
              <a:t>Batch</a:t>
            </a:r>
          </a:p>
        </p:txBody>
      </p:sp>
      <p:sp>
        <p:nvSpPr>
          <p:cNvPr id="17" name="Rectangle 16">
            <a:extLst>
              <a:ext uri="{FF2B5EF4-FFF2-40B4-BE49-F238E27FC236}">
                <a16:creationId xmlns:a16="http://schemas.microsoft.com/office/drawing/2014/main" id="{17DD93DC-8B6B-C374-EB80-43ACE0958CCB}"/>
              </a:ext>
            </a:extLst>
          </p:cNvPr>
          <p:cNvSpPr/>
          <p:nvPr/>
        </p:nvSpPr>
        <p:spPr bwMode="auto">
          <a:xfrm>
            <a:off x="1116662" y="901675"/>
            <a:ext cx="848441" cy="1284010"/>
          </a:xfrm>
          <a:prstGeom prst="rect">
            <a:avLst/>
          </a:prstGeom>
          <a:solidFill>
            <a:srgbClr val="00B050"/>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da-DK" sz="1200" dirty="0">
              <a:solidFill>
                <a:schemeClr val="bg1"/>
              </a:solidFill>
              <a:ea typeface="Segoe UI" pitchFamily="34" charset="0"/>
              <a:cs typeface="Segoe UI" pitchFamily="34" charset="0"/>
            </a:endParaRPr>
          </a:p>
          <a:p>
            <a:pPr algn="ctr" defTabSz="932472" fontAlgn="base">
              <a:spcBef>
                <a:spcPct val="0"/>
              </a:spcBef>
              <a:spcAft>
                <a:spcPct val="0"/>
              </a:spcAft>
            </a:pPr>
            <a:r>
              <a:rPr lang="da-DK" sz="1200" dirty="0">
                <a:solidFill>
                  <a:schemeClr val="bg1"/>
                </a:solidFill>
                <a:ea typeface="Segoe UI" pitchFamily="34" charset="0"/>
                <a:cs typeface="Segoe UI" pitchFamily="34" charset="0"/>
              </a:rPr>
              <a:t>Source systems</a:t>
            </a:r>
          </a:p>
          <a:p>
            <a:pPr algn="ctr" defTabSz="932472" fontAlgn="base">
              <a:spcBef>
                <a:spcPct val="0"/>
              </a:spcBef>
              <a:spcAft>
                <a:spcPct val="0"/>
              </a:spcAft>
            </a:pPr>
            <a:endParaRPr lang="da-DK" sz="1200" dirty="0">
              <a:solidFill>
                <a:schemeClr val="bg1"/>
              </a:solidFill>
              <a:ea typeface="Segoe UI" pitchFamily="34" charset="0"/>
              <a:cs typeface="Segoe UI" pitchFamily="34" charset="0"/>
            </a:endParaRPr>
          </a:p>
          <a:p>
            <a:pPr algn="ctr" defTabSz="932472" fontAlgn="base">
              <a:spcBef>
                <a:spcPct val="0"/>
              </a:spcBef>
              <a:spcAft>
                <a:spcPct val="0"/>
              </a:spcAft>
            </a:pPr>
            <a:r>
              <a:rPr lang="da-DK" sz="1200" dirty="0">
                <a:solidFill>
                  <a:schemeClr val="bg1"/>
                </a:solidFill>
                <a:ea typeface="Segoe UI" pitchFamily="34" charset="0"/>
                <a:cs typeface="Segoe UI" pitchFamily="34" charset="0"/>
              </a:rPr>
              <a:t>Streaming/events</a:t>
            </a:r>
          </a:p>
          <a:p>
            <a:pPr algn="ctr" defTabSz="932472" fontAlgn="base">
              <a:spcBef>
                <a:spcPct val="0"/>
              </a:spcBef>
              <a:spcAft>
                <a:spcPct val="0"/>
              </a:spcAft>
            </a:pPr>
            <a:endParaRPr lang="da-DK" sz="1200" dirty="0">
              <a:solidFill>
                <a:schemeClr val="bg1"/>
              </a:solidFill>
              <a:ea typeface="Segoe UI" pitchFamily="34" charset="0"/>
              <a:cs typeface="Segoe UI" pitchFamily="34" charset="0"/>
            </a:endParaRPr>
          </a:p>
          <a:p>
            <a:pPr algn="ctr" defTabSz="932472" fontAlgn="base">
              <a:spcBef>
                <a:spcPct val="0"/>
              </a:spcBef>
              <a:spcAft>
                <a:spcPct val="0"/>
              </a:spcAft>
            </a:pPr>
            <a:endParaRPr lang="da-DK" sz="1200" dirty="0">
              <a:solidFill>
                <a:schemeClr val="bg1"/>
              </a:solidFill>
              <a:ea typeface="Segoe UI" pitchFamily="34" charset="0"/>
              <a:cs typeface="Segoe UI" pitchFamily="34" charset="0"/>
            </a:endParaRPr>
          </a:p>
        </p:txBody>
      </p:sp>
      <p:grpSp>
        <p:nvGrpSpPr>
          <p:cNvPr id="25" name="Group 24">
            <a:extLst>
              <a:ext uri="{FF2B5EF4-FFF2-40B4-BE49-F238E27FC236}">
                <a16:creationId xmlns:a16="http://schemas.microsoft.com/office/drawing/2014/main" id="{12380912-CF9D-D115-5D0F-0C6320667B9E}"/>
              </a:ext>
            </a:extLst>
          </p:cNvPr>
          <p:cNvGrpSpPr/>
          <p:nvPr/>
        </p:nvGrpSpPr>
        <p:grpSpPr>
          <a:xfrm>
            <a:off x="1697025" y="5250043"/>
            <a:ext cx="9881179" cy="558801"/>
            <a:chOff x="1651471" y="6028551"/>
            <a:chExt cx="9217776" cy="558801"/>
          </a:xfrm>
        </p:grpSpPr>
        <p:sp>
          <p:nvSpPr>
            <p:cNvPr id="3" name="Rectangle 2">
              <a:extLst>
                <a:ext uri="{FF2B5EF4-FFF2-40B4-BE49-F238E27FC236}">
                  <a16:creationId xmlns:a16="http://schemas.microsoft.com/office/drawing/2014/main" id="{A24F0C53-9378-8CD1-BFAC-09AFB9E69A43}"/>
                </a:ext>
              </a:extLst>
            </p:cNvPr>
            <p:cNvSpPr/>
            <p:nvPr/>
          </p:nvSpPr>
          <p:spPr bwMode="auto">
            <a:xfrm>
              <a:off x="1651471" y="6028551"/>
              <a:ext cx="9217776" cy="558801"/>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defRPr/>
              </a:pPr>
              <a:r>
                <a:rPr kumimoji="0" lang="en-US" sz="1000" b="0" i="0" u="none" strike="noStrike" kern="0" cap="none" spc="0" normalizeH="0" baseline="0">
                  <a:ln>
                    <a:noFill/>
                  </a:ln>
                  <a:solidFill>
                    <a:srgbClr val="1A1A1A"/>
                  </a:solidFill>
                  <a:effectLst/>
                  <a:uLnTx/>
                  <a:uFillTx/>
                  <a:latin typeface="Segoe UI Semibold"/>
                  <a:ea typeface="+mn-ea"/>
                  <a:cs typeface="Segoe UI" pitchFamily="34" charset="0"/>
                </a:rPr>
                <a:t>Supporting</a:t>
              </a:r>
              <a:r>
                <a:rPr kumimoji="0" lang="en-US" sz="1000" b="0" i="0" u="none" strike="noStrike" kern="0" cap="none" spc="0" normalizeH="0">
                  <a:ln>
                    <a:noFill/>
                  </a:ln>
                  <a:solidFill>
                    <a:srgbClr val="1A1A1A"/>
                  </a:solidFill>
                  <a:effectLst/>
                  <a:uLnTx/>
                  <a:uFillTx/>
                  <a:latin typeface="Segoe UI Semibold"/>
                  <a:ea typeface="+mn-ea"/>
                  <a:cs typeface="Segoe UI" pitchFamily="34" charset="0"/>
                </a:rPr>
                <a:t> Data </a:t>
              </a:r>
              <a:r>
                <a:rPr kumimoji="0" lang="en-US" sz="1000" b="0" i="0" u="none" strike="noStrike" kern="0" cap="none" spc="0" normalizeH="0" baseline="0">
                  <a:ln>
                    <a:noFill/>
                  </a:ln>
                  <a:solidFill>
                    <a:srgbClr val="1A1A1A"/>
                  </a:solidFill>
                  <a:effectLst/>
                  <a:uLnTx/>
                  <a:uFillTx/>
                  <a:latin typeface="Segoe UI Semibold"/>
                  <a:ea typeface="+mn-ea"/>
                  <a:cs typeface="Segoe UI" pitchFamily="34" charset="0"/>
                </a:rPr>
                <a:t>Services</a:t>
              </a:r>
            </a:p>
          </p:txBody>
        </p:sp>
        <p:sp>
          <p:nvSpPr>
            <p:cNvPr id="185" name="TextBox 184">
              <a:extLst>
                <a:ext uri="{FF2B5EF4-FFF2-40B4-BE49-F238E27FC236}">
                  <a16:creationId xmlns:a16="http://schemas.microsoft.com/office/drawing/2014/main" id="{6EA62DE0-3F24-5BD5-C9D2-98EAC65C3B15}"/>
                </a:ext>
              </a:extLst>
            </p:cNvPr>
            <p:cNvSpPr txBox="1"/>
            <p:nvPr/>
          </p:nvSpPr>
          <p:spPr>
            <a:xfrm>
              <a:off x="3346685" y="6178543"/>
              <a:ext cx="7141335" cy="230832"/>
            </a:xfrm>
            <a:prstGeom prst="rect">
              <a:avLst/>
            </a:prstGeom>
            <a:noFill/>
          </p:spPr>
          <p:txBody>
            <a:bodyPr wrap="square">
              <a:spAutoFit/>
            </a:bodyPr>
            <a:lstStyle/>
            <a:p>
              <a:pPr algn="ctr"/>
              <a:r>
                <a:rPr lang="en-US" sz="900" b="0" i="0">
                  <a:solidFill>
                    <a:srgbClr val="4C4C51"/>
                  </a:solidFill>
                  <a:effectLst/>
                  <a:latin typeface="+mj-lt"/>
                </a:rPr>
                <a:t>Data Catalog | Common Data Model  |  Data Discovery  |  Data Lineage  </a:t>
              </a:r>
              <a:r>
                <a:rPr lang="en-US" sz="900">
                  <a:solidFill>
                    <a:srgbClr val="4C4C51"/>
                  </a:solidFill>
                  <a:latin typeface="+mj-lt"/>
                </a:rPr>
                <a:t>|  </a:t>
              </a:r>
              <a:r>
                <a:rPr lang="en-US" sz="900" b="0" i="0">
                  <a:solidFill>
                    <a:srgbClr val="4C4C51"/>
                  </a:solidFill>
                  <a:effectLst/>
                  <a:latin typeface="+mj-lt"/>
                </a:rPr>
                <a:t>Data Governance  |  Master Data</a:t>
              </a:r>
              <a:endParaRPr lang="en-US" sz="900">
                <a:latin typeface="+mj-lt"/>
              </a:endParaRPr>
            </a:p>
          </p:txBody>
        </p:sp>
      </p:grpSp>
      <p:sp>
        <p:nvSpPr>
          <p:cNvPr id="11" name="Arrow: Right 10">
            <a:extLst>
              <a:ext uri="{FF2B5EF4-FFF2-40B4-BE49-F238E27FC236}">
                <a16:creationId xmlns:a16="http://schemas.microsoft.com/office/drawing/2014/main" id="{17017B85-1418-7F46-0AF7-9810B390943A}"/>
              </a:ext>
            </a:extLst>
          </p:cNvPr>
          <p:cNvSpPr/>
          <p:nvPr/>
        </p:nvSpPr>
        <p:spPr>
          <a:xfrm>
            <a:off x="1739741" y="4262213"/>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2" name="Arrow: Right 11">
            <a:extLst>
              <a:ext uri="{FF2B5EF4-FFF2-40B4-BE49-F238E27FC236}">
                <a16:creationId xmlns:a16="http://schemas.microsoft.com/office/drawing/2014/main" id="{843BDCB9-2C88-19B0-FB74-46A5C4D20406}"/>
              </a:ext>
            </a:extLst>
          </p:cNvPr>
          <p:cNvSpPr/>
          <p:nvPr/>
        </p:nvSpPr>
        <p:spPr>
          <a:xfrm>
            <a:off x="3747858" y="3426836"/>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sz="1050"/>
          </a:p>
        </p:txBody>
      </p:sp>
      <p:sp>
        <p:nvSpPr>
          <p:cNvPr id="13" name="Arrow: Right 12">
            <a:extLst>
              <a:ext uri="{FF2B5EF4-FFF2-40B4-BE49-F238E27FC236}">
                <a16:creationId xmlns:a16="http://schemas.microsoft.com/office/drawing/2014/main" id="{401C7A0D-A6A5-3415-6686-72B9827BD117}"/>
              </a:ext>
            </a:extLst>
          </p:cNvPr>
          <p:cNvSpPr/>
          <p:nvPr/>
        </p:nvSpPr>
        <p:spPr>
          <a:xfrm>
            <a:off x="6206517" y="3426836"/>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sz="1050"/>
          </a:p>
        </p:txBody>
      </p:sp>
      <p:sp>
        <p:nvSpPr>
          <p:cNvPr id="14" name="Arrow: Right 13">
            <a:extLst>
              <a:ext uri="{FF2B5EF4-FFF2-40B4-BE49-F238E27FC236}">
                <a16:creationId xmlns:a16="http://schemas.microsoft.com/office/drawing/2014/main" id="{66AC366E-71C8-840D-C9AB-77B62E501637}"/>
              </a:ext>
            </a:extLst>
          </p:cNvPr>
          <p:cNvSpPr/>
          <p:nvPr/>
        </p:nvSpPr>
        <p:spPr>
          <a:xfrm>
            <a:off x="8483141" y="3426836"/>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sz="1050"/>
          </a:p>
        </p:txBody>
      </p:sp>
      <p:sp>
        <p:nvSpPr>
          <p:cNvPr id="15" name="TextBox 14">
            <a:extLst>
              <a:ext uri="{FF2B5EF4-FFF2-40B4-BE49-F238E27FC236}">
                <a16:creationId xmlns:a16="http://schemas.microsoft.com/office/drawing/2014/main" id="{788D3EEB-391E-64F0-2FDE-D386AB22E226}"/>
              </a:ext>
            </a:extLst>
          </p:cNvPr>
          <p:cNvSpPr txBox="1"/>
          <p:nvPr/>
        </p:nvSpPr>
        <p:spPr>
          <a:xfrm>
            <a:off x="2391261" y="4601028"/>
            <a:ext cx="662361" cy="261610"/>
          </a:xfrm>
          <a:prstGeom prst="rect">
            <a:avLst/>
          </a:prstGeom>
          <a:noFill/>
        </p:spPr>
        <p:txBody>
          <a:bodyPr wrap="square" rtlCol="0">
            <a:spAutoFit/>
          </a:bodyPr>
          <a:lstStyle/>
          <a:p>
            <a:r>
              <a:rPr lang="en-GB" sz="1050" dirty="0"/>
              <a:t>Data</a:t>
            </a:r>
            <a:endParaRPr lang="en-DK" sz="1050" dirty="0"/>
          </a:p>
        </p:txBody>
      </p:sp>
      <p:sp>
        <p:nvSpPr>
          <p:cNvPr id="16" name="TextBox 15">
            <a:extLst>
              <a:ext uri="{FF2B5EF4-FFF2-40B4-BE49-F238E27FC236}">
                <a16:creationId xmlns:a16="http://schemas.microsoft.com/office/drawing/2014/main" id="{49883624-E958-DAE4-5DE4-889000090101}"/>
              </a:ext>
            </a:extLst>
          </p:cNvPr>
          <p:cNvSpPr txBox="1"/>
          <p:nvPr/>
        </p:nvSpPr>
        <p:spPr>
          <a:xfrm>
            <a:off x="4895023" y="4601028"/>
            <a:ext cx="662361" cy="261610"/>
          </a:xfrm>
          <a:prstGeom prst="rect">
            <a:avLst/>
          </a:prstGeom>
          <a:noFill/>
        </p:spPr>
        <p:txBody>
          <a:bodyPr wrap="square" rtlCol="0">
            <a:spAutoFit/>
          </a:bodyPr>
          <a:lstStyle/>
          <a:p>
            <a:r>
              <a:rPr lang="en-GB" sz="1050" dirty="0"/>
              <a:t>Data</a:t>
            </a:r>
            <a:endParaRPr lang="en-DK" sz="1050" dirty="0"/>
          </a:p>
        </p:txBody>
      </p:sp>
      <p:sp>
        <p:nvSpPr>
          <p:cNvPr id="18" name="TextBox 17">
            <a:extLst>
              <a:ext uri="{FF2B5EF4-FFF2-40B4-BE49-F238E27FC236}">
                <a16:creationId xmlns:a16="http://schemas.microsoft.com/office/drawing/2014/main" id="{F75E9B14-1B2F-8492-51F3-800EBA8E1F74}"/>
              </a:ext>
            </a:extLst>
          </p:cNvPr>
          <p:cNvSpPr txBox="1"/>
          <p:nvPr/>
        </p:nvSpPr>
        <p:spPr>
          <a:xfrm>
            <a:off x="7270869" y="4591397"/>
            <a:ext cx="1083053" cy="261610"/>
          </a:xfrm>
          <a:prstGeom prst="rect">
            <a:avLst/>
          </a:prstGeom>
          <a:noFill/>
        </p:spPr>
        <p:txBody>
          <a:bodyPr wrap="square" rtlCol="0">
            <a:spAutoFit/>
          </a:bodyPr>
          <a:lstStyle/>
          <a:p>
            <a:r>
              <a:rPr lang="en-GB" sz="1050" dirty="0"/>
              <a:t>Datasets</a:t>
            </a:r>
            <a:endParaRPr lang="en-DK" sz="1050" dirty="0"/>
          </a:p>
        </p:txBody>
      </p:sp>
      <p:sp>
        <p:nvSpPr>
          <p:cNvPr id="19" name="TextBox 18">
            <a:extLst>
              <a:ext uri="{FF2B5EF4-FFF2-40B4-BE49-F238E27FC236}">
                <a16:creationId xmlns:a16="http://schemas.microsoft.com/office/drawing/2014/main" id="{B85FB5A9-08A9-929A-375A-16A8DB317D18}"/>
              </a:ext>
            </a:extLst>
          </p:cNvPr>
          <p:cNvSpPr txBox="1"/>
          <p:nvPr/>
        </p:nvSpPr>
        <p:spPr>
          <a:xfrm>
            <a:off x="9433238" y="4604844"/>
            <a:ext cx="1083053" cy="261610"/>
          </a:xfrm>
          <a:prstGeom prst="rect">
            <a:avLst/>
          </a:prstGeom>
          <a:noFill/>
        </p:spPr>
        <p:txBody>
          <a:bodyPr wrap="square" rtlCol="0">
            <a:spAutoFit/>
          </a:bodyPr>
          <a:lstStyle/>
          <a:p>
            <a:r>
              <a:rPr lang="en-GB" sz="1050" dirty="0"/>
              <a:t>Datasets</a:t>
            </a:r>
            <a:endParaRPr lang="en-DK" sz="1050" dirty="0"/>
          </a:p>
        </p:txBody>
      </p:sp>
      <p:sp>
        <p:nvSpPr>
          <p:cNvPr id="2" name="Arrow: Bent-Up 1">
            <a:extLst>
              <a:ext uri="{FF2B5EF4-FFF2-40B4-BE49-F238E27FC236}">
                <a16:creationId xmlns:a16="http://schemas.microsoft.com/office/drawing/2014/main" id="{DCC6A048-4736-402E-11FA-A5BD4C9BE465}"/>
              </a:ext>
            </a:extLst>
          </p:cNvPr>
          <p:cNvSpPr/>
          <p:nvPr/>
        </p:nvSpPr>
        <p:spPr>
          <a:xfrm rot="5400000">
            <a:off x="1156291" y="2458006"/>
            <a:ext cx="1130343" cy="807320"/>
          </a:xfrm>
          <a:prstGeom prst="bentUp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8" name="TextBox 27">
            <a:extLst>
              <a:ext uri="{FF2B5EF4-FFF2-40B4-BE49-F238E27FC236}">
                <a16:creationId xmlns:a16="http://schemas.microsoft.com/office/drawing/2014/main" id="{F7273319-9CDB-BDCF-85DC-B2A7C839DDF1}"/>
              </a:ext>
            </a:extLst>
          </p:cNvPr>
          <p:cNvSpPr txBox="1"/>
          <p:nvPr/>
        </p:nvSpPr>
        <p:spPr>
          <a:xfrm>
            <a:off x="445851" y="3375083"/>
            <a:ext cx="1678665" cy="369332"/>
          </a:xfrm>
          <a:prstGeom prst="rect">
            <a:avLst/>
          </a:prstGeom>
          <a:noFill/>
        </p:spPr>
        <p:txBody>
          <a:bodyPr wrap="none" rtlCol="0">
            <a:spAutoFit/>
          </a:bodyPr>
          <a:lstStyle/>
          <a:p>
            <a:r>
              <a:rPr lang="en-GB" dirty="0">
                <a:solidFill>
                  <a:schemeClr val="bg1"/>
                </a:solidFill>
              </a:rPr>
              <a:t>Near Real time</a:t>
            </a:r>
            <a:endParaRPr lang="en-DK" dirty="0">
              <a:solidFill>
                <a:schemeClr val="bg1"/>
              </a:solidFill>
            </a:endParaRPr>
          </a:p>
        </p:txBody>
      </p:sp>
      <p:sp>
        <p:nvSpPr>
          <p:cNvPr id="10" name="Rectangle 9">
            <a:extLst>
              <a:ext uri="{FF2B5EF4-FFF2-40B4-BE49-F238E27FC236}">
                <a16:creationId xmlns:a16="http://schemas.microsoft.com/office/drawing/2014/main" id="{F5F6D2D3-72D4-D001-0994-C30C686AB84C}"/>
              </a:ext>
            </a:extLst>
          </p:cNvPr>
          <p:cNvSpPr/>
          <p:nvPr/>
        </p:nvSpPr>
        <p:spPr bwMode="auto">
          <a:xfrm>
            <a:off x="8897099" y="2693234"/>
            <a:ext cx="1638195" cy="2754124"/>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1A1A1A"/>
                </a:solidFill>
                <a:effectLst/>
                <a:uLnTx/>
                <a:uFillTx/>
                <a:latin typeface="Segoe UI Semibold"/>
                <a:ea typeface="+mn-ea"/>
                <a:cs typeface="+mn-cs"/>
              </a:rPr>
              <a:t>Consume</a:t>
            </a:r>
          </a:p>
          <a:p>
            <a:pPr marL="0" marR="0" lvl="0" indent="0" algn="ctr" defTabSz="932472" eaLnBrk="1" fontAlgn="base" latinLnBrk="0" hangingPunct="1">
              <a:lnSpc>
                <a:spcPct val="100000"/>
              </a:lnSpc>
              <a:spcBef>
                <a:spcPct val="0"/>
              </a:spcBef>
              <a:spcAft>
                <a:spcPct val="0"/>
              </a:spcAft>
              <a:buClrTx/>
              <a:buSzTx/>
              <a:buFontTx/>
              <a:buNone/>
              <a:tabLst/>
              <a:defRPr/>
            </a:pPr>
            <a:endParaRPr lang="en-US" sz="1050" kern="0">
              <a:solidFill>
                <a:srgbClr val="1A1A1A"/>
              </a:solidFill>
              <a:latin typeface="Segoe UI Semibold"/>
              <a:ea typeface="+mn-ea"/>
              <a:cs typeface="+mn-cs"/>
            </a:endParaRPr>
          </a:p>
          <a:p>
            <a:pPr lvl="0" defTabSz="932472" fontAlgn="base">
              <a:spcBef>
                <a:spcPct val="0"/>
              </a:spcBef>
              <a:spcAft>
                <a:spcPct val="0"/>
              </a:spcAft>
              <a:defRPr/>
            </a:pPr>
            <a:r>
              <a:rPr lang="en-US" sz="800" kern="0">
                <a:solidFill>
                  <a:srgbClr val="1A1A1A"/>
                </a:solidFill>
                <a:latin typeface="Segoe UI Semibold"/>
              </a:rPr>
              <a:t>Characteristics</a:t>
            </a:r>
          </a:p>
          <a:p>
            <a:pPr marL="285750" lvl="0" indent="-285750" defTabSz="932472" fontAlgn="base">
              <a:spcBef>
                <a:spcPct val="0"/>
              </a:spcBef>
              <a:spcAft>
                <a:spcPct val="0"/>
              </a:spcAft>
              <a:buFont typeface="Arial" panose="020B0604020202020204" pitchFamily="34" charset="0"/>
              <a:buChar char="•"/>
              <a:defRPr/>
            </a:pPr>
            <a:r>
              <a:rPr lang="en-US" sz="800" kern="0">
                <a:solidFill>
                  <a:srgbClr val="1A1A1A"/>
                </a:solidFill>
                <a:latin typeface="Segoe UI Semibold"/>
              </a:rPr>
              <a:t>End user tools</a:t>
            </a:r>
          </a:p>
          <a:p>
            <a:pPr marL="285750" lvl="0" indent="-285750" defTabSz="932472" fontAlgn="base">
              <a:spcBef>
                <a:spcPct val="0"/>
              </a:spcBef>
              <a:spcAft>
                <a:spcPct val="0"/>
              </a:spcAft>
              <a:buFont typeface="Arial" panose="020B0604020202020204" pitchFamily="34" charset="0"/>
              <a:buChar char="•"/>
              <a:defRPr/>
            </a:pPr>
            <a:r>
              <a:rPr lang="en-US" sz="800" kern="0">
                <a:solidFill>
                  <a:srgbClr val="1A1A1A"/>
                </a:solidFill>
                <a:latin typeface="Segoe UI Semibold"/>
              </a:rPr>
              <a:t>Business Intelligence</a:t>
            </a:r>
          </a:p>
          <a:p>
            <a:pPr marL="285750" lvl="0" indent="-285750" defTabSz="932472" fontAlgn="base">
              <a:spcBef>
                <a:spcPct val="0"/>
              </a:spcBef>
              <a:spcAft>
                <a:spcPct val="0"/>
              </a:spcAft>
              <a:buFont typeface="Arial" panose="020B0604020202020204" pitchFamily="34" charset="0"/>
              <a:buChar char="•"/>
              <a:defRPr/>
            </a:pPr>
            <a:r>
              <a:rPr lang="en-US" sz="800" kern="0">
                <a:solidFill>
                  <a:srgbClr val="1A1A1A"/>
                </a:solidFill>
                <a:latin typeface="Segoe UI Semibold"/>
              </a:rPr>
              <a:t>Reporting</a:t>
            </a:r>
          </a:p>
          <a:p>
            <a:pPr marL="285750" lvl="0" indent="-285750" defTabSz="932472" fontAlgn="base">
              <a:spcBef>
                <a:spcPct val="0"/>
              </a:spcBef>
              <a:spcAft>
                <a:spcPct val="0"/>
              </a:spcAft>
              <a:buFont typeface="Arial" panose="020B0604020202020204" pitchFamily="34" charset="0"/>
              <a:buChar char="•"/>
              <a:defRPr/>
            </a:pPr>
            <a:r>
              <a:rPr lang="en-US" sz="800" kern="0">
                <a:solidFill>
                  <a:srgbClr val="1A1A1A"/>
                </a:solidFill>
                <a:latin typeface="Segoe UI Semibold"/>
              </a:rPr>
              <a:t>Machine Learning</a:t>
            </a:r>
          </a:p>
          <a:p>
            <a:pPr marL="285750" lvl="0" indent="-285750" defTabSz="932472" fontAlgn="base">
              <a:spcBef>
                <a:spcPct val="0"/>
              </a:spcBef>
              <a:spcAft>
                <a:spcPct val="0"/>
              </a:spcAft>
              <a:buFont typeface="Arial" panose="020B0604020202020204" pitchFamily="34" charset="0"/>
              <a:buChar char="•"/>
              <a:defRPr/>
            </a:pPr>
            <a:r>
              <a:rPr lang="en-US" sz="800" kern="0">
                <a:solidFill>
                  <a:srgbClr val="1A1A1A"/>
                </a:solidFill>
                <a:latin typeface="Segoe UI Semibold"/>
              </a:rPr>
              <a:t>Artificial Intelligence</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da-DK" sz="1050" b="0" i="0" u="none" strike="noStrike" kern="0" cap="none" spc="0" normalizeH="0" baseline="0" noProof="0" err="1">
              <a:ln>
                <a:noFill/>
              </a:ln>
              <a:solidFill>
                <a:srgbClr val="1A1A1A"/>
              </a:solidFill>
              <a:effectLst/>
              <a:uLnTx/>
              <a:uFillTx/>
              <a:latin typeface="Segoe UI Semibold"/>
              <a:ea typeface="Segoe UI" pitchFamily="34" charset="0"/>
              <a:cs typeface="Segoe UI" pitchFamily="34" charset="0"/>
            </a:endParaRPr>
          </a:p>
        </p:txBody>
      </p:sp>
      <p:sp>
        <p:nvSpPr>
          <p:cNvPr id="23" name="TextBox 22">
            <a:extLst>
              <a:ext uri="{FF2B5EF4-FFF2-40B4-BE49-F238E27FC236}">
                <a16:creationId xmlns:a16="http://schemas.microsoft.com/office/drawing/2014/main" id="{2FD187CF-B61E-2B0C-AF84-CBFDCD982E21}"/>
              </a:ext>
            </a:extLst>
          </p:cNvPr>
          <p:cNvSpPr txBox="1"/>
          <p:nvPr/>
        </p:nvSpPr>
        <p:spPr>
          <a:xfrm>
            <a:off x="9461814" y="4976320"/>
            <a:ext cx="1083053" cy="261610"/>
          </a:xfrm>
          <a:prstGeom prst="rect">
            <a:avLst/>
          </a:prstGeom>
          <a:noFill/>
        </p:spPr>
        <p:txBody>
          <a:bodyPr wrap="square" rtlCol="0">
            <a:spAutoFit/>
          </a:bodyPr>
          <a:lstStyle/>
          <a:p>
            <a:r>
              <a:rPr lang="en-GB" sz="1050" dirty="0"/>
              <a:t>Datasets</a:t>
            </a:r>
            <a:endParaRPr lang="en-DK" sz="1050" dirty="0"/>
          </a:p>
        </p:txBody>
      </p:sp>
      <p:sp>
        <p:nvSpPr>
          <p:cNvPr id="30" name="Rectangle 29">
            <a:extLst>
              <a:ext uri="{FF2B5EF4-FFF2-40B4-BE49-F238E27FC236}">
                <a16:creationId xmlns:a16="http://schemas.microsoft.com/office/drawing/2014/main" id="{1C7DCF49-7772-0848-7C95-DBFCA5EDAE4D}"/>
              </a:ext>
            </a:extLst>
          </p:cNvPr>
          <p:cNvSpPr/>
          <p:nvPr/>
        </p:nvSpPr>
        <p:spPr bwMode="auto">
          <a:xfrm>
            <a:off x="8897099" y="2400766"/>
            <a:ext cx="1638195" cy="2754124"/>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1A1A1A"/>
                </a:solidFill>
                <a:effectLst/>
                <a:uLnTx/>
                <a:uFillTx/>
                <a:latin typeface="Segoe UI Semibold"/>
                <a:ea typeface="+mn-ea"/>
                <a:cs typeface="+mn-cs"/>
              </a:rPr>
              <a:t>Consume</a:t>
            </a:r>
          </a:p>
          <a:p>
            <a:pPr marL="0" marR="0" lvl="0" indent="0" algn="ctr" defTabSz="932472" eaLnBrk="1" fontAlgn="base" latinLnBrk="0" hangingPunct="1">
              <a:lnSpc>
                <a:spcPct val="100000"/>
              </a:lnSpc>
              <a:spcBef>
                <a:spcPct val="0"/>
              </a:spcBef>
              <a:spcAft>
                <a:spcPct val="0"/>
              </a:spcAft>
              <a:buClrTx/>
              <a:buSzTx/>
              <a:buFontTx/>
              <a:buNone/>
              <a:tabLst/>
              <a:defRPr/>
            </a:pPr>
            <a:endParaRPr lang="en-US" sz="1050" kern="0" dirty="0">
              <a:solidFill>
                <a:srgbClr val="1A1A1A"/>
              </a:solidFill>
              <a:latin typeface="Segoe UI Semibold"/>
              <a:ea typeface="+mn-ea"/>
              <a:cs typeface="+mn-cs"/>
            </a:endParaRPr>
          </a:p>
          <a:p>
            <a:pPr lvl="0" defTabSz="932472" fontAlgn="base">
              <a:spcBef>
                <a:spcPct val="0"/>
              </a:spcBef>
              <a:spcAft>
                <a:spcPct val="0"/>
              </a:spcAft>
              <a:defRPr/>
            </a:pPr>
            <a:r>
              <a:rPr lang="da-DK" sz="800" kern="0" dirty="0">
                <a:solidFill>
                  <a:srgbClr val="1A1A1A"/>
                </a:solidFill>
                <a:latin typeface="Segoe UI Semibold"/>
              </a:rPr>
              <a:t>Karakteristika</a:t>
            </a:r>
          </a:p>
          <a:p>
            <a:pPr lvl="0" defTabSz="932472" fontAlgn="base">
              <a:spcBef>
                <a:spcPct val="0"/>
              </a:spcBef>
              <a:spcAft>
                <a:spcPct val="0"/>
              </a:spcAft>
              <a:defRPr/>
            </a:pPr>
            <a:endParaRPr lang="da-DK" sz="800" kern="0" dirty="0">
              <a:solidFill>
                <a:srgbClr val="1A1A1A"/>
              </a:solidFill>
              <a:latin typeface="Segoe UI Semibold"/>
            </a:endParaRPr>
          </a:p>
          <a:p>
            <a:pPr marL="171450" lvl="0" indent="-171450" defTabSz="932472" fontAlgn="base">
              <a:spcBef>
                <a:spcPct val="0"/>
              </a:spcBef>
              <a:spcAft>
                <a:spcPct val="0"/>
              </a:spcAft>
              <a:buFont typeface="Arial" panose="020B0604020202020204" pitchFamily="34" charset="0"/>
              <a:buChar char="•"/>
              <a:defRPr/>
            </a:pPr>
            <a:r>
              <a:rPr lang="da-DK" sz="800" kern="0" dirty="0">
                <a:solidFill>
                  <a:srgbClr val="1A1A1A"/>
                </a:solidFill>
                <a:latin typeface="Segoe UI Semibold"/>
              </a:rPr>
              <a:t>Slutbrugerværktøjer
Business Intelligence
Rapportering
Machine Learning
Kunstig intelligens</a:t>
            </a:r>
            <a:endParaRPr lang="da-DK" sz="800" kern="0" dirty="0">
              <a:solidFill>
                <a:srgbClr val="1A1A1A"/>
              </a:solidFill>
              <a:latin typeface="Segoe UI Semibold"/>
              <a:ea typeface="Segoe UI" pitchFamily="34" charset="0"/>
              <a:cs typeface="Segoe UI" pitchFamily="34" charset="0"/>
            </a:endParaRP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da-DK" sz="105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sp>
        <p:nvSpPr>
          <p:cNvPr id="31" name="Rounded Rectangle 30">
            <a:extLst>
              <a:ext uri="{FF2B5EF4-FFF2-40B4-BE49-F238E27FC236}">
                <a16:creationId xmlns:a16="http://schemas.microsoft.com/office/drawing/2014/main" id="{14C53373-CF14-9A16-B173-A7B23B4BFF44}"/>
              </a:ext>
            </a:extLst>
          </p:cNvPr>
          <p:cNvSpPr/>
          <p:nvPr/>
        </p:nvSpPr>
        <p:spPr>
          <a:xfrm>
            <a:off x="9044948" y="855657"/>
            <a:ext cx="601608" cy="4765862"/>
          </a:xfrm>
          <a:prstGeom prst="roundRect">
            <a:avLst/>
          </a:prstGeom>
          <a:solidFill>
            <a:schemeClr val="accent1">
              <a:alpha val="61168"/>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ounded Rectangle 31">
            <a:extLst>
              <a:ext uri="{FF2B5EF4-FFF2-40B4-BE49-F238E27FC236}">
                <a16:creationId xmlns:a16="http://schemas.microsoft.com/office/drawing/2014/main" id="{30CFADEB-533F-4397-3813-23907D046A6D}"/>
              </a:ext>
            </a:extLst>
          </p:cNvPr>
          <p:cNvSpPr/>
          <p:nvPr/>
        </p:nvSpPr>
        <p:spPr>
          <a:xfrm>
            <a:off x="9752490" y="855657"/>
            <a:ext cx="601608" cy="4765862"/>
          </a:xfrm>
          <a:prstGeom prst="roundRect">
            <a:avLst/>
          </a:prstGeom>
          <a:solidFill>
            <a:schemeClr val="accent1">
              <a:alpha val="59659"/>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D9FAD7A6-1DD5-0641-38DC-7ACA5CD7EF74}"/>
              </a:ext>
            </a:extLst>
          </p:cNvPr>
          <p:cNvSpPr txBox="1"/>
          <p:nvPr/>
        </p:nvSpPr>
        <p:spPr>
          <a:xfrm>
            <a:off x="9461814" y="4976320"/>
            <a:ext cx="1083053" cy="261610"/>
          </a:xfrm>
          <a:prstGeom prst="rect">
            <a:avLst/>
          </a:prstGeom>
          <a:noFill/>
        </p:spPr>
        <p:txBody>
          <a:bodyPr wrap="square" rtlCol="0">
            <a:spAutoFit/>
          </a:bodyPr>
          <a:lstStyle/>
          <a:p>
            <a:r>
              <a:rPr lang="en-GB" sz="1050" dirty="0"/>
              <a:t>Datasets</a:t>
            </a:r>
            <a:endParaRPr lang="en-DK" sz="1050" dirty="0"/>
          </a:p>
        </p:txBody>
      </p:sp>
      <p:pic>
        <p:nvPicPr>
          <p:cNvPr id="34" name="Graphic 33" descr="Table with solid fill">
            <a:extLst>
              <a:ext uri="{FF2B5EF4-FFF2-40B4-BE49-F238E27FC236}">
                <a16:creationId xmlns:a16="http://schemas.microsoft.com/office/drawing/2014/main" id="{D8B8C2D6-49AC-C835-4C4A-2E886D59E6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87779" y="4356483"/>
            <a:ext cx="516862" cy="516862"/>
          </a:xfrm>
          <a:prstGeom prst="rect">
            <a:avLst/>
          </a:prstGeom>
        </p:spPr>
      </p:pic>
      <p:pic>
        <p:nvPicPr>
          <p:cNvPr id="35" name="Graphic 34" descr="Table with solid fill">
            <a:extLst>
              <a:ext uri="{FF2B5EF4-FFF2-40B4-BE49-F238E27FC236}">
                <a16:creationId xmlns:a16="http://schemas.microsoft.com/office/drawing/2014/main" id="{2FD14DBA-52EF-1B08-D157-CFD5A8E603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97352" y="3877860"/>
            <a:ext cx="516862" cy="516862"/>
          </a:xfrm>
          <a:prstGeom prst="rect">
            <a:avLst/>
          </a:prstGeom>
        </p:spPr>
      </p:pic>
      <p:pic>
        <p:nvPicPr>
          <p:cNvPr id="36" name="Graphic 35" descr="Table with solid fill">
            <a:extLst>
              <a:ext uri="{FF2B5EF4-FFF2-40B4-BE49-F238E27FC236}">
                <a16:creationId xmlns:a16="http://schemas.microsoft.com/office/drawing/2014/main" id="{940D29B6-F8EE-6394-6C8A-DC8BD358A06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97352" y="2825225"/>
            <a:ext cx="516862" cy="516862"/>
          </a:xfrm>
          <a:prstGeom prst="rect">
            <a:avLst/>
          </a:prstGeom>
        </p:spPr>
      </p:pic>
      <p:pic>
        <p:nvPicPr>
          <p:cNvPr id="37" name="Graphic 36" descr="Table with solid fill">
            <a:extLst>
              <a:ext uri="{FF2B5EF4-FFF2-40B4-BE49-F238E27FC236}">
                <a16:creationId xmlns:a16="http://schemas.microsoft.com/office/drawing/2014/main" id="{E36C64A2-B14C-4BDA-0F13-72837098112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97352" y="3342087"/>
            <a:ext cx="516862" cy="516862"/>
          </a:xfrm>
          <a:prstGeom prst="rect">
            <a:avLst/>
          </a:prstGeom>
        </p:spPr>
      </p:pic>
      <p:pic>
        <p:nvPicPr>
          <p:cNvPr id="38" name="Graphic 37" descr="Detective male outline">
            <a:extLst>
              <a:ext uri="{FF2B5EF4-FFF2-40B4-BE49-F238E27FC236}">
                <a16:creationId xmlns:a16="http://schemas.microsoft.com/office/drawing/2014/main" id="{DBF88685-D035-3CA9-8AC1-277CF3F3F0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01878" y="2762315"/>
            <a:ext cx="558802" cy="558802"/>
          </a:xfrm>
          <a:prstGeom prst="rect">
            <a:avLst/>
          </a:prstGeom>
        </p:spPr>
      </p:pic>
      <p:pic>
        <p:nvPicPr>
          <p:cNvPr id="39" name="Graphic 38" descr="Detective male outline">
            <a:extLst>
              <a:ext uri="{FF2B5EF4-FFF2-40B4-BE49-F238E27FC236}">
                <a16:creationId xmlns:a16="http://schemas.microsoft.com/office/drawing/2014/main" id="{C623AF70-CD30-67AB-97D0-A34AA4E064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89477" y="3257483"/>
            <a:ext cx="558802" cy="558802"/>
          </a:xfrm>
          <a:prstGeom prst="rect">
            <a:avLst/>
          </a:prstGeom>
        </p:spPr>
      </p:pic>
      <p:pic>
        <p:nvPicPr>
          <p:cNvPr id="40" name="Graphic 39" descr="Detective male outline">
            <a:extLst>
              <a:ext uri="{FF2B5EF4-FFF2-40B4-BE49-F238E27FC236}">
                <a16:creationId xmlns:a16="http://schemas.microsoft.com/office/drawing/2014/main" id="{FB768F18-970C-5932-96AF-20D97FFAF8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68016" y="3814321"/>
            <a:ext cx="558802" cy="558802"/>
          </a:xfrm>
          <a:prstGeom prst="rect">
            <a:avLst/>
          </a:prstGeom>
        </p:spPr>
      </p:pic>
      <p:pic>
        <p:nvPicPr>
          <p:cNvPr id="41" name="Graphic 40" descr="Detective male outline">
            <a:extLst>
              <a:ext uri="{FF2B5EF4-FFF2-40B4-BE49-F238E27FC236}">
                <a16:creationId xmlns:a16="http://schemas.microsoft.com/office/drawing/2014/main" id="{A42B21B8-0B0B-FB66-2699-63BE20B099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01878" y="4284563"/>
            <a:ext cx="558802" cy="558802"/>
          </a:xfrm>
          <a:prstGeom prst="rect">
            <a:avLst/>
          </a:prstGeom>
        </p:spPr>
      </p:pic>
      <p:sp>
        <p:nvSpPr>
          <p:cNvPr id="42" name="TextBox 41">
            <a:extLst>
              <a:ext uri="{FF2B5EF4-FFF2-40B4-BE49-F238E27FC236}">
                <a16:creationId xmlns:a16="http://schemas.microsoft.com/office/drawing/2014/main" id="{55B3594E-1F36-ED27-A8FF-918257AC1F6E}"/>
              </a:ext>
            </a:extLst>
          </p:cNvPr>
          <p:cNvSpPr txBox="1"/>
          <p:nvPr/>
        </p:nvSpPr>
        <p:spPr>
          <a:xfrm rot="5400000">
            <a:off x="8960350" y="1357306"/>
            <a:ext cx="824521" cy="369332"/>
          </a:xfrm>
          <a:prstGeom prst="rect">
            <a:avLst/>
          </a:prstGeom>
          <a:noFill/>
        </p:spPr>
        <p:txBody>
          <a:bodyPr wrap="none" rtlCol="0">
            <a:spAutoFit/>
          </a:bodyPr>
          <a:lstStyle/>
          <a:p>
            <a:r>
              <a:rPr lang="en-US">
                <a:solidFill>
                  <a:schemeClr val="bg1"/>
                </a:solidFill>
              </a:rPr>
              <a:t>Tables</a:t>
            </a:r>
            <a:endParaRPr lang="en-US" dirty="0">
              <a:solidFill>
                <a:schemeClr val="bg1"/>
              </a:solidFill>
            </a:endParaRPr>
          </a:p>
        </p:txBody>
      </p:sp>
      <p:sp>
        <p:nvSpPr>
          <p:cNvPr id="43" name="TextBox 42">
            <a:extLst>
              <a:ext uri="{FF2B5EF4-FFF2-40B4-BE49-F238E27FC236}">
                <a16:creationId xmlns:a16="http://schemas.microsoft.com/office/drawing/2014/main" id="{59228DB1-510F-7241-92F3-5FE3F35D4C2D}"/>
              </a:ext>
            </a:extLst>
          </p:cNvPr>
          <p:cNvSpPr txBox="1"/>
          <p:nvPr/>
        </p:nvSpPr>
        <p:spPr>
          <a:xfrm rot="5400000">
            <a:off x="9563447" y="1395117"/>
            <a:ext cx="871008" cy="369332"/>
          </a:xfrm>
          <a:prstGeom prst="rect">
            <a:avLst/>
          </a:prstGeom>
          <a:noFill/>
        </p:spPr>
        <p:txBody>
          <a:bodyPr wrap="none" rtlCol="0">
            <a:spAutoFit/>
          </a:bodyPr>
          <a:lstStyle/>
          <a:p>
            <a:r>
              <a:rPr lang="en-US">
                <a:solidFill>
                  <a:schemeClr val="bg1"/>
                </a:solidFill>
              </a:rPr>
              <a:t>Agents</a:t>
            </a:r>
            <a:endParaRPr lang="en-US" dirty="0">
              <a:solidFill>
                <a:schemeClr val="bg1"/>
              </a:solidFill>
            </a:endParaRPr>
          </a:p>
        </p:txBody>
      </p:sp>
      <p:pic>
        <p:nvPicPr>
          <p:cNvPr id="44" name="Graphic 43" descr="Detective male outline">
            <a:extLst>
              <a:ext uri="{FF2B5EF4-FFF2-40B4-BE49-F238E27FC236}">
                <a16:creationId xmlns:a16="http://schemas.microsoft.com/office/drawing/2014/main" id="{4E51AAD3-B259-C94C-754D-EEB7D80579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84849" y="3250501"/>
            <a:ext cx="914400" cy="914400"/>
          </a:xfrm>
          <a:prstGeom prst="rect">
            <a:avLst/>
          </a:prstGeom>
        </p:spPr>
      </p:pic>
      <p:sp>
        <p:nvSpPr>
          <p:cNvPr id="45" name="TextBox 44">
            <a:extLst>
              <a:ext uri="{FF2B5EF4-FFF2-40B4-BE49-F238E27FC236}">
                <a16:creationId xmlns:a16="http://schemas.microsoft.com/office/drawing/2014/main" id="{176F3E56-430C-95CE-8A71-2A26FA43725C}"/>
              </a:ext>
            </a:extLst>
          </p:cNvPr>
          <p:cNvSpPr txBox="1"/>
          <p:nvPr/>
        </p:nvSpPr>
        <p:spPr>
          <a:xfrm>
            <a:off x="10691806" y="2654785"/>
            <a:ext cx="921150" cy="646331"/>
          </a:xfrm>
          <a:prstGeom prst="rect">
            <a:avLst/>
          </a:prstGeom>
          <a:noFill/>
        </p:spPr>
        <p:txBody>
          <a:bodyPr wrap="none" rtlCol="0">
            <a:spAutoFit/>
          </a:bodyPr>
          <a:lstStyle/>
          <a:p>
            <a:pPr algn="ctr"/>
            <a:r>
              <a:rPr lang="en-US" i="1" dirty="0">
                <a:solidFill>
                  <a:schemeClr val="bg1"/>
                </a:solidFill>
              </a:rPr>
              <a:t>Master </a:t>
            </a:r>
          </a:p>
          <a:p>
            <a:pPr algn="ctr"/>
            <a:r>
              <a:rPr lang="en-US" i="1" dirty="0">
                <a:solidFill>
                  <a:schemeClr val="bg1"/>
                </a:solidFill>
              </a:rPr>
              <a:t>Agent</a:t>
            </a:r>
          </a:p>
        </p:txBody>
      </p:sp>
      <p:sp>
        <p:nvSpPr>
          <p:cNvPr id="46" name="Down Arrow 45">
            <a:extLst>
              <a:ext uri="{FF2B5EF4-FFF2-40B4-BE49-F238E27FC236}">
                <a16:creationId xmlns:a16="http://schemas.microsoft.com/office/drawing/2014/main" id="{655EDAD5-80D0-8F1E-A0E7-6C409561CC99}"/>
              </a:ext>
            </a:extLst>
          </p:cNvPr>
          <p:cNvSpPr/>
          <p:nvPr/>
        </p:nvSpPr>
        <p:spPr>
          <a:xfrm rot="17436611">
            <a:off x="10414980" y="2915908"/>
            <a:ext cx="131528" cy="58542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Down Arrow 46">
            <a:extLst>
              <a:ext uri="{FF2B5EF4-FFF2-40B4-BE49-F238E27FC236}">
                <a16:creationId xmlns:a16="http://schemas.microsoft.com/office/drawing/2014/main" id="{A8FA2AD1-1BD4-FEA3-52DA-B2F7DA385564}"/>
              </a:ext>
            </a:extLst>
          </p:cNvPr>
          <p:cNvSpPr/>
          <p:nvPr/>
        </p:nvSpPr>
        <p:spPr>
          <a:xfrm rot="14110759">
            <a:off x="10414978" y="3753820"/>
            <a:ext cx="131528" cy="58542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Down Arrow 47">
            <a:extLst>
              <a:ext uri="{FF2B5EF4-FFF2-40B4-BE49-F238E27FC236}">
                <a16:creationId xmlns:a16="http://schemas.microsoft.com/office/drawing/2014/main" id="{73743920-4EC7-808D-0D63-AFC87E6EC9B7}"/>
              </a:ext>
            </a:extLst>
          </p:cNvPr>
          <p:cNvSpPr/>
          <p:nvPr/>
        </p:nvSpPr>
        <p:spPr>
          <a:xfrm rot="17436611">
            <a:off x="10414978" y="3351196"/>
            <a:ext cx="131528" cy="58542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Down Arrow 48">
            <a:extLst>
              <a:ext uri="{FF2B5EF4-FFF2-40B4-BE49-F238E27FC236}">
                <a16:creationId xmlns:a16="http://schemas.microsoft.com/office/drawing/2014/main" id="{69DCCD12-ABE5-7C85-EF84-7D1EB78E5E42}"/>
              </a:ext>
            </a:extLst>
          </p:cNvPr>
          <p:cNvSpPr/>
          <p:nvPr/>
        </p:nvSpPr>
        <p:spPr>
          <a:xfrm rot="14135671">
            <a:off x="10449054" y="4091844"/>
            <a:ext cx="131528" cy="58542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909051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7498FAB1-2B45-91B9-B2E3-B7E4D6C1F24C}"/>
              </a:ext>
            </a:extLst>
          </p:cNvPr>
          <p:cNvGrpSpPr/>
          <p:nvPr/>
        </p:nvGrpSpPr>
        <p:grpSpPr>
          <a:xfrm>
            <a:off x="907638" y="4861352"/>
            <a:ext cx="3060635" cy="1438676"/>
            <a:chOff x="907638" y="4861352"/>
            <a:chExt cx="3060635" cy="1438676"/>
          </a:xfrm>
          <a:solidFill>
            <a:schemeClr val="accent1">
              <a:lumMod val="75000"/>
            </a:schemeClr>
          </a:solidFill>
        </p:grpSpPr>
        <p:grpSp>
          <p:nvGrpSpPr>
            <p:cNvPr id="17" name="Group 16">
              <a:extLst>
                <a:ext uri="{FF2B5EF4-FFF2-40B4-BE49-F238E27FC236}">
                  <a16:creationId xmlns:a16="http://schemas.microsoft.com/office/drawing/2014/main" id="{68E9A355-8E18-4B1B-A6EB-9DAA68DC53DD}"/>
                </a:ext>
              </a:extLst>
            </p:cNvPr>
            <p:cNvGrpSpPr/>
            <p:nvPr/>
          </p:nvGrpSpPr>
          <p:grpSpPr>
            <a:xfrm>
              <a:off x="907638" y="4861352"/>
              <a:ext cx="3060635" cy="1438676"/>
              <a:chOff x="907638" y="4861352"/>
              <a:chExt cx="3060635" cy="1438676"/>
            </a:xfrm>
            <a:grpFill/>
          </p:grpSpPr>
          <p:sp>
            <p:nvSpPr>
              <p:cNvPr id="118" name="Rectangle 117">
                <a:extLst>
                  <a:ext uri="{FF2B5EF4-FFF2-40B4-BE49-F238E27FC236}">
                    <a16:creationId xmlns:a16="http://schemas.microsoft.com/office/drawing/2014/main" id="{FAEBF1CD-BBAF-49D6-93B8-DAEE18E7573A}"/>
                  </a:ext>
                </a:extLst>
              </p:cNvPr>
              <p:cNvSpPr/>
              <p:nvPr/>
            </p:nvSpPr>
            <p:spPr bwMode="auto">
              <a:xfrm>
                <a:off x="907638" y="4861352"/>
                <a:ext cx="3060635" cy="1438676"/>
              </a:xfrm>
              <a:prstGeom prst="rect">
                <a:avLst/>
              </a:prstGeom>
              <a:grp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da-DK" sz="1000" b="0" i="0" u="none" strike="noStrike" kern="0" cap="none" spc="0" normalizeH="0" baseline="0" noProof="0" err="1">
                  <a:ln>
                    <a:noFill/>
                  </a:ln>
                  <a:effectLst/>
                  <a:uLnTx/>
                  <a:uFillTx/>
                  <a:latin typeface="Segoe UI Semibold"/>
                  <a:ea typeface="Segoe UI" pitchFamily="34" charset="0"/>
                  <a:cs typeface="Segoe UI" pitchFamily="34" charset="0"/>
                </a:endParaRPr>
              </a:p>
            </p:txBody>
          </p:sp>
          <p:grpSp>
            <p:nvGrpSpPr>
              <p:cNvPr id="98" name="Group 97">
                <a:extLst>
                  <a:ext uri="{FF2B5EF4-FFF2-40B4-BE49-F238E27FC236}">
                    <a16:creationId xmlns:a16="http://schemas.microsoft.com/office/drawing/2014/main" id="{1060AD80-D747-499B-A959-71B745417F3C}"/>
                  </a:ext>
                </a:extLst>
              </p:cNvPr>
              <p:cNvGrpSpPr/>
              <p:nvPr/>
            </p:nvGrpSpPr>
            <p:grpSpPr>
              <a:xfrm>
                <a:off x="1091365" y="4995951"/>
                <a:ext cx="2706393" cy="1169478"/>
                <a:chOff x="897404" y="5051367"/>
                <a:chExt cx="2706393" cy="1169478"/>
              </a:xfrm>
              <a:grpFill/>
            </p:grpSpPr>
            <p:grpSp>
              <p:nvGrpSpPr>
                <p:cNvPr id="110" name="Group 109">
                  <a:extLst>
                    <a:ext uri="{FF2B5EF4-FFF2-40B4-BE49-F238E27FC236}">
                      <a16:creationId xmlns:a16="http://schemas.microsoft.com/office/drawing/2014/main" id="{3F18C15E-9381-4FB1-B325-7B68F677D5A2}"/>
                    </a:ext>
                  </a:extLst>
                </p:cNvPr>
                <p:cNvGrpSpPr/>
                <p:nvPr/>
              </p:nvGrpSpPr>
              <p:grpSpPr>
                <a:xfrm>
                  <a:off x="2169915" y="5051367"/>
                  <a:ext cx="1433882" cy="1169478"/>
                  <a:chOff x="1857684" y="4559562"/>
                  <a:chExt cx="1433882" cy="1169478"/>
                </a:xfrm>
                <a:grpFill/>
              </p:grpSpPr>
              <p:sp>
                <p:nvSpPr>
                  <p:cNvPr id="109" name="Rectangle 108">
                    <a:extLst>
                      <a:ext uri="{FF2B5EF4-FFF2-40B4-BE49-F238E27FC236}">
                        <a16:creationId xmlns:a16="http://schemas.microsoft.com/office/drawing/2014/main" id="{C41E4B63-A200-4309-A9B1-2EF886529E3D}"/>
                      </a:ext>
                    </a:extLst>
                  </p:cNvPr>
                  <p:cNvSpPr/>
                  <p:nvPr/>
                </p:nvSpPr>
                <p:spPr bwMode="auto">
                  <a:xfrm>
                    <a:off x="1857684" y="4559562"/>
                    <a:ext cx="1433882" cy="1169478"/>
                  </a:xfrm>
                  <a:prstGeom prst="rect">
                    <a:avLst/>
                  </a:prstGeom>
                  <a:grp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effectLst/>
                        <a:uLnTx/>
                        <a:uFillTx/>
                        <a:latin typeface="Segoe UI Semibold"/>
                        <a:ea typeface="+mj-ea"/>
                        <a:cs typeface="Segoe UI" pitchFamily="34" charset="0"/>
                      </a:rPr>
                      <a:t>App 3</a:t>
                    </a:r>
                  </a:p>
                </p:txBody>
              </p:sp>
              <p:sp>
                <p:nvSpPr>
                  <p:cNvPr id="60" name="Browser_2" title="Icon of a browser window with a home symbol inside">
                    <a:extLst>
                      <a:ext uri="{FF2B5EF4-FFF2-40B4-BE49-F238E27FC236}">
                        <a16:creationId xmlns:a16="http://schemas.microsoft.com/office/drawing/2014/main" id="{E4207916-601A-4919-B752-456C8D7E36C0}"/>
                      </a:ext>
                    </a:extLst>
                  </p:cNvPr>
                  <p:cNvSpPr>
                    <a:spLocks noChangeAspect="1" noEditPoints="1"/>
                  </p:cNvSpPr>
                  <p:nvPr/>
                </p:nvSpPr>
                <p:spPr bwMode="auto">
                  <a:xfrm>
                    <a:off x="2229057" y="4960485"/>
                    <a:ext cx="450000" cy="382576"/>
                  </a:xfrm>
                  <a:custGeom>
                    <a:avLst/>
                    <a:gdLst>
                      <a:gd name="T0" fmla="*/ 0 w 335"/>
                      <a:gd name="T1" fmla="*/ 0 h 285"/>
                      <a:gd name="T2" fmla="*/ 335 w 335"/>
                      <a:gd name="T3" fmla="*/ 0 h 285"/>
                      <a:gd name="T4" fmla="*/ 335 w 335"/>
                      <a:gd name="T5" fmla="*/ 285 h 285"/>
                      <a:gd name="T6" fmla="*/ 0 w 335"/>
                      <a:gd name="T7" fmla="*/ 285 h 285"/>
                      <a:gd name="T8" fmla="*/ 0 w 335"/>
                      <a:gd name="T9" fmla="*/ 0 h 285"/>
                      <a:gd name="T10" fmla="*/ 0 w 335"/>
                      <a:gd name="T11" fmla="*/ 64 h 285"/>
                      <a:gd name="T12" fmla="*/ 335 w 335"/>
                      <a:gd name="T13" fmla="*/ 64 h 285"/>
                      <a:gd name="T14" fmla="*/ 293 w 335"/>
                      <a:gd name="T15" fmla="*/ 36 h 285"/>
                      <a:gd name="T16" fmla="*/ 298 w 335"/>
                      <a:gd name="T17" fmla="*/ 31 h 285"/>
                      <a:gd name="T18" fmla="*/ 293 w 335"/>
                      <a:gd name="T19" fmla="*/ 27 h 285"/>
                      <a:gd name="T20" fmla="*/ 289 w 335"/>
                      <a:gd name="T21" fmla="*/ 31 h 285"/>
                      <a:gd name="T22" fmla="*/ 293 w 335"/>
                      <a:gd name="T23" fmla="*/ 36 h 285"/>
                      <a:gd name="T24" fmla="*/ 240 w 335"/>
                      <a:gd name="T25" fmla="*/ 36 h 285"/>
                      <a:gd name="T26" fmla="*/ 245 w 335"/>
                      <a:gd name="T27" fmla="*/ 31 h 285"/>
                      <a:gd name="T28" fmla="*/ 240 w 335"/>
                      <a:gd name="T29" fmla="*/ 27 h 285"/>
                      <a:gd name="T30" fmla="*/ 235 w 335"/>
                      <a:gd name="T31" fmla="*/ 31 h 285"/>
                      <a:gd name="T32" fmla="*/ 240 w 335"/>
                      <a:gd name="T33" fmla="*/ 36 h 285"/>
                      <a:gd name="T34" fmla="*/ 187 w 335"/>
                      <a:gd name="T35" fmla="*/ 36 h 285"/>
                      <a:gd name="T36" fmla="*/ 192 w 335"/>
                      <a:gd name="T37" fmla="*/ 31 h 285"/>
                      <a:gd name="T38" fmla="*/ 187 w 335"/>
                      <a:gd name="T39" fmla="*/ 27 h 285"/>
                      <a:gd name="T40" fmla="*/ 182 w 335"/>
                      <a:gd name="T41" fmla="*/ 31 h 285"/>
                      <a:gd name="T42" fmla="*/ 187 w 335"/>
                      <a:gd name="T43" fmla="*/ 36 h 285"/>
                      <a:gd name="T44" fmla="*/ 157 w 335"/>
                      <a:gd name="T45" fmla="*/ 233 h 285"/>
                      <a:gd name="T46" fmla="*/ 157 w 335"/>
                      <a:gd name="T47" fmla="*/ 190 h 285"/>
                      <a:gd name="T48" fmla="*/ 185 w 335"/>
                      <a:gd name="T49" fmla="*/ 190 h 285"/>
                      <a:gd name="T50" fmla="*/ 185 w 335"/>
                      <a:gd name="T51" fmla="*/ 233 h 285"/>
                      <a:gd name="T52" fmla="*/ 232 w 335"/>
                      <a:gd name="T53" fmla="*/ 233 h 285"/>
                      <a:gd name="T54" fmla="*/ 232 w 335"/>
                      <a:gd name="T55" fmla="*/ 165 h 285"/>
                      <a:gd name="T56" fmla="*/ 171 w 335"/>
                      <a:gd name="T57" fmla="*/ 105 h 285"/>
                      <a:gd name="T58" fmla="*/ 111 w 335"/>
                      <a:gd name="T59" fmla="*/ 165 h 285"/>
                      <a:gd name="T60" fmla="*/ 111 w 335"/>
                      <a:gd name="T61" fmla="*/ 233 h 285"/>
                      <a:gd name="T62" fmla="*/ 157 w 335"/>
                      <a:gd name="T63" fmla="*/ 233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5" h="285">
                        <a:moveTo>
                          <a:pt x="0" y="0"/>
                        </a:moveTo>
                        <a:cubicBezTo>
                          <a:pt x="335" y="0"/>
                          <a:pt x="335" y="0"/>
                          <a:pt x="335" y="0"/>
                        </a:cubicBezTo>
                        <a:cubicBezTo>
                          <a:pt x="335" y="285"/>
                          <a:pt x="335" y="285"/>
                          <a:pt x="335" y="285"/>
                        </a:cubicBezTo>
                        <a:cubicBezTo>
                          <a:pt x="0" y="285"/>
                          <a:pt x="0" y="285"/>
                          <a:pt x="0" y="285"/>
                        </a:cubicBezTo>
                        <a:cubicBezTo>
                          <a:pt x="0" y="0"/>
                          <a:pt x="0" y="0"/>
                          <a:pt x="0" y="0"/>
                        </a:cubicBezTo>
                        <a:close/>
                        <a:moveTo>
                          <a:pt x="0" y="64"/>
                        </a:moveTo>
                        <a:cubicBezTo>
                          <a:pt x="335" y="64"/>
                          <a:pt x="335" y="64"/>
                          <a:pt x="335" y="64"/>
                        </a:cubicBezTo>
                        <a:moveTo>
                          <a:pt x="293" y="36"/>
                        </a:moveTo>
                        <a:cubicBezTo>
                          <a:pt x="296" y="36"/>
                          <a:pt x="298" y="34"/>
                          <a:pt x="298" y="31"/>
                        </a:cubicBezTo>
                        <a:cubicBezTo>
                          <a:pt x="298" y="29"/>
                          <a:pt x="296" y="27"/>
                          <a:pt x="293" y="27"/>
                        </a:cubicBezTo>
                        <a:cubicBezTo>
                          <a:pt x="291" y="27"/>
                          <a:pt x="289" y="29"/>
                          <a:pt x="289" y="31"/>
                        </a:cubicBezTo>
                        <a:cubicBezTo>
                          <a:pt x="289" y="34"/>
                          <a:pt x="291" y="36"/>
                          <a:pt x="293" y="36"/>
                        </a:cubicBezTo>
                        <a:close/>
                        <a:moveTo>
                          <a:pt x="240" y="36"/>
                        </a:moveTo>
                        <a:cubicBezTo>
                          <a:pt x="243" y="36"/>
                          <a:pt x="245" y="34"/>
                          <a:pt x="245" y="31"/>
                        </a:cubicBezTo>
                        <a:cubicBezTo>
                          <a:pt x="245" y="29"/>
                          <a:pt x="243" y="27"/>
                          <a:pt x="240" y="27"/>
                        </a:cubicBezTo>
                        <a:cubicBezTo>
                          <a:pt x="238" y="27"/>
                          <a:pt x="235" y="29"/>
                          <a:pt x="235" y="31"/>
                        </a:cubicBezTo>
                        <a:cubicBezTo>
                          <a:pt x="235" y="34"/>
                          <a:pt x="238" y="36"/>
                          <a:pt x="240" y="36"/>
                        </a:cubicBezTo>
                        <a:close/>
                        <a:moveTo>
                          <a:pt x="187" y="36"/>
                        </a:moveTo>
                        <a:cubicBezTo>
                          <a:pt x="189" y="36"/>
                          <a:pt x="192" y="34"/>
                          <a:pt x="192" y="31"/>
                        </a:cubicBezTo>
                        <a:cubicBezTo>
                          <a:pt x="192" y="29"/>
                          <a:pt x="189" y="27"/>
                          <a:pt x="187" y="27"/>
                        </a:cubicBezTo>
                        <a:cubicBezTo>
                          <a:pt x="184" y="27"/>
                          <a:pt x="182" y="29"/>
                          <a:pt x="182" y="31"/>
                        </a:cubicBezTo>
                        <a:cubicBezTo>
                          <a:pt x="182" y="34"/>
                          <a:pt x="184" y="36"/>
                          <a:pt x="187" y="36"/>
                        </a:cubicBezTo>
                        <a:close/>
                        <a:moveTo>
                          <a:pt x="157" y="233"/>
                        </a:moveTo>
                        <a:cubicBezTo>
                          <a:pt x="157" y="190"/>
                          <a:pt x="157" y="190"/>
                          <a:pt x="157" y="190"/>
                        </a:cubicBezTo>
                        <a:cubicBezTo>
                          <a:pt x="185" y="190"/>
                          <a:pt x="185" y="190"/>
                          <a:pt x="185" y="190"/>
                        </a:cubicBezTo>
                        <a:cubicBezTo>
                          <a:pt x="185" y="233"/>
                          <a:pt x="185" y="233"/>
                          <a:pt x="185" y="233"/>
                        </a:cubicBezTo>
                        <a:cubicBezTo>
                          <a:pt x="232" y="233"/>
                          <a:pt x="232" y="233"/>
                          <a:pt x="232" y="233"/>
                        </a:cubicBezTo>
                        <a:cubicBezTo>
                          <a:pt x="232" y="165"/>
                          <a:pt x="232" y="165"/>
                          <a:pt x="232" y="165"/>
                        </a:cubicBezTo>
                        <a:cubicBezTo>
                          <a:pt x="171" y="105"/>
                          <a:pt x="171" y="105"/>
                          <a:pt x="171" y="105"/>
                        </a:cubicBezTo>
                        <a:cubicBezTo>
                          <a:pt x="111" y="165"/>
                          <a:pt x="111" y="165"/>
                          <a:pt x="111" y="165"/>
                        </a:cubicBezTo>
                        <a:cubicBezTo>
                          <a:pt x="111" y="233"/>
                          <a:pt x="111" y="233"/>
                          <a:pt x="111" y="233"/>
                        </a:cubicBezTo>
                        <a:lnTo>
                          <a:pt x="157" y="233"/>
                        </a:lnTo>
                        <a:close/>
                      </a:path>
                    </a:pathLst>
                  </a:custGeom>
                  <a:grpFill/>
                  <a:ln w="15875" cap="sq">
                    <a:solidFill>
                      <a:schemeClr val="tx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Tw Cen MT" panose="020B0602020104020603"/>
                      <a:ea typeface="+mn-ea"/>
                      <a:cs typeface="+mn-cs"/>
                    </a:endParaRPr>
                  </a:p>
                </p:txBody>
              </p:sp>
            </p:grpSp>
            <p:grpSp>
              <p:nvGrpSpPr>
                <p:cNvPr id="70" name="Group 69">
                  <a:extLst>
                    <a:ext uri="{FF2B5EF4-FFF2-40B4-BE49-F238E27FC236}">
                      <a16:creationId xmlns:a16="http://schemas.microsoft.com/office/drawing/2014/main" id="{C9ECC8C0-9610-4981-8881-5CBEE0F3621A}"/>
                    </a:ext>
                  </a:extLst>
                </p:cNvPr>
                <p:cNvGrpSpPr/>
                <p:nvPr/>
              </p:nvGrpSpPr>
              <p:grpSpPr>
                <a:xfrm>
                  <a:off x="897404" y="5298646"/>
                  <a:ext cx="1011495" cy="674921"/>
                  <a:chOff x="797045" y="4235419"/>
                  <a:chExt cx="1011495" cy="674921"/>
                </a:xfrm>
                <a:grpFill/>
              </p:grpSpPr>
              <p:sp>
                <p:nvSpPr>
                  <p:cNvPr id="65" name="boy" title="Icon of a man">
                    <a:extLst>
                      <a:ext uri="{FF2B5EF4-FFF2-40B4-BE49-F238E27FC236}">
                        <a16:creationId xmlns:a16="http://schemas.microsoft.com/office/drawing/2014/main" id="{E50116DF-CA8C-43D4-89FF-626C9C501605}"/>
                      </a:ext>
                    </a:extLst>
                  </p:cNvPr>
                  <p:cNvSpPr>
                    <a:spLocks noChangeAspect="1" noEditPoints="1"/>
                  </p:cNvSpPr>
                  <p:nvPr/>
                </p:nvSpPr>
                <p:spPr bwMode="auto">
                  <a:xfrm>
                    <a:off x="1178687" y="4235419"/>
                    <a:ext cx="275487" cy="358570"/>
                  </a:xfrm>
                  <a:custGeom>
                    <a:avLst/>
                    <a:gdLst>
                      <a:gd name="T0" fmla="*/ 27 w 261"/>
                      <a:gd name="T1" fmla="*/ 104 h 339"/>
                      <a:gd name="T2" fmla="*/ 131 w 261"/>
                      <a:gd name="T3" fmla="*/ 0 h 339"/>
                      <a:gd name="T4" fmla="*/ 235 w 261"/>
                      <a:gd name="T5" fmla="*/ 104 h 339"/>
                      <a:gd name="T6" fmla="*/ 131 w 261"/>
                      <a:gd name="T7" fmla="*/ 208 h 339"/>
                      <a:gd name="T8" fmla="*/ 27 w 261"/>
                      <a:gd name="T9" fmla="*/ 104 h 339"/>
                      <a:gd name="T10" fmla="*/ 261 w 261"/>
                      <a:gd name="T11" fmla="*/ 339 h 339"/>
                      <a:gd name="T12" fmla="*/ 131 w 261"/>
                      <a:gd name="T13" fmla="*/ 208 h 339"/>
                      <a:gd name="T14" fmla="*/ 0 w 261"/>
                      <a:gd name="T15" fmla="*/ 339 h 339"/>
                      <a:gd name="T16" fmla="*/ 74 w 261"/>
                      <a:gd name="T17" fmla="*/ 221 h 339"/>
                      <a:gd name="T18" fmla="*/ 131 w 261"/>
                      <a:gd name="T19" fmla="*/ 274 h 339"/>
                      <a:gd name="T20" fmla="*/ 187 w 261"/>
                      <a:gd name="T21" fmla="*/ 221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1" h="339">
                        <a:moveTo>
                          <a:pt x="27" y="104"/>
                        </a:moveTo>
                        <a:cubicBezTo>
                          <a:pt x="27" y="47"/>
                          <a:pt x="73" y="0"/>
                          <a:pt x="131" y="0"/>
                        </a:cubicBezTo>
                        <a:cubicBezTo>
                          <a:pt x="188" y="0"/>
                          <a:pt x="235" y="47"/>
                          <a:pt x="235" y="104"/>
                        </a:cubicBezTo>
                        <a:cubicBezTo>
                          <a:pt x="235" y="162"/>
                          <a:pt x="188" y="208"/>
                          <a:pt x="131" y="208"/>
                        </a:cubicBezTo>
                        <a:cubicBezTo>
                          <a:pt x="73" y="208"/>
                          <a:pt x="27" y="162"/>
                          <a:pt x="27" y="104"/>
                        </a:cubicBezTo>
                        <a:close/>
                        <a:moveTo>
                          <a:pt x="261" y="339"/>
                        </a:moveTo>
                        <a:cubicBezTo>
                          <a:pt x="261" y="267"/>
                          <a:pt x="203" y="208"/>
                          <a:pt x="131" y="208"/>
                        </a:cubicBezTo>
                        <a:cubicBezTo>
                          <a:pt x="59" y="208"/>
                          <a:pt x="0" y="267"/>
                          <a:pt x="0" y="339"/>
                        </a:cubicBezTo>
                        <a:moveTo>
                          <a:pt x="74" y="221"/>
                        </a:moveTo>
                        <a:cubicBezTo>
                          <a:pt x="131" y="274"/>
                          <a:pt x="131" y="274"/>
                          <a:pt x="131" y="274"/>
                        </a:cubicBezTo>
                        <a:cubicBezTo>
                          <a:pt x="187" y="221"/>
                          <a:pt x="187" y="221"/>
                          <a:pt x="187" y="221"/>
                        </a:cubicBezTo>
                      </a:path>
                    </a:pathLst>
                  </a:custGeom>
                  <a:grpFill/>
                  <a:ln w="15875"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effectLst/>
                      <a:uLnTx/>
                      <a:uFillTx/>
                      <a:latin typeface="Tw Cen MT" panose="020B0602020104020603"/>
                      <a:ea typeface="+mn-ea"/>
                      <a:cs typeface="+mn-cs"/>
                    </a:endParaRPr>
                  </a:p>
                </p:txBody>
              </p:sp>
              <p:sp>
                <p:nvSpPr>
                  <p:cNvPr id="67" name="TextBox 66">
                    <a:extLst>
                      <a:ext uri="{FF2B5EF4-FFF2-40B4-BE49-F238E27FC236}">
                        <a16:creationId xmlns:a16="http://schemas.microsoft.com/office/drawing/2014/main" id="{CD38D4B7-BB14-47FC-9112-5974FE7EB64B}"/>
                      </a:ext>
                    </a:extLst>
                  </p:cNvPr>
                  <p:cNvSpPr txBox="1"/>
                  <p:nvPr/>
                </p:nvSpPr>
                <p:spPr>
                  <a:xfrm>
                    <a:off x="797045" y="4725674"/>
                    <a:ext cx="1011495" cy="184666"/>
                  </a:xfrm>
                  <a:prstGeom prst="rect">
                    <a:avLst/>
                  </a:prstGeom>
                  <a:grp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200" b="0" i="0" u="none" strike="noStrike" kern="1200" cap="none" spc="0" normalizeH="0" baseline="0" noProof="0" dirty="0">
                        <a:ln>
                          <a:noFill/>
                        </a:ln>
                        <a:effectLst/>
                        <a:uLnTx/>
                        <a:uFillTx/>
                        <a:latin typeface="Tw Cen MT" panose="020B0602020104020603"/>
                        <a:ea typeface="+mn-ea"/>
                        <a:cs typeface="+mn-cs"/>
                      </a:rPr>
                      <a:t>System </a:t>
                    </a:r>
                    <a:r>
                      <a:rPr kumimoji="0" lang="da-DK" sz="1200" b="0" i="0" u="none" strike="noStrike" kern="1200" cap="none" spc="0" normalizeH="0" baseline="0" noProof="0" dirty="0" err="1">
                        <a:ln>
                          <a:noFill/>
                        </a:ln>
                        <a:effectLst/>
                        <a:uLnTx/>
                        <a:uFillTx/>
                        <a:latin typeface="Tw Cen MT" panose="020B0602020104020603"/>
                        <a:ea typeface="+mn-ea"/>
                        <a:cs typeface="+mn-cs"/>
                      </a:rPr>
                      <a:t>Owner</a:t>
                    </a:r>
                    <a:r>
                      <a:rPr kumimoji="0" lang="da-DK" sz="1200" b="0" i="0" u="none" strike="noStrike" kern="1200" cap="none" spc="0" normalizeH="0" baseline="0" noProof="0" dirty="0">
                        <a:ln>
                          <a:noFill/>
                        </a:ln>
                        <a:effectLst/>
                        <a:uLnTx/>
                        <a:uFillTx/>
                        <a:latin typeface="Tw Cen MT" panose="020B0602020104020603"/>
                        <a:ea typeface="+mn-ea"/>
                        <a:cs typeface="+mn-cs"/>
                      </a:rPr>
                      <a:t> 3</a:t>
                    </a:r>
                  </a:p>
                </p:txBody>
              </p:sp>
            </p:grpSp>
          </p:grpSp>
        </p:grpSp>
        <p:pic>
          <p:nvPicPr>
            <p:cNvPr id="26" name="Graphic 25">
              <a:extLst>
                <a:ext uri="{FF2B5EF4-FFF2-40B4-BE49-F238E27FC236}">
                  <a16:creationId xmlns:a16="http://schemas.microsoft.com/office/drawing/2014/main" id="{FD65308F-160E-1ACE-80BB-C21EAB11B2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7729" y="5604176"/>
              <a:ext cx="448037" cy="448037"/>
            </a:xfrm>
            <a:prstGeom prst="rect">
              <a:avLst/>
            </a:prstGeom>
          </p:spPr>
        </p:pic>
      </p:grpSp>
      <p:pic>
        <p:nvPicPr>
          <p:cNvPr id="165" name="Picture 164" descr="Businessman finger on face">
            <a:extLst>
              <a:ext uri="{FF2B5EF4-FFF2-40B4-BE49-F238E27FC236}">
                <a16:creationId xmlns:a16="http://schemas.microsoft.com/office/drawing/2014/main" id="{383DB374-2331-4AD6-B801-E9E8CAB8988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00934" y="2634189"/>
            <a:ext cx="591358" cy="2343886"/>
          </a:xfrm>
          <a:prstGeom prst="rect">
            <a:avLst/>
          </a:prstGeom>
        </p:spPr>
      </p:pic>
      <p:grpSp>
        <p:nvGrpSpPr>
          <p:cNvPr id="24" name="Group 23">
            <a:extLst>
              <a:ext uri="{FF2B5EF4-FFF2-40B4-BE49-F238E27FC236}">
                <a16:creationId xmlns:a16="http://schemas.microsoft.com/office/drawing/2014/main" id="{638B9D9A-4F84-4D38-B119-2C4EC7907531}"/>
              </a:ext>
            </a:extLst>
          </p:cNvPr>
          <p:cNvGrpSpPr/>
          <p:nvPr/>
        </p:nvGrpSpPr>
        <p:grpSpPr>
          <a:xfrm>
            <a:off x="7029450" y="1773513"/>
            <a:ext cx="1178093" cy="4526515"/>
            <a:chOff x="7029450" y="1773513"/>
            <a:chExt cx="1178093" cy="4526515"/>
          </a:xfrm>
          <a:solidFill>
            <a:srgbClr val="107C10"/>
          </a:solidFill>
        </p:grpSpPr>
        <p:sp>
          <p:nvSpPr>
            <p:cNvPr id="6172" name="Rectangle 6171">
              <a:extLst>
                <a:ext uri="{FF2B5EF4-FFF2-40B4-BE49-F238E27FC236}">
                  <a16:creationId xmlns:a16="http://schemas.microsoft.com/office/drawing/2014/main" id="{EA102954-457B-4769-AF08-6EAF999D8104}"/>
                </a:ext>
              </a:extLst>
            </p:cNvPr>
            <p:cNvSpPr/>
            <p:nvPr/>
          </p:nvSpPr>
          <p:spPr>
            <a:xfrm>
              <a:off x="7029450" y="1773513"/>
              <a:ext cx="1178093" cy="4526515"/>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6173" name="TextBox 6172">
              <a:extLst>
                <a:ext uri="{FF2B5EF4-FFF2-40B4-BE49-F238E27FC236}">
                  <a16:creationId xmlns:a16="http://schemas.microsoft.com/office/drawing/2014/main" id="{16385156-C96D-490C-BA5B-7F04EA366CB7}"/>
                </a:ext>
              </a:extLst>
            </p:cNvPr>
            <p:cNvSpPr txBox="1"/>
            <p:nvPr/>
          </p:nvSpPr>
          <p:spPr>
            <a:xfrm>
              <a:off x="7272087" y="1863201"/>
              <a:ext cx="692818" cy="276999"/>
            </a:xfrm>
            <a:prstGeom prst="rect">
              <a:avLst/>
            </a:prstGeom>
            <a:grp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Segoe UI Semibold"/>
                  <a:ea typeface="+mn-ea"/>
                  <a:cs typeface="+mn-cs"/>
                </a:rPr>
                <a:t>Publish</a:t>
              </a:r>
            </a:p>
          </p:txBody>
        </p:sp>
      </p:grpSp>
      <p:grpSp>
        <p:nvGrpSpPr>
          <p:cNvPr id="100" name="Group 99">
            <a:extLst>
              <a:ext uri="{FF2B5EF4-FFF2-40B4-BE49-F238E27FC236}">
                <a16:creationId xmlns:a16="http://schemas.microsoft.com/office/drawing/2014/main" id="{ABBC080A-AD11-44A8-A450-7733A8149640}"/>
              </a:ext>
            </a:extLst>
          </p:cNvPr>
          <p:cNvGrpSpPr/>
          <p:nvPr/>
        </p:nvGrpSpPr>
        <p:grpSpPr>
          <a:xfrm>
            <a:off x="4145928" y="1773513"/>
            <a:ext cx="2783242" cy="4526515"/>
            <a:chOff x="4430915" y="1605904"/>
            <a:chExt cx="4022514" cy="5006769"/>
          </a:xfrm>
        </p:grpSpPr>
        <p:sp>
          <p:nvSpPr>
            <p:cNvPr id="75" name="Rectangle 74">
              <a:extLst>
                <a:ext uri="{FF2B5EF4-FFF2-40B4-BE49-F238E27FC236}">
                  <a16:creationId xmlns:a16="http://schemas.microsoft.com/office/drawing/2014/main" id="{9ACD720A-3B52-4ED5-9F3A-D50E3F39E38C}"/>
                </a:ext>
              </a:extLst>
            </p:cNvPr>
            <p:cNvSpPr/>
            <p:nvPr/>
          </p:nvSpPr>
          <p:spPr bwMode="auto">
            <a:xfrm>
              <a:off x="4430915" y="1605904"/>
              <a:ext cx="4022514" cy="5006769"/>
            </a:xfrm>
            <a:prstGeom prst="rect">
              <a:avLst/>
            </a:prstGeom>
            <a:solidFill>
              <a:srgbClr val="008575"/>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effectLst/>
                  <a:uLnTx/>
                  <a:uFillTx/>
                  <a:latin typeface="Segoe UI Semibold"/>
                  <a:ea typeface="+mj-ea"/>
                  <a:cs typeface="+mj-cs"/>
                </a:rPr>
                <a:t>Ingest</a:t>
              </a:r>
              <a:r>
                <a:rPr kumimoji="0" lang="en-US" sz="1200" b="0" i="0" u="none" strike="noStrike" kern="0" cap="none" spc="0" normalizeH="0" baseline="0" noProof="0" dirty="0">
                  <a:ln>
                    <a:noFill/>
                  </a:ln>
                  <a:solidFill>
                    <a:prstClr val="black"/>
                  </a:solidFill>
                  <a:effectLst/>
                  <a:uLnTx/>
                  <a:uFillTx/>
                  <a:latin typeface="Segoe UI Semibold"/>
                  <a:ea typeface="+mj-ea"/>
                  <a:cs typeface="+mj-cs"/>
                </a:rPr>
                <a:t> </a:t>
              </a:r>
              <a:r>
                <a:rPr lang="en-US" sz="1200" kern="0" dirty="0">
                  <a:solidFill>
                    <a:prstClr val="black"/>
                  </a:solidFill>
                  <a:latin typeface="Segoe UI Semibold"/>
                </a:rPr>
                <a:t>                   </a:t>
              </a:r>
              <a:r>
                <a:rPr lang="en-US" sz="1200" kern="0" dirty="0">
                  <a:latin typeface="Segoe UI Semibold"/>
                </a:rPr>
                <a:t>Transform</a:t>
              </a:r>
              <a:endParaRPr kumimoji="0" lang="da-DK" sz="1200" b="0" i="0" u="none" strike="noStrike" kern="0" cap="none" spc="0" normalizeH="0" baseline="0" noProof="0" dirty="0">
                <a:ln>
                  <a:noFill/>
                </a:ln>
                <a:effectLst/>
                <a:uLnTx/>
                <a:uFillTx/>
                <a:latin typeface="Segoe UI Semibold"/>
                <a:ea typeface="Segoe UI" pitchFamily="34" charset="0"/>
                <a:cs typeface="Segoe UI" pitchFamily="34" charset="0"/>
              </a:endParaRPr>
            </a:p>
          </p:txBody>
        </p:sp>
        <p:sp>
          <p:nvSpPr>
            <p:cNvPr id="95" name="Rectangle 94">
              <a:extLst>
                <a:ext uri="{FF2B5EF4-FFF2-40B4-BE49-F238E27FC236}">
                  <a16:creationId xmlns:a16="http://schemas.microsoft.com/office/drawing/2014/main" id="{E72536B7-8E85-4EFA-8E50-BACC51D283DF}"/>
                </a:ext>
              </a:extLst>
            </p:cNvPr>
            <p:cNvSpPr/>
            <p:nvPr/>
          </p:nvSpPr>
          <p:spPr bwMode="auto">
            <a:xfrm>
              <a:off x="4678801" y="2145632"/>
              <a:ext cx="1546401" cy="3694731"/>
            </a:xfrm>
            <a:prstGeom prst="rect">
              <a:avLst/>
            </a:prstGeom>
            <a:solidFill>
              <a:srgbClr val="FFFFFF">
                <a:lumMod val="85000"/>
              </a:srgbClr>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1A1A1A"/>
                  </a:solidFill>
                  <a:effectLst/>
                  <a:uLnTx/>
                  <a:uFillTx/>
                  <a:latin typeface="Segoe UI Semibold"/>
                  <a:ea typeface="+mj-ea"/>
                  <a:cs typeface="Segoe UI" pitchFamily="34" charset="0"/>
                </a:rPr>
                <a:t>Ingest </a:t>
              </a:r>
              <a:r>
                <a:rPr lang="en-US" sz="1200" kern="0">
                  <a:solidFill>
                    <a:srgbClr val="1A1A1A"/>
                  </a:solidFill>
                  <a:latin typeface="Segoe UI Semibold"/>
                  <a:cs typeface="Segoe UI" pitchFamily="34" charset="0"/>
                </a:rPr>
                <a:t>Area</a:t>
              </a:r>
              <a:endParaRPr kumimoji="0" lang="en-US" sz="1200" b="0" i="0" u="none" strike="noStrike" kern="0" cap="none" spc="0" normalizeH="0" baseline="0" noProof="0">
                <a:ln>
                  <a:noFill/>
                </a:ln>
                <a:solidFill>
                  <a:srgbClr val="1A1A1A"/>
                </a:solidFill>
                <a:effectLst/>
                <a:uLnTx/>
                <a:uFillTx/>
                <a:latin typeface="Segoe UI Semibold"/>
                <a:ea typeface="+mj-ea"/>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1A1A1A"/>
                </a:solidFill>
                <a:effectLst/>
                <a:uLnTx/>
                <a:uFillTx/>
                <a:latin typeface="Segoe UI Semibold"/>
                <a:ea typeface="+mj-ea"/>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1A1A1A"/>
                  </a:solidFill>
                  <a:effectLst/>
                  <a:uLnTx/>
                  <a:uFillTx/>
                  <a:latin typeface="Segoe UI Semibold"/>
                  <a:ea typeface="+mj-ea"/>
                  <a:cs typeface="Segoe UI" pitchFamily="34" charset="0"/>
                </a:rPr>
                <a:t>Raw</a:t>
              </a:r>
            </a:p>
          </p:txBody>
        </p:sp>
      </p:grpSp>
      <p:sp>
        <p:nvSpPr>
          <p:cNvPr id="15" name="Rectangle 14">
            <a:extLst>
              <a:ext uri="{FF2B5EF4-FFF2-40B4-BE49-F238E27FC236}">
                <a16:creationId xmlns:a16="http://schemas.microsoft.com/office/drawing/2014/main" id="{8CB43D6C-E86A-43D3-BA9A-083E372D520A}"/>
              </a:ext>
            </a:extLst>
          </p:cNvPr>
          <p:cNvSpPr/>
          <p:nvPr/>
        </p:nvSpPr>
        <p:spPr bwMode="auto">
          <a:xfrm>
            <a:off x="5725232" y="2261471"/>
            <a:ext cx="1026073" cy="3303666"/>
          </a:xfrm>
          <a:prstGeom prst="rect">
            <a:avLst/>
          </a:prstGeom>
          <a:solidFill>
            <a:srgbClr val="FFFFFF">
              <a:lumMod val="85000"/>
            </a:srgbClr>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1A1A1A"/>
                </a:solidFill>
                <a:effectLst/>
                <a:uLnTx/>
                <a:uFillTx/>
                <a:latin typeface="Segoe UI Semibold"/>
                <a:ea typeface="+mj-ea"/>
                <a:cs typeface="Segoe UI" pitchFamily="34" charset="0"/>
              </a:rPr>
              <a:t>Transform </a:t>
            </a:r>
            <a:r>
              <a:rPr lang="en-US" sz="1200" kern="0" dirty="0">
                <a:solidFill>
                  <a:srgbClr val="1A1A1A"/>
                </a:solidFill>
                <a:latin typeface="Segoe UI Semibold"/>
                <a:cs typeface="Segoe UI" pitchFamily="34" charset="0"/>
              </a:rPr>
              <a:t>Area</a:t>
            </a:r>
            <a:br>
              <a:rPr kumimoji="0" lang="en-US" sz="1200" b="0" i="0" u="none" strike="noStrike" kern="0" cap="none" spc="0" normalizeH="0" baseline="0" noProof="0" dirty="0">
                <a:ln>
                  <a:noFill/>
                </a:ln>
                <a:solidFill>
                  <a:srgbClr val="1A1A1A"/>
                </a:solidFill>
                <a:effectLst/>
                <a:uLnTx/>
                <a:uFillTx/>
                <a:latin typeface="Segoe UI Semibold"/>
                <a:ea typeface="+mj-ea"/>
                <a:cs typeface="Segoe UI" pitchFamily="34" charset="0"/>
              </a:rPr>
            </a:br>
            <a:endParaRPr kumimoji="0" lang="en-US" sz="1200" b="0" i="0" u="none" strike="noStrike" kern="0" cap="none" spc="0" normalizeH="0" baseline="0" noProof="0" dirty="0">
              <a:ln>
                <a:noFill/>
              </a:ln>
              <a:solidFill>
                <a:srgbClr val="1A1A1A"/>
              </a:solidFill>
              <a:effectLst/>
              <a:uLnTx/>
              <a:uFillTx/>
              <a:latin typeface="Segoe UI Semibold"/>
              <a:ea typeface="+mj-ea"/>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1A1A1A"/>
                </a:solidFill>
                <a:effectLst/>
                <a:uLnTx/>
                <a:uFillTx/>
                <a:latin typeface="Segoe UI Semibold"/>
                <a:ea typeface="+mj-ea"/>
                <a:cs typeface="Segoe UI" pitchFamily="34" charset="0"/>
              </a:rPr>
              <a:t>Useable</a:t>
            </a:r>
            <a:br>
              <a:rPr kumimoji="0" lang="en-US" sz="1200" b="0" i="0" u="none" strike="noStrike" kern="0" cap="none" spc="0" normalizeH="0" baseline="0" noProof="0" dirty="0">
                <a:ln>
                  <a:noFill/>
                </a:ln>
                <a:solidFill>
                  <a:srgbClr val="1A1A1A"/>
                </a:solidFill>
                <a:effectLst/>
                <a:uLnTx/>
                <a:uFillTx/>
                <a:latin typeface="Segoe UI Semibold"/>
                <a:ea typeface="+mj-ea"/>
                <a:cs typeface="Segoe UI" pitchFamily="34" charset="0"/>
              </a:rPr>
            </a:br>
            <a:r>
              <a:rPr kumimoji="0" lang="en-US" sz="1000" b="0" i="1" u="none" strike="noStrike" kern="0" cap="none" spc="0" normalizeH="0" baseline="0" noProof="0" dirty="0">
                <a:ln>
                  <a:noFill/>
                </a:ln>
                <a:solidFill>
                  <a:srgbClr val="1A1A1A"/>
                </a:solidFill>
                <a:effectLst/>
                <a:uLnTx/>
                <a:uFillTx/>
                <a:latin typeface="Segoe UI Semibold"/>
                <a:ea typeface="+mj-ea"/>
                <a:cs typeface="Segoe UI" pitchFamily="34" charset="0"/>
              </a:rPr>
              <a:t>(Standard)</a:t>
            </a:r>
            <a:endParaRPr kumimoji="0" lang="en-US" sz="1200" b="0" i="1" u="none" strike="noStrike" kern="0" cap="none" spc="0" normalizeH="0" baseline="0" noProof="0" dirty="0">
              <a:ln>
                <a:noFill/>
              </a:ln>
              <a:solidFill>
                <a:srgbClr val="1A1A1A"/>
              </a:solidFill>
              <a:effectLst/>
              <a:uLnTx/>
              <a:uFillTx/>
              <a:latin typeface="Segoe UI Semibold"/>
              <a:ea typeface="+mj-ea"/>
              <a:cs typeface="Segoe UI" pitchFamily="34" charset="0"/>
            </a:endParaRPr>
          </a:p>
        </p:txBody>
      </p:sp>
      <p:grpSp>
        <p:nvGrpSpPr>
          <p:cNvPr id="6" name="Group 5">
            <a:extLst>
              <a:ext uri="{FF2B5EF4-FFF2-40B4-BE49-F238E27FC236}">
                <a16:creationId xmlns:a16="http://schemas.microsoft.com/office/drawing/2014/main" id="{2F69FECE-8976-41D0-8391-2104BB76CADE}"/>
              </a:ext>
            </a:extLst>
          </p:cNvPr>
          <p:cNvGrpSpPr/>
          <p:nvPr/>
        </p:nvGrpSpPr>
        <p:grpSpPr>
          <a:xfrm>
            <a:off x="918237" y="1771096"/>
            <a:ext cx="3070902" cy="1438676"/>
            <a:chOff x="907638" y="1820484"/>
            <a:chExt cx="3070902" cy="1438676"/>
          </a:xfrm>
          <a:solidFill>
            <a:schemeClr val="accent1">
              <a:lumMod val="75000"/>
            </a:schemeClr>
          </a:solidFill>
        </p:grpSpPr>
        <p:sp>
          <p:nvSpPr>
            <p:cNvPr id="114" name="Rectangle 113">
              <a:extLst>
                <a:ext uri="{FF2B5EF4-FFF2-40B4-BE49-F238E27FC236}">
                  <a16:creationId xmlns:a16="http://schemas.microsoft.com/office/drawing/2014/main" id="{F40EB201-4B0E-4FDB-8804-534EB6F45941}"/>
                </a:ext>
              </a:extLst>
            </p:cNvPr>
            <p:cNvSpPr/>
            <p:nvPr/>
          </p:nvSpPr>
          <p:spPr bwMode="auto">
            <a:xfrm>
              <a:off x="907638" y="1820484"/>
              <a:ext cx="3070902" cy="1438676"/>
            </a:xfrm>
            <a:prstGeom prst="rect">
              <a:avLst/>
            </a:prstGeom>
            <a:grp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da-DK" sz="1000" b="0" i="0" u="none" strike="noStrike" kern="0" cap="none" spc="0" normalizeH="0" baseline="0" noProof="0" err="1">
                <a:ln>
                  <a:noFill/>
                </a:ln>
                <a:effectLst/>
                <a:uLnTx/>
                <a:uFillTx/>
                <a:latin typeface="Segoe UI Semibold"/>
                <a:ea typeface="Segoe UI" pitchFamily="34" charset="0"/>
                <a:cs typeface="Segoe UI" pitchFamily="34" charset="0"/>
              </a:endParaRPr>
            </a:p>
          </p:txBody>
        </p:sp>
        <p:grpSp>
          <p:nvGrpSpPr>
            <p:cNvPr id="96" name="Group 95">
              <a:extLst>
                <a:ext uri="{FF2B5EF4-FFF2-40B4-BE49-F238E27FC236}">
                  <a16:creationId xmlns:a16="http://schemas.microsoft.com/office/drawing/2014/main" id="{E8E07780-3BB3-44FE-9FAF-DAF693FBE827}"/>
                </a:ext>
              </a:extLst>
            </p:cNvPr>
            <p:cNvGrpSpPr/>
            <p:nvPr/>
          </p:nvGrpSpPr>
          <p:grpSpPr>
            <a:xfrm>
              <a:off x="1091365" y="1908112"/>
              <a:ext cx="2706393" cy="1169478"/>
              <a:chOff x="897404" y="1963528"/>
              <a:chExt cx="2706393" cy="1169478"/>
            </a:xfrm>
            <a:grpFill/>
          </p:grpSpPr>
          <p:grpSp>
            <p:nvGrpSpPr>
              <p:cNvPr id="112" name="Group 111">
                <a:extLst>
                  <a:ext uri="{FF2B5EF4-FFF2-40B4-BE49-F238E27FC236}">
                    <a16:creationId xmlns:a16="http://schemas.microsoft.com/office/drawing/2014/main" id="{AEB7EB93-E249-4D13-AD18-6F5EB215733F}"/>
                  </a:ext>
                </a:extLst>
              </p:cNvPr>
              <p:cNvGrpSpPr/>
              <p:nvPr/>
            </p:nvGrpSpPr>
            <p:grpSpPr>
              <a:xfrm>
                <a:off x="2169915" y="1963528"/>
                <a:ext cx="1433882" cy="1169478"/>
                <a:chOff x="1857684" y="1763295"/>
                <a:chExt cx="1433882" cy="1169478"/>
              </a:xfrm>
              <a:grpFill/>
            </p:grpSpPr>
            <p:sp>
              <p:nvSpPr>
                <p:cNvPr id="105" name="Rectangle 104">
                  <a:extLst>
                    <a:ext uri="{FF2B5EF4-FFF2-40B4-BE49-F238E27FC236}">
                      <a16:creationId xmlns:a16="http://schemas.microsoft.com/office/drawing/2014/main" id="{E249EC07-80D5-411A-821E-450CAB82FB00}"/>
                    </a:ext>
                  </a:extLst>
                </p:cNvPr>
                <p:cNvSpPr/>
                <p:nvPr/>
              </p:nvSpPr>
              <p:spPr bwMode="auto">
                <a:xfrm>
                  <a:off x="1857684" y="1763295"/>
                  <a:ext cx="1433882" cy="1169478"/>
                </a:xfrm>
                <a:prstGeom prst="rect">
                  <a:avLst/>
                </a:prstGeom>
                <a:grp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effectLst/>
                      <a:uLnTx/>
                      <a:uFillTx/>
                      <a:latin typeface="Segoe UI Semibold"/>
                      <a:ea typeface="+mj-ea"/>
                      <a:cs typeface="Segoe UI" pitchFamily="34" charset="0"/>
                    </a:rPr>
                    <a:t>App 1</a:t>
                  </a:r>
                </a:p>
              </p:txBody>
            </p:sp>
            <p:grpSp>
              <p:nvGrpSpPr>
                <p:cNvPr id="73" name="Group 72">
                  <a:extLst>
                    <a:ext uri="{FF2B5EF4-FFF2-40B4-BE49-F238E27FC236}">
                      <a16:creationId xmlns:a16="http://schemas.microsoft.com/office/drawing/2014/main" id="{673F4ADD-75B1-4212-8ABE-DF8B9CD12281}"/>
                    </a:ext>
                  </a:extLst>
                </p:cNvPr>
                <p:cNvGrpSpPr/>
                <p:nvPr/>
              </p:nvGrpSpPr>
              <p:grpSpPr>
                <a:xfrm>
                  <a:off x="2229058" y="2162977"/>
                  <a:ext cx="737970" cy="582588"/>
                  <a:chOff x="2084092" y="2252187"/>
                  <a:chExt cx="737970" cy="582588"/>
                </a:xfrm>
                <a:grpFill/>
              </p:grpSpPr>
              <p:sp>
                <p:nvSpPr>
                  <p:cNvPr id="52" name="Browser" title="Icon of a browser window">
                    <a:extLst>
                      <a:ext uri="{FF2B5EF4-FFF2-40B4-BE49-F238E27FC236}">
                        <a16:creationId xmlns:a16="http://schemas.microsoft.com/office/drawing/2014/main" id="{E8889CBC-FC16-4F70-B387-81802386D059}"/>
                      </a:ext>
                    </a:extLst>
                  </p:cNvPr>
                  <p:cNvSpPr>
                    <a:spLocks noChangeAspect="1" noEditPoints="1"/>
                  </p:cNvSpPr>
                  <p:nvPr/>
                </p:nvSpPr>
                <p:spPr bwMode="auto">
                  <a:xfrm>
                    <a:off x="2084092" y="2252187"/>
                    <a:ext cx="448036" cy="358570"/>
                  </a:xfrm>
                  <a:custGeom>
                    <a:avLst/>
                    <a:gdLst>
                      <a:gd name="T0" fmla="*/ 3750 w 3750"/>
                      <a:gd name="T1" fmla="*/ 3000 h 3000"/>
                      <a:gd name="T2" fmla="*/ 0 w 3750"/>
                      <a:gd name="T3" fmla="*/ 3000 h 3000"/>
                      <a:gd name="T4" fmla="*/ 0 w 3750"/>
                      <a:gd name="T5" fmla="*/ 0 h 3000"/>
                      <a:gd name="T6" fmla="*/ 3750 w 3750"/>
                      <a:gd name="T7" fmla="*/ 0 h 3000"/>
                      <a:gd name="T8" fmla="*/ 3750 w 3750"/>
                      <a:gd name="T9" fmla="*/ 3000 h 3000"/>
                      <a:gd name="T10" fmla="*/ 0 w 3750"/>
                      <a:gd name="T11" fmla="*/ 750 h 3000"/>
                      <a:gd name="T12" fmla="*/ 3750 w 3750"/>
                      <a:gd name="T13" fmla="*/ 750 h 3000"/>
                      <a:gd name="T14" fmla="*/ 3335 w 3750"/>
                      <a:gd name="T15" fmla="*/ 375 h 3000"/>
                      <a:gd name="T16" fmla="*/ 3375 w 3750"/>
                      <a:gd name="T17" fmla="*/ 415 h 3000"/>
                      <a:gd name="T18" fmla="*/ 3414 w 3750"/>
                      <a:gd name="T19" fmla="*/ 375 h 3000"/>
                      <a:gd name="T20" fmla="*/ 3375 w 3750"/>
                      <a:gd name="T21" fmla="*/ 336 h 3000"/>
                      <a:gd name="T22" fmla="*/ 3335 w 3750"/>
                      <a:gd name="T23" fmla="*/ 375 h 3000"/>
                      <a:gd name="T24" fmla="*/ 2886 w 3750"/>
                      <a:gd name="T25" fmla="*/ 375 h 3000"/>
                      <a:gd name="T26" fmla="*/ 2925 w 3750"/>
                      <a:gd name="T27" fmla="*/ 415 h 3000"/>
                      <a:gd name="T28" fmla="*/ 2965 w 3750"/>
                      <a:gd name="T29" fmla="*/ 375 h 3000"/>
                      <a:gd name="T30" fmla="*/ 2925 w 3750"/>
                      <a:gd name="T31" fmla="*/ 336 h 3000"/>
                      <a:gd name="T32" fmla="*/ 2886 w 3750"/>
                      <a:gd name="T33" fmla="*/ 375 h 3000"/>
                      <a:gd name="T34" fmla="*/ 2437 w 3750"/>
                      <a:gd name="T35" fmla="*/ 375 h 3000"/>
                      <a:gd name="T36" fmla="*/ 2476 w 3750"/>
                      <a:gd name="T37" fmla="*/ 415 h 3000"/>
                      <a:gd name="T38" fmla="*/ 2516 w 3750"/>
                      <a:gd name="T39" fmla="*/ 375 h 3000"/>
                      <a:gd name="T40" fmla="*/ 2476 w 3750"/>
                      <a:gd name="T41" fmla="*/ 336 h 3000"/>
                      <a:gd name="T42" fmla="*/ 2437 w 3750"/>
                      <a:gd name="T43" fmla="*/ 375 h 3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50" h="3000">
                        <a:moveTo>
                          <a:pt x="3750" y="3000"/>
                        </a:moveTo>
                        <a:cubicBezTo>
                          <a:pt x="0" y="3000"/>
                          <a:pt x="0" y="3000"/>
                          <a:pt x="0" y="3000"/>
                        </a:cubicBezTo>
                        <a:cubicBezTo>
                          <a:pt x="0" y="0"/>
                          <a:pt x="0" y="0"/>
                          <a:pt x="0" y="0"/>
                        </a:cubicBezTo>
                        <a:cubicBezTo>
                          <a:pt x="3750" y="0"/>
                          <a:pt x="3750" y="0"/>
                          <a:pt x="3750" y="0"/>
                        </a:cubicBezTo>
                        <a:lnTo>
                          <a:pt x="3750" y="3000"/>
                        </a:lnTo>
                        <a:close/>
                        <a:moveTo>
                          <a:pt x="0" y="750"/>
                        </a:moveTo>
                        <a:cubicBezTo>
                          <a:pt x="3750" y="750"/>
                          <a:pt x="3750" y="750"/>
                          <a:pt x="3750" y="750"/>
                        </a:cubicBezTo>
                        <a:moveTo>
                          <a:pt x="3335" y="375"/>
                        </a:moveTo>
                        <a:cubicBezTo>
                          <a:pt x="3335" y="397"/>
                          <a:pt x="3353" y="415"/>
                          <a:pt x="3375" y="415"/>
                        </a:cubicBezTo>
                        <a:cubicBezTo>
                          <a:pt x="3397" y="415"/>
                          <a:pt x="3414" y="397"/>
                          <a:pt x="3414" y="375"/>
                        </a:cubicBezTo>
                        <a:cubicBezTo>
                          <a:pt x="3414" y="353"/>
                          <a:pt x="3397" y="336"/>
                          <a:pt x="3375" y="336"/>
                        </a:cubicBezTo>
                        <a:cubicBezTo>
                          <a:pt x="3353" y="336"/>
                          <a:pt x="3335" y="353"/>
                          <a:pt x="3335" y="375"/>
                        </a:cubicBezTo>
                        <a:close/>
                        <a:moveTo>
                          <a:pt x="2886" y="375"/>
                        </a:moveTo>
                        <a:cubicBezTo>
                          <a:pt x="2886" y="397"/>
                          <a:pt x="2904" y="415"/>
                          <a:pt x="2925" y="415"/>
                        </a:cubicBezTo>
                        <a:cubicBezTo>
                          <a:pt x="2947" y="415"/>
                          <a:pt x="2965" y="397"/>
                          <a:pt x="2965" y="375"/>
                        </a:cubicBezTo>
                        <a:cubicBezTo>
                          <a:pt x="2965" y="353"/>
                          <a:pt x="2947" y="336"/>
                          <a:pt x="2925" y="336"/>
                        </a:cubicBezTo>
                        <a:cubicBezTo>
                          <a:pt x="2904" y="336"/>
                          <a:pt x="2886" y="353"/>
                          <a:pt x="2886" y="375"/>
                        </a:cubicBezTo>
                        <a:close/>
                        <a:moveTo>
                          <a:pt x="2437" y="375"/>
                        </a:moveTo>
                        <a:cubicBezTo>
                          <a:pt x="2437" y="397"/>
                          <a:pt x="2454" y="415"/>
                          <a:pt x="2476" y="415"/>
                        </a:cubicBezTo>
                        <a:cubicBezTo>
                          <a:pt x="2498" y="415"/>
                          <a:pt x="2516" y="397"/>
                          <a:pt x="2516" y="375"/>
                        </a:cubicBezTo>
                        <a:cubicBezTo>
                          <a:pt x="2516" y="353"/>
                          <a:pt x="2498" y="336"/>
                          <a:pt x="2476" y="336"/>
                        </a:cubicBezTo>
                        <a:cubicBezTo>
                          <a:pt x="2454" y="336"/>
                          <a:pt x="2437" y="353"/>
                          <a:pt x="2437" y="375"/>
                        </a:cubicBezTo>
                        <a:close/>
                      </a:path>
                    </a:pathLst>
                  </a:custGeom>
                  <a:grpFill/>
                  <a:ln w="15875" cap="sq">
                    <a:solidFill>
                      <a:schemeClr val="tx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Tw Cen MT" panose="020B0602020104020603"/>
                      <a:ea typeface="+mn-ea"/>
                      <a:cs typeface="+mn-cs"/>
                    </a:endParaRPr>
                  </a:p>
                </p:txBody>
              </p:sp>
              <p:pic>
                <p:nvPicPr>
                  <p:cNvPr id="56" name="Graphic 55">
                    <a:extLst>
                      <a:ext uri="{FF2B5EF4-FFF2-40B4-BE49-F238E27FC236}">
                        <a16:creationId xmlns:a16="http://schemas.microsoft.com/office/drawing/2014/main" id="{25DF21A7-269D-4A67-84FA-C2C245A1F97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74025" y="2386738"/>
                    <a:ext cx="448037" cy="448037"/>
                  </a:xfrm>
                  <a:prstGeom prst="rect">
                    <a:avLst/>
                  </a:prstGeom>
                </p:spPr>
              </p:pic>
            </p:grpSp>
          </p:grpSp>
          <p:grpSp>
            <p:nvGrpSpPr>
              <p:cNvPr id="68" name="Group 67">
                <a:extLst>
                  <a:ext uri="{FF2B5EF4-FFF2-40B4-BE49-F238E27FC236}">
                    <a16:creationId xmlns:a16="http://schemas.microsoft.com/office/drawing/2014/main" id="{0C10AB43-8210-4B6C-BD55-65FC6ED062CF}"/>
                  </a:ext>
                </a:extLst>
              </p:cNvPr>
              <p:cNvGrpSpPr/>
              <p:nvPr/>
            </p:nvGrpSpPr>
            <p:grpSpPr>
              <a:xfrm>
                <a:off x="897404" y="2210807"/>
                <a:ext cx="1011495" cy="674921"/>
                <a:chOff x="797045" y="2252187"/>
                <a:chExt cx="1011495" cy="674921"/>
              </a:xfrm>
              <a:grpFill/>
            </p:grpSpPr>
            <p:sp>
              <p:nvSpPr>
                <p:cNvPr id="12" name="boy" title="Icon of a man">
                  <a:extLst>
                    <a:ext uri="{FF2B5EF4-FFF2-40B4-BE49-F238E27FC236}">
                      <a16:creationId xmlns:a16="http://schemas.microsoft.com/office/drawing/2014/main" id="{3F64C8D1-A04C-450A-8233-2CAE9B5D4CD9}"/>
                    </a:ext>
                  </a:extLst>
                </p:cNvPr>
                <p:cNvSpPr>
                  <a:spLocks noChangeAspect="1" noEditPoints="1"/>
                </p:cNvSpPr>
                <p:nvPr/>
              </p:nvSpPr>
              <p:spPr bwMode="auto">
                <a:xfrm>
                  <a:off x="1178687" y="2252187"/>
                  <a:ext cx="275487" cy="358570"/>
                </a:xfrm>
                <a:custGeom>
                  <a:avLst/>
                  <a:gdLst>
                    <a:gd name="T0" fmla="*/ 27 w 261"/>
                    <a:gd name="T1" fmla="*/ 104 h 339"/>
                    <a:gd name="T2" fmla="*/ 131 w 261"/>
                    <a:gd name="T3" fmla="*/ 0 h 339"/>
                    <a:gd name="T4" fmla="*/ 235 w 261"/>
                    <a:gd name="T5" fmla="*/ 104 h 339"/>
                    <a:gd name="T6" fmla="*/ 131 w 261"/>
                    <a:gd name="T7" fmla="*/ 208 h 339"/>
                    <a:gd name="T8" fmla="*/ 27 w 261"/>
                    <a:gd name="T9" fmla="*/ 104 h 339"/>
                    <a:gd name="T10" fmla="*/ 261 w 261"/>
                    <a:gd name="T11" fmla="*/ 339 h 339"/>
                    <a:gd name="T12" fmla="*/ 131 w 261"/>
                    <a:gd name="T13" fmla="*/ 208 h 339"/>
                    <a:gd name="T14" fmla="*/ 0 w 261"/>
                    <a:gd name="T15" fmla="*/ 339 h 339"/>
                    <a:gd name="T16" fmla="*/ 74 w 261"/>
                    <a:gd name="T17" fmla="*/ 221 h 339"/>
                    <a:gd name="T18" fmla="*/ 131 w 261"/>
                    <a:gd name="T19" fmla="*/ 274 h 339"/>
                    <a:gd name="T20" fmla="*/ 187 w 261"/>
                    <a:gd name="T21" fmla="*/ 221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1" h="339">
                      <a:moveTo>
                        <a:pt x="27" y="104"/>
                      </a:moveTo>
                      <a:cubicBezTo>
                        <a:pt x="27" y="47"/>
                        <a:pt x="73" y="0"/>
                        <a:pt x="131" y="0"/>
                      </a:cubicBezTo>
                      <a:cubicBezTo>
                        <a:pt x="188" y="0"/>
                        <a:pt x="235" y="47"/>
                        <a:pt x="235" y="104"/>
                      </a:cubicBezTo>
                      <a:cubicBezTo>
                        <a:pt x="235" y="162"/>
                        <a:pt x="188" y="208"/>
                        <a:pt x="131" y="208"/>
                      </a:cubicBezTo>
                      <a:cubicBezTo>
                        <a:pt x="73" y="208"/>
                        <a:pt x="27" y="162"/>
                        <a:pt x="27" y="104"/>
                      </a:cubicBezTo>
                      <a:close/>
                      <a:moveTo>
                        <a:pt x="261" y="339"/>
                      </a:moveTo>
                      <a:cubicBezTo>
                        <a:pt x="261" y="267"/>
                        <a:pt x="203" y="208"/>
                        <a:pt x="131" y="208"/>
                      </a:cubicBezTo>
                      <a:cubicBezTo>
                        <a:pt x="59" y="208"/>
                        <a:pt x="0" y="267"/>
                        <a:pt x="0" y="339"/>
                      </a:cubicBezTo>
                      <a:moveTo>
                        <a:pt x="74" y="221"/>
                      </a:moveTo>
                      <a:cubicBezTo>
                        <a:pt x="131" y="274"/>
                        <a:pt x="131" y="274"/>
                        <a:pt x="131" y="274"/>
                      </a:cubicBezTo>
                      <a:cubicBezTo>
                        <a:pt x="187" y="221"/>
                        <a:pt x="187" y="221"/>
                        <a:pt x="187" y="221"/>
                      </a:cubicBezTo>
                    </a:path>
                  </a:pathLst>
                </a:custGeom>
                <a:grpFill/>
                <a:ln w="15875"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effectLst/>
                    <a:uLnTx/>
                    <a:uFillTx/>
                    <a:latin typeface="Tw Cen MT" panose="020B0602020104020603"/>
                    <a:ea typeface="+mn-ea"/>
                    <a:cs typeface="+mn-cs"/>
                  </a:endParaRPr>
                </a:p>
              </p:txBody>
            </p:sp>
            <p:sp>
              <p:nvSpPr>
                <p:cNvPr id="61" name="TextBox 60">
                  <a:extLst>
                    <a:ext uri="{FF2B5EF4-FFF2-40B4-BE49-F238E27FC236}">
                      <a16:creationId xmlns:a16="http://schemas.microsoft.com/office/drawing/2014/main" id="{99826668-A5EF-4C6B-8FCE-02FE243265D0}"/>
                    </a:ext>
                  </a:extLst>
                </p:cNvPr>
                <p:cNvSpPr txBox="1"/>
                <p:nvPr/>
              </p:nvSpPr>
              <p:spPr>
                <a:xfrm>
                  <a:off x="797045" y="2742442"/>
                  <a:ext cx="1011495" cy="184666"/>
                </a:xfrm>
                <a:prstGeom prst="rect">
                  <a:avLst/>
                </a:prstGeom>
                <a:grp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200" b="0" i="0" u="none" strike="noStrike" kern="1200" cap="none" spc="0" normalizeH="0" baseline="0" noProof="0" dirty="0">
                      <a:ln>
                        <a:noFill/>
                      </a:ln>
                      <a:effectLst/>
                      <a:uLnTx/>
                      <a:uFillTx/>
                      <a:latin typeface="Tw Cen MT" panose="020B0602020104020603"/>
                      <a:ea typeface="+mn-ea"/>
                      <a:cs typeface="+mn-cs"/>
                    </a:rPr>
                    <a:t>System </a:t>
                  </a:r>
                  <a:r>
                    <a:rPr kumimoji="0" lang="da-DK" sz="1200" b="0" i="0" u="none" strike="noStrike" kern="1200" cap="none" spc="0" normalizeH="0" baseline="0" noProof="0" dirty="0" err="1">
                      <a:ln>
                        <a:noFill/>
                      </a:ln>
                      <a:effectLst/>
                      <a:uLnTx/>
                      <a:uFillTx/>
                      <a:latin typeface="Tw Cen MT" panose="020B0602020104020603"/>
                      <a:ea typeface="+mn-ea"/>
                      <a:cs typeface="+mn-cs"/>
                    </a:rPr>
                    <a:t>Owner</a:t>
                  </a:r>
                  <a:r>
                    <a:rPr kumimoji="0" lang="da-DK" sz="1200" b="0" i="0" u="none" strike="noStrike" kern="1200" cap="none" spc="0" normalizeH="0" baseline="0" noProof="0" dirty="0">
                      <a:ln>
                        <a:noFill/>
                      </a:ln>
                      <a:effectLst/>
                      <a:uLnTx/>
                      <a:uFillTx/>
                      <a:latin typeface="Tw Cen MT" panose="020B0602020104020603"/>
                      <a:ea typeface="+mn-ea"/>
                      <a:cs typeface="+mn-cs"/>
                    </a:rPr>
                    <a:t> 1</a:t>
                  </a:r>
                </a:p>
              </p:txBody>
            </p:sp>
          </p:grpSp>
        </p:grpSp>
      </p:grpSp>
      <p:sp>
        <p:nvSpPr>
          <p:cNvPr id="147" name="Rectangle 146">
            <a:extLst>
              <a:ext uri="{FF2B5EF4-FFF2-40B4-BE49-F238E27FC236}">
                <a16:creationId xmlns:a16="http://schemas.microsoft.com/office/drawing/2014/main" id="{D28B677D-178F-4EC0-B636-0217C51EF1D9}"/>
              </a:ext>
            </a:extLst>
          </p:cNvPr>
          <p:cNvSpPr/>
          <p:nvPr/>
        </p:nvSpPr>
        <p:spPr bwMode="auto">
          <a:xfrm>
            <a:off x="5949382" y="3142762"/>
            <a:ext cx="349817" cy="394247"/>
          </a:xfrm>
          <a:prstGeom prst="rect">
            <a:avLst/>
          </a:prstGeom>
          <a:solidFill>
            <a:schemeClr val="accent6">
              <a:lumMod val="60000"/>
              <a:lumOff val="40000"/>
            </a:schemeClr>
          </a:solidFill>
          <a:ln w="38100">
            <a:solidFill>
              <a:srgbClr val="D9D9D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400" b="0" i="0" u="none" strike="noStrike" kern="1200" cap="none" spc="0" normalizeH="0" baseline="0" noProof="0">
                <a:ln>
                  <a:noFill/>
                </a:ln>
                <a:solidFill>
                  <a:schemeClr val="tx1"/>
                </a:solidFill>
                <a:effectLst/>
                <a:uLnTx/>
                <a:uFillTx/>
                <a:latin typeface="Tw Cen MT" panose="020B0602020104020603"/>
                <a:ea typeface="Segoe UI" pitchFamily="34" charset="0"/>
                <a:cs typeface="Segoe UI" pitchFamily="34" charset="0"/>
              </a:rPr>
              <a:t>1</a:t>
            </a:r>
          </a:p>
        </p:txBody>
      </p:sp>
      <p:sp>
        <p:nvSpPr>
          <p:cNvPr id="149" name="Rectangle 148">
            <a:extLst>
              <a:ext uri="{FF2B5EF4-FFF2-40B4-BE49-F238E27FC236}">
                <a16:creationId xmlns:a16="http://schemas.microsoft.com/office/drawing/2014/main" id="{1230C932-2C4E-4B7A-BB6E-C4ACDC6EFDF1}"/>
              </a:ext>
            </a:extLst>
          </p:cNvPr>
          <p:cNvSpPr/>
          <p:nvPr/>
        </p:nvSpPr>
        <p:spPr bwMode="auto">
          <a:xfrm>
            <a:off x="5949382" y="4038513"/>
            <a:ext cx="349817" cy="423196"/>
          </a:xfrm>
          <a:prstGeom prst="rect">
            <a:avLst/>
          </a:prstGeom>
          <a:solidFill>
            <a:schemeClr val="accent6">
              <a:lumMod val="60000"/>
              <a:lumOff val="40000"/>
            </a:schemeClr>
          </a:solidFill>
          <a:ln w="38100">
            <a:solidFill>
              <a:srgbClr val="D9D9D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400" b="0" i="0" u="none" strike="noStrike" kern="1200" cap="none" spc="0" normalizeH="0" baseline="0" noProof="0">
                <a:ln>
                  <a:noFill/>
                </a:ln>
                <a:solidFill>
                  <a:schemeClr val="tx1"/>
                </a:solidFill>
                <a:effectLst/>
                <a:uLnTx/>
                <a:uFillTx/>
                <a:latin typeface="Tw Cen MT" panose="020B0602020104020603"/>
                <a:ea typeface="Segoe UI" pitchFamily="34" charset="0"/>
                <a:cs typeface="Segoe UI" pitchFamily="34" charset="0"/>
              </a:rPr>
              <a:t>2</a:t>
            </a:r>
          </a:p>
        </p:txBody>
      </p:sp>
      <p:sp>
        <p:nvSpPr>
          <p:cNvPr id="151" name="Rectangle 150">
            <a:extLst>
              <a:ext uri="{FF2B5EF4-FFF2-40B4-BE49-F238E27FC236}">
                <a16:creationId xmlns:a16="http://schemas.microsoft.com/office/drawing/2014/main" id="{2C1271A4-22CB-4414-83B4-EBF25CFB2ED3}"/>
              </a:ext>
            </a:extLst>
          </p:cNvPr>
          <p:cNvSpPr/>
          <p:nvPr/>
        </p:nvSpPr>
        <p:spPr bwMode="auto">
          <a:xfrm>
            <a:off x="5933060" y="4786474"/>
            <a:ext cx="349817" cy="423196"/>
          </a:xfrm>
          <a:prstGeom prst="rect">
            <a:avLst/>
          </a:prstGeom>
          <a:solidFill>
            <a:schemeClr val="accent6">
              <a:lumMod val="60000"/>
              <a:lumOff val="40000"/>
            </a:schemeClr>
          </a:solidFill>
          <a:ln w="38100">
            <a:solidFill>
              <a:srgbClr val="D9D9D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400" b="0" i="0" u="none" strike="noStrike" kern="1200" cap="none" spc="0" normalizeH="0" baseline="0" noProof="0">
                <a:ln>
                  <a:noFill/>
                </a:ln>
                <a:solidFill>
                  <a:schemeClr val="tx1"/>
                </a:solidFill>
                <a:effectLst/>
                <a:uLnTx/>
                <a:uFillTx/>
                <a:latin typeface="Tw Cen MT" panose="020B0602020104020603"/>
                <a:ea typeface="Segoe UI" pitchFamily="34" charset="0"/>
                <a:cs typeface="Segoe UI" pitchFamily="34" charset="0"/>
              </a:rPr>
              <a:t>3</a:t>
            </a:r>
          </a:p>
        </p:txBody>
      </p:sp>
      <p:sp>
        <p:nvSpPr>
          <p:cNvPr id="3" name="Oval 2">
            <a:extLst>
              <a:ext uri="{FF2B5EF4-FFF2-40B4-BE49-F238E27FC236}">
                <a16:creationId xmlns:a16="http://schemas.microsoft.com/office/drawing/2014/main" id="{6D7D3C47-CD6E-47A2-BC91-A85A328CDD58}"/>
              </a:ext>
            </a:extLst>
          </p:cNvPr>
          <p:cNvSpPr/>
          <p:nvPr/>
        </p:nvSpPr>
        <p:spPr bwMode="auto">
          <a:xfrm>
            <a:off x="7270369" y="4827781"/>
            <a:ext cx="745683" cy="369139"/>
          </a:xfrm>
          <a:prstGeom prst="ellipse">
            <a:avLst/>
          </a:prstGeom>
          <a:solidFill>
            <a:srgbClr val="F3F3F3"/>
          </a:solidFill>
          <a:ln w="38100">
            <a:solidFill>
              <a:srgbClr val="D9D9D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50" b="0" i="0" u="none" strike="noStrike" kern="1200" cap="none" spc="0" normalizeH="0" baseline="0" noProof="0">
                <a:ln>
                  <a:noFill/>
                </a:ln>
                <a:solidFill>
                  <a:prstClr val="black"/>
                </a:solidFill>
                <a:effectLst/>
                <a:uLnTx/>
                <a:uFillTx/>
                <a:latin typeface="Tw Cen MT" panose="020B0602020104020603"/>
                <a:ea typeface="Segoe UI" pitchFamily="34" charset="0"/>
                <a:cs typeface="Segoe UI" pitchFamily="34" charset="0"/>
              </a:rPr>
              <a:t>Data</a:t>
            </a:r>
          </a:p>
        </p:txBody>
      </p:sp>
      <p:sp>
        <p:nvSpPr>
          <p:cNvPr id="4" name="Oval 3">
            <a:extLst>
              <a:ext uri="{FF2B5EF4-FFF2-40B4-BE49-F238E27FC236}">
                <a16:creationId xmlns:a16="http://schemas.microsoft.com/office/drawing/2014/main" id="{D7EC31C7-1B0D-4639-8956-B33BC6E29AF5}"/>
              </a:ext>
            </a:extLst>
          </p:cNvPr>
          <p:cNvSpPr/>
          <p:nvPr/>
        </p:nvSpPr>
        <p:spPr bwMode="auto">
          <a:xfrm>
            <a:off x="7266978" y="3667631"/>
            <a:ext cx="745683" cy="369139"/>
          </a:xfrm>
          <a:prstGeom prst="ellipse">
            <a:avLst/>
          </a:prstGeom>
          <a:solidFill>
            <a:srgbClr val="F3F3F3"/>
          </a:solidFill>
          <a:ln w="38100">
            <a:solidFill>
              <a:srgbClr val="D9D9D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50" b="0" i="0" u="none" strike="noStrike" kern="1200" cap="none" spc="0" normalizeH="0" baseline="0" noProof="0">
                <a:ln>
                  <a:noFill/>
                </a:ln>
                <a:solidFill>
                  <a:prstClr val="black"/>
                </a:solidFill>
                <a:effectLst/>
                <a:uLnTx/>
                <a:uFillTx/>
                <a:latin typeface="Tw Cen MT" panose="020B0602020104020603"/>
                <a:ea typeface="Segoe UI" pitchFamily="34" charset="0"/>
                <a:cs typeface="Segoe UI" pitchFamily="34" charset="0"/>
              </a:rPr>
              <a:t>Data</a:t>
            </a:r>
          </a:p>
        </p:txBody>
      </p:sp>
      <p:cxnSp>
        <p:nvCxnSpPr>
          <p:cNvPr id="20" name="Straight Arrow Connector 19">
            <a:extLst>
              <a:ext uri="{FF2B5EF4-FFF2-40B4-BE49-F238E27FC236}">
                <a16:creationId xmlns:a16="http://schemas.microsoft.com/office/drawing/2014/main" id="{CB28F9E2-623A-41F5-90DA-BB54E81E3C6B}"/>
              </a:ext>
            </a:extLst>
          </p:cNvPr>
          <p:cNvCxnSpPr>
            <a:cxnSpLocks/>
            <a:stCxn id="142" idx="1"/>
          </p:cNvCxnSpPr>
          <p:nvPr/>
        </p:nvCxnSpPr>
        <p:spPr>
          <a:xfrm flipH="1">
            <a:off x="3473220" y="5143447"/>
            <a:ext cx="1217868" cy="645709"/>
          </a:xfrm>
          <a:prstGeom prst="straightConnector1">
            <a:avLst/>
          </a:prstGeom>
          <a:noFill/>
          <a:ln w="38100" cap="flat" cmpd="sng" algn="ctr">
            <a:solidFill>
              <a:srgbClr val="00B050"/>
            </a:solidFill>
            <a:prstDash val="dash"/>
            <a:headEnd type="triangle" w="med" len="med"/>
            <a:tailEnd type="none"/>
          </a:ln>
          <a:effectLst/>
        </p:spPr>
      </p:cxnSp>
      <p:cxnSp>
        <p:nvCxnSpPr>
          <p:cNvPr id="25" name="Straight Arrow Connector 24">
            <a:extLst>
              <a:ext uri="{FF2B5EF4-FFF2-40B4-BE49-F238E27FC236}">
                <a16:creationId xmlns:a16="http://schemas.microsoft.com/office/drawing/2014/main" id="{A6BD5D0E-A004-4C3B-8102-FB12205AD604}"/>
              </a:ext>
            </a:extLst>
          </p:cNvPr>
          <p:cNvCxnSpPr>
            <a:cxnSpLocks/>
            <a:stCxn id="4" idx="1"/>
            <a:endCxn id="147" idx="3"/>
          </p:cNvCxnSpPr>
          <p:nvPr/>
        </p:nvCxnSpPr>
        <p:spPr>
          <a:xfrm flipH="1" flipV="1">
            <a:off x="6299199" y="3339886"/>
            <a:ext cx="1076982" cy="381804"/>
          </a:xfrm>
          <a:prstGeom prst="straightConnector1">
            <a:avLst/>
          </a:prstGeom>
          <a:noFill/>
          <a:ln w="38100" cap="flat" cmpd="sng" algn="ctr">
            <a:solidFill>
              <a:srgbClr val="00B050"/>
            </a:solidFill>
            <a:prstDash val="dash"/>
            <a:headEnd type="triangle" w="med" len="med"/>
            <a:tailEnd type="none"/>
          </a:ln>
          <a:effectLst/>
        </p:spPr>
      </p:cxnSp>
      <p:cxnSp>
        <p:nvCxnSpPr>
          <p:cNvPr id="28" name="Straight Arrow Connector 27">
            <a:extLst>
              <a:ext uri="{FF2B5EF4-FFF2-40B4-BE49-F238E27FC236}">
                <a16:creationId xmlns:a16="http://schemas.microsoft.com/office/drawing/2014/main" id="{67108DFF-DB75-436B-BDA0-7A56F7A37F5B}"/>
              </a:ext>
            </a:extLst>
          </p:cNvPr>
          <p:cNvCxnSpPr>
            <a:cxnSpLocks/>
            <a:stCxn id="4" idx="2"/>
            <a:endCxn id="149" idx="3"/>
          </p:cNvCxnSpPr>
          <p:nvPr/>
        </p:nvCxnSpPr>
        <p:spPr>
          <a:xfrm flipH="1">
            <a:off x="6299199" y="3852201"/>
            <a:ext cx="967779" cy="397910"/>
          </a:xfrm>
          <a:prstGeom prst="straightConnector1">
            <a:avLst/>
          </a:prstGeom>
          <a:noFill/>
          <a:ln w="38100" cap="flat" cmpd="sng" algn="ctr">
            <a:solidFill>
              <a:srgbClr val="00B050"/>
            </a:solidFill>
            <a:prstDash val="dash"/>
            <a:headEnd type="triangle" w="med" len="med"/>
            <a:tailEnd type="none"/>
          </a:ln>
          <a:effectLst/>
        </p:spPr>
      </p:cxnSp>
      <p:cxnSp>
        <p:nvCxnSpPr>
          <p:cNvPr id="39" name="Straight Arrow Connector 38">
            <a:extLst>
              <a:ext uri="{FF2B5EF4-FFF2-40B4-BE49-F238E27FC236}">
                <a16:creationId xmlns:a16="http://schemas.microsoft.com/office/drawing/2014/main" id="{3D40696F-0D66-4ED9-B19D-EDF4BF22BBAC}"/>
              </a:ext>
            </a:extLst>
          </p:cNvPr>
          <p:cNvCxnSpPr>
            <a:cxnSpLocks/>
            <a:stCxn id="4" idx="3"/>
            <a:endCxn id="151" idx="3"/>
          </p:cNvCxnSpPr>
          <p:nvPr/>
        </p:nvCxnSpPr>
        <p:spPr>
          <a:xfrm flipH="1">
            <a:off x="6282877" y="3982711"/>
            <a:ext cx="1093304" cy="1015361"/>
          </a:xfrm>
          <a:prstGeom prst="straightConnector1">
            <a:avLst/>
          </a:prstGeom>
          <a:noFill/>
          <a:ln w="38100" cap="flat" cmpd="sng" algn="ctr">
            <a:solidFill>
              <a:srgbClr val="00B050"/>
            </a:solidFill>
            <a:prstDash val="dash"/>
            <a:headEnd type="triangle" w="med" len="med"/>
            <a:tailEnd type="none"/>
          </a:ln>
          <a:effectLst/>
        </p:spPr>
      </p:cxnSp>
      <p:cxnSp>
        <p:nvCxnSpPr>
          <p:cNvPr id="46" name="Straight Arrow Connector 45">
            <a:extLst>
              <a:ext uri="{FF2B5EF4-FFF2-40B4-BE49-F238E27FC236}">
                <a16:creationId xmlns:a16="http://schemas.microsoft.com/office/drawing/2014/main" id="{41C57FB8-0774-4E7E-9CF8-6E3F11283BE6}"/>
              </a:ext>
            </a:extLst>
          </p:cNvPr>
          <p:cNvCxnSpPr>
            <a:cxnSpLocks/>
            <a:stCxn id="3" idx="1"/>
            <a:endCxn id="149" idx="3"/>
          </p:cNvCxnSpPr>
          <p:nvPr/>
        </p:nvCxnSpPr>
        <p:spPr>
          <a:xfrm flipH="1" flipV="1">
            <a:off x="6299199" y="4250111"/>
            <a:ext cx="1080373" cy="631729"/>
          </a:xfrm>
          <a:prstGeom prst="straightConnector1">
            <a:avLst/>
          </a:prstGeom>
          <a:noFill/>
          <a:ln w="38100" cap="flat" cmpd="sng" algn="ctr">
            <a:solidFill>
              <a:srgbClr val="00B050"/>
            </a:solidFill>
            <a:prstDash val="dash"/>
            <a:headEnd type="triangle" w="med" len="med"/>
            <a:tailEnd type="none"/>
          </a:ln>
          <a:effectLst/>
        </p:spPr>
      </p:cxnSp>
      <p:cxnSp>
        <p:nvCxnSpPr>
          <p:cNvPr id="49" name="Straight Arrow Connector 48">
            <a:extLst>
              <a:ext uri="{FF2B5EF4-FFF2-40B4-BE49-F238E27FC236}">
                <a16:creationId xmlns:a16="http://schemas.microsoft.com/office/drawing/2014/main" id="{0B2648B6-ED30-4AED-9BAE-04B5F35422E0}"/>
              </a:ext>
            </a:extLst>
          </p:cNvPr>
          <p:cNvCxnSpPr>
            <a:cxnSpLocks/>
            <a:stCxn id="3" idx="2"/>
            <a:endCxn id="151" idx="3"/>
          </p:cNvCxnSpPr>
          <p:nvPr/>
        </p:nvCxnSpPr>
        <p:spPr>
          <a:xfrm flipH="1" flipV="1">
            <a:off x="6282877" y="4998072"/>
            <a:ext cx="987492" cy="14279"/>
          </a:xfrm>
          <a:prstGeom prst="straightConnector1">
            <a:avLst/>
          </a:prstGeom>
          <a:noFill/>
          <a:ln w="38100" cap="flat" cmpd="sng" algn="ctr">
            <a:solidFill>
              <a:srgbClr val="00B050"/>
            </a:solidFill>
            <a:prstDash val="dash"/>
            <a:headEnd type="triangle" w="med" len="med"/>
            <a:tailEnd type="none"/>
          </a:ln>
          <a:effectLst/>
        </p:spPr>
      </p:cxnSp>
      <p:grpSp>
        <p:nvGrpSpPr>
          <p:cNvPr id="19" name="Group 18">
            <a:extLst>
              <a:ext uri="{FF2B5EF4-FFF2-40B4-BE49-F238E27FC236}">
                <a16:creationId xmlns:a16="http://schemas.microsoft.com/office/drawing/2014/main" id="{DC409EA5-8C07-43AD-A3C4-040DFC424BA5}"/>
              </a:ext>
            </a:extLst>
          </p:cNvPr>
          <p:cNvGrpSpPr/>
          <p:nvPr/>
        </p:nvGrpSpPr>
        <p:grpSpPr>
          <a:xfrm>
            <a:off x="8289659" y="2155391"/>
            <a:ext cx="3194626" cy="1169552"/>
            <a:chOff x="8289659" y="2155391"/>
            <a:chExt cx="3194626" cy="1169552"/>
          </a:xfrm>
          <a:solidFill>
            <a:schemeClr val="accent2">
              <a:lumMod val="75000"/>
            </a:schemeClr>
          </a:solidFill>
        </p:grpSpPr>
        <p:grpSp>
          <p:nvGrpSpPr>
            <p:cNvPr id="92" name="Group 91">
              <a:extLst>
                <a:ext uri="{FF2B5EF4-FFF2-40B4-BE49-F238E27FC236}">
                  <a16:creationId xmlns:a16="http://schemas.microsoft.com/office/drawing/2014/main" id="{81CF6D0A-B5AD-4EE6-9F6C-A07A9D2F50AC}"/>
                </a:ext>
              </a:extLst>
            </p:cNvPr>
            <p:cNvGrpSpPr/>
            <p:nvPr/>
          </p:nvGrpSpPr>
          <p:grpSpPr>
            <a:xfrm>
              <a:off x="8999291" y="2208943"/>
              <a:ext cx="2425020" cy="1116000"/>
              <a:chOff x="8805330" y="2264359"/>
              <a:chExt cx="2425020" cy="1116000"/>
            </a:xfrm>
            <a:grpFill/>
          </p:grpSpPr>
          <p:sp>
            <p:nvSpPr>
              <p:cNvPr id="127" name="Rectangle 126">
                <a:extLst>
                  <a:ext uri="{FF2B5EF4-FFF2-40B4-BE49-F238E27FC236}">
                    <a16:creationId xmlns:a16="http://schemas.microsoft.com/office/drawing/2014/main" id="{59E57C8A-D3F9-45FA-B4B5-8E8E9517F7EE}"/>
                  </a:ext>
                </a:extLst>
              </p:cNvPr>
              <p:cNvSpPr/>
              <p:nvPr/>
            </p:nvSpPr>
            <p:spPr bwMode="auto">
              <a:xfrm>
                <a:off x="8805330" y="2264359"/>
                <a:ext cx="2425020" cy="1116000"/>
              </a:xfrm>
              <a:prstGeom prst="rect">
                <a:avLst/>
              </a:prstGeom>
              <a:grp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da-DK" sz="1000" b="0" i="0" u="none" strike="noStrike" kern="0" cap="none" spc="0" normalizeH="0" baseline="0" noProof="0" err="1">
                  <a:ln>
                    <a:noFill/>
                  </a:ln>
                  <a:effectLst/>
                  <a:uLnTx/>
                  <a:uFillTx/>
                  <a:latin typeface="Segoe UI Semibold"/>
                  <a:ea typeface="Segoe UI" pitchFamily="34" charset="0"/>
                  <a:cs typeface="Segoe UI" pitchFamily="34" charset="0"/>
                </a:endParaRPr>
              </a:p>
            </p:txBody>
          </p:sp>
          <p:grpSp>
            <p:nvGrpSpPr>
              <p:cNvPr id="131" name="Group 130">
                <a:extLst>
                  <a:ext uri="{FF2B5EF4-FFF2-40B4-BE49-F238E27FC236}">
                    <a16:creationId xmlns:a16="http://schemas.microsoft.com/office/drawing/2014/main" id="{C97614B6-14AE-4327-A8D4-6B2F9008AA03}"/>
                  </a:ext>
                </a:extLst>
              </p:cNvPr>
              <p:cNvGrpSpPr/>
              <p:nvPr/>
            </p:nvGrpSpPr>
            <p:grpSpPr>
              <a:xfrm>
                <a:off x="10099084" y="2487855"/>
                <a:ext cx="754887" cy="669009"/>
                <a:chOff x="925349" y="3249715"/>
                <a:chExt cx="754887" cy="669009"/>
              </a:xfrm>
              <a:grpFill/>
            </p:grpSpPr>
            <p:sp>
              <p:nvSpPr>
                <p:cNvPr id="132" name="girl" title="Icon of a young woman">
                  <a:extLst>
                    <a:ext uri="{FF2B5EF4-FFF2-40B4-BE49-F238E27FC236}">
                      <a16:creationId xmlns:a16="http://schemas.microsoft.com/office/drawing/2014/main" id="{BC5E883A-1418-46E9-B3BD-6FE29993041F}"/>
                    </a:ext>
                  </a:extLst>
                </p:cNvPr>
                <p:cNvSpPr>
                  <a:spLocks noChangeAspect="1" noEditPoints="1"/>
                </p:cNvSpPr>
                <p:nvPr/>
              </p:nvSpPr>
              <p:spPr bwMode="auto">
                <a:xfrm>
                  <a:off x="1151413" y="3249715"/>
                  <a:ext cx="302761" cy="358570"/>
                </a:xfrm>
                <a:custGeom>
                  <a:avLst/>
                  <a:gdLst>
                    <a:gd name="T0" fmla="*/ 65 w 299"/>
                    <a:gd name="T1" fmla="*/ 119 h 354"/>
                    <a:gd name="T2" fmla="*/ 169 w 299"/>
                    <a:gd name="T3" fmla="*/ 15 h 354"/>
                    <a:gd name="T4" fmla="*/ 273 w 299"/>
                    <a:gd name="T5" fmla="*/ 119 h 354"/>
                    <a:gd name="T6" fmla="*/ 169 w 299"/>
                    <a:gd name="T7" fmla="*/ 223 h 354"/>
                    <a:gd name="T8" fmla="*/ 65 w 299"/>
                    <a:gd name="T9" fmla="*/ 119 h 354"/>
                    <a:gd name="T10" fmla="*/ 299 w 299"/>
                    <a:gd name="T11" fmla="*/ 354 h 354"/>
                    <a:gd name="T12" fmla="*/ 169 w 299"/>
                    <a:gd name="T13" fmla="*/ 223 h 354"/>
                    <a:gd name="T14" fmla="*/ 38 w 299"/>
                    <a:gd name="T15" fmla="*/ 354 h 354"/>
                    <a:gd name="T16" fmla="*/ 112 w 299"/>
                    <a:gd name="T17" fmla="*/ 236 h 354"/>
                    <a:gd name="T18" fmla="*/ 169 w 299"/>
                    <a:gd name="T19" fmla="*/ 289 h 354"/>
                    <a:gd name="T20" fmla="*/ 225 w 299"/>
                    <a:gd name="T21" fmla="*/ 236 h 354"/>
                    <a:gd name="T22" fmla="*/ 105 w 299"/>
                    <a:gd name="T23" fmla="*/ 37 h 354"/>
                    <a:gd name="T24" fmla="*/ 165 w 299"/>
                    <a:gd name="T25" fmla="*/ 85 h 354"/>
                    <a:gd name="T26" fmla="*/ 269 w 299"/>
                    <a:gd name="T27" fmla="*/ 90 h 354"/>
                    <a:gd name="T28" fmla="*/ 69 w 299"/>
                    <a:gd name="T29" fmla="*/ 148 h 354"/>
                    <a:gd name="T30" fmla="*/ 105 w 299"/>
                    <a:gd name="T31" fmla="*/ 107 h 354"/>
                    <a:gd name="T32" fmla="*/ 99 w 299"/>
                    <a:gd name="T33" fmla="*/ 42 h 354"/>
                    <a:gd name="T34" fmla="*/ 105 w 299"/>
                    <a:gd name="T35" fmla="*/ 37 h 354"/>
                    <a:gd name="T36" fmla="*/ 55 w 299"/>
                    <a:gd name="T37" fmla="*/ 25 h 354"/>
                    <a:gd name="T38" fmla="*/ 62 w 299"/>
                    <a:gd name="T39" fmla="*/ 109 h 354"/>
                    <a:gd name="T40" fmla="*/ 0 w 299"/>
                    <a:gd name="T41" fmla="*/ 127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9" h="354">
                      <a:moveTo>
                        <a:pt x="65" y="119"/>
                      </a:moveTo>
                      <a:cubicBezTo>
                        <a:pt x="65" y="62"/>
                        <a:pt x="111" y="15"/>
                        <a:pt x="169" y="15"/>
                      </a:cubicBezTo>
                      <a:cubicBezTo>
                        <a:pt x="226" y="15"/>
                        <a:pt x="273" y="62"/>
                        <a:pt x="273" y="119"/>
                      </a:cubicBezTo>
                      <a:cubicBezTo>
                        <a:pt x="273" y="177"/>
                        <a:pt x="226" y="223"/>
                        <a:pt x="169" y="223"/>
                      </a:cubicBezTo>
                      <a:cubicBezTo>
                        <a:pt x="111" y="223"/>
                        <a:pt x="65" y="177"/>
                        <a:pt x="65" y="119"/>
                      </a:cubicBezTo>
                      <a:close/>
                      <a:moveTo>
                        <a:pt x="299" y="354"/>
                      </a:moveTo>
                      <a:cubicBezTo>
                        <a:pt x="299" y="282"/>
                        <a:pt x="241" y="223"/>
                        <a:pt x="169" y="223"/>
                      </a:cubicBezTo>
                      <a:cubicBezTo>
                        <a:pt x="97" y="223"/>
                        <a:pt x="38" y="282"/>
                        <a:pt x="38" y="354"/>
                      </a:cubicBezTo>
                      <a:moveTo>
                        <a:pt x="112" y="236"/>
                      </a:moveTo>
                      <a:cubicBezTo>
                        <a:pt x="169" y="289"/>
                        <a:pt x="169" y="289"/>
                        <a:pt x="169" y="289"/>
                      </a:cubicBezTo>
                      <a:cubicBezTo>
                        <a:pt x="225" y="236"/>
                        <a:pt x="225" y="236"/>
                        <a:pt x="225" y="236"/>
                      </a:cubicBezTo>
                      <a:moveTo>
                        <a:pt x="105" y="37"/>
                      </a:moveTo>
                      <a:cubicBezTo>
                        <a:pt x="105" y="37"/>
                        <a:pt x="130" y="75"/>
                        <a:pt x="165" y="85"/>
                      </a:cubicBezTo>
                      <a:cubicBezTo>
                        <a:pt x="206" y="96"/>
                        <a:pt x="269" y="90"/>
                        <a:pt x="269" y="90"/>
                      </a:cubicBezTo>
                      <a:moveTo>
                        <a:pt x="69" y="148"/>
                      </a:moveTo>
                      <a:cubicBezTo>
                        <a:pt x="69" y="148"/>
                        <a:pt x="98" y="128"/>
                        <a:pt x="105" y="107"/>
                      </a:cubicBezTo>
                      <a:cubicBezTo>
                        <a:pt x="117" y="68"/>
                        <a:pt x="99" y="42"/>
                        <a:pt x="99" y="42"/>
                      </a:cubicBezTo>
                      <a:moveTo>
                        <a:pt x="105" y="37"/>
                      </a:moveTo>
                      <a:cubicBezTo>
                        <a:pt x="105" y="37"/>
                        <a:pt x="87" y="0"/>
                        <a:pt x="55" y="25"/>
                      </a:cubicBezTo>
                      <a:cubicBezTo>
                        <a:pt x="28" y="47"/>
                        <a:pt x="66" y="87"/>
                        <a:pt x="62" y="109"/>
                      </a:cubicBezTo>
                      <a:cubicBezTo>
                        <a:pt x="55" y="139"/>
                        <a:pt x="0" y="127"/>
                        <a:pt x="0" y="127"/>
                      </a:cubicBezTo>
                    </a:path>
                  </a:pathLst>
                </a:custGeom>
                <a:grpFill/>
                <a:ln w="15875"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effectLst/>
                    <a:uLnTx/>
                    <a:uFillTx/>
                    <a:latin typeface="Tw Cen MT" panose="020B0602020104020603"/>
                    <a:ea typeface="+mn-ea"/>
                    <a:cs typeface="+mn-cs"/>
                  </a:endParaRPr>
                </a:p>
              </p:txBody>
            </p:sp>
            <p:sp>
              <p:nvSpPr>
                <p:cNvPr id="133" name="TextBox 132">
                  <a:extLst>
                    <a:ext uri="{FF2B5EF4-FFF2-40B4-BE49-F238E27FC236}">
                      <a16:creationId xmlns:a16="http://schemas.microsoft.com/office/drawing/2014/main" id="{4F4FE382-BA56-491A-8893-DE64AA4CFA21}"/>
                    </a:ext>
                  </a:extLst>
                </p:cNvPr>
                <p:cNvSpPr txBox="1"/>
                <p:nvPr/>
              </p:nvSpPr>
              <p:spPr>
                <a:xfrm>
                  <a:off x="925349" y="3734058"/>
                  <a:ext cx="754887" cy="184666"/>
                </a:xfrm>
                <a:prstGeom prst="rect">
                  <a:avLst/>
                </a:prstGeom>
                <a:grp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200" b="1" i="0" u="none" strike="noStrike" kern="1200" cap="none" spc="0" normalizeH="0" baseline="0" noProof="0" dirty="0">
                      <a:ln>
                        <a:noFill/>
                      </a:ln>
                      <a:effectLst/>
                      <a:uLnTx/>
                      <a:uFillTx/>
                      <a:latin typeface="Tw Cen MT" panose="020B0602020104020603"/>
                      <a:ea typeface="+mn-ea"/>
                      <a:cs typeface="+mn-cs"/>
                    </a:rPr>
                    <a:t>Data User 1</a:t>
                  </a:r>
                </a:p>
              </p:txBody>
            </p:sp>
          </p:grpSp>
          <p:pic>
            <p:nvPicPr>
              <p:cNvPr id="145" name="Graphic 144">
                <a:extLst>
                  <a:ext uri="{FF2B5EF4-FFF2-40B4-BE49-F238E27FC236}">
                    <a16:creationId xmlns:a16="http://schemas.microsoft.com/office/drawing/2014/main" id="{92BBDE6D-F3E3-4DCB-96EB-BD4D905CA1A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48033" y="2569376"/>
                <a:ext cx="448037" cy="448037"/>
              </a:xfrm>
              <a:prstGeom prst="rect">
                <a:avLst/>
              </a:prstGeom>
            </p:spPr>
          </p:pic>
        </p:grpSp>
        <p:sp>
          <p:nvSpPr>
            <p:cNvPr id="157" name="Rectangle 156">
              <a:extLst>
                <a:ext uri="{FF2B5EF4-FFF2-40B4-BE49-F238E27FC236}">
                  <a16:creationId xmlns:a16="http://schemas.microsoft.com/office/drawing/2014/main" id="{E8524693-DBA4-491E-9606-E13A1A48AC94}"/>
                </a:ext>
              </a:extLst>
            </p:cNvPr>
            <p:cNvSpPr/>
            <p:nvPr/>
          </p:nvSpPr>
          <p:spPr bwMode="auto">
            <a:xfrm>
              <a:off x="8289659" y="2208943"/>
              <a:ext cx="743849" cy="1116000"/>
            </a:xfrm>
            <a:prstGeom prst="rect">
              <a:avLst/>
            </a:prstGeom>
            <a:grp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da-DK" sz="1000" b="0" i="0" u="none" strike="noStrike" kern="0" cap="none" spc="0" normalizeH="0" baseline="0" noProof="0" err="1">
                <a:ln>
                  <a:noFill/>
                </a:ln>
                <a:effectLst/>
                <a:uLnTx/>
                <a:uFillTx/>
                <a:latin typeface="Segoe UI Semibold"/>
                <a:ea typeface="Segoe UI" pitchFamily="34" charset="0"/>
                <a:cs typeface="Segoe UI" pitchFamily="34" charset="0"/>
              </a:endParaRPr>
            </a:p>
          </p:txBody>
        </p:sp>
        <p:sp>
          <p:nvSpPr>
            <p:cNvPr id="99" name="Rectangle 98">
              <a:extLst>
                <a:ext uri="{FF2B5EF4-FFF2-40B4-BE49-F238E27FC236}">
                  <a16:creationId xmlns:a16="http://schemas.microsoft.com/office/drawing/2014/main" id="{904BD8E3-8DA0-4396-9CEB-552AF4C3BD1B}"/>
                </a:ext>
              </a:extLst>
            </p:cNvPr>
            <p:cNvSpPr/>
            <p:nvPr/>
          </p:nvSpPr>
          <p:spPr bwMode="auto">
            <a:xfrm>
              <a:off x="8371228" y="2345969"/>
              <a:ext cx="1704090" cy="900000"/>
            </a:xfrm>
            <a:prstGeom prst="rect">
              <a:avLst/>
            </a:prstGeom>
            <a:grp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sz="1200" kern="0" dirty="0">
                  <a:latin typeface="Segoe UI Semibold"/>
                  <a:cs typeface="Segoe UI" pitchFamily="34" charset="0"/>
                </a:rPr>
                <a:t>Data Product</a:t>
              </a:r>
              <a:r>
                <a:rPr kumimoji="0" lang="en-US" sz="1200" b="0" i="0" u="none" strike="noStrike" kern="0" cap="none" spc="0" normalizeH="0" baseline="0" noProof="0" dirty="0">
                  <a:ln>
                    <a:noFill/>
                  </a:ln>
                  <a:effectLst/>
                  <a:uLnTx/>
                  <a:uFillTx/>
                  <a:latin typeface="Segoe UI Semibold"/>
                  <a:ea typeface="+mj-ea"/>
                  <a:cs typeface="Segoe UI" pitchFamily="34" charset="0"/>
                </a:rPr>
                <a:t> A</a:t>
              </a:r>
            </a:p>
          </p:txBody>
        </p:sp>
        <p:sp>
          <p:nvSpPr>
            <p:cNvPr id="8" name="Rectangle 7">
              <a:extLst>
                <a:ext uri="{FF2B5EF4-FFF2-40B4-BE49-F238E27FC236}">
                  <a16:creationId xmlns:a16="http://schemas.microsoft.com/office/drawing/2014/main" id="{31F238DE-C510-4464-AE2A-E5EBEC0C6A30}"/>
                </a:ext>
              </a:extLst>
            </p:cNvPr>
            <p:cNvSpPr/>
            <p:nvPr/>
          </p:nvSpPr>
          <p:spPr bwMode="auto">
            <a:xfrm>
              <a:off x="8835606" y="2697949"/>
              <a:ext cx="792000" cy="360000"/>
            </a:xfrm>
            <a:prstGeom prst="rect">
              <a:avLst/>
            </a:prstGeom>
            <a:grpFill/>
            <a:ln w="38100">
              <a:solidFill>
                <a:srgbClr val="D9D9D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400" b="0" i="0" u="none" strike="noStrike" kern="1200" cap="none" spc="0" normalizeH="0" baseline="0" noProof="0" dirty="0">
                  <a:ln>
                    <a:noFill/>
                  </a:ln>
                  <a:solidFill>
                    <a:schemeClr val="tx1"/>
                  </a:solidFill>
                  <a:effectLst/>
                  <a:uLnTx/>
                  <a:uFillTx/>
                  <a:latin typeface="Tw Cen MT" panose="020B0602020104020603"/>
                  <a:ea typeface="Segoe UI" pitchFamily="34" charset="0"/>
                  <a:cs typeface="Segoe UI" pitchFamily="34" charset="0"/>
                </a:rPr>
                <a:t>1</a:t>
              </a:r>
            </a:p>
          </p:txBody>
        </p:sp>
        <p:sp>
          <p:nvSpPr>
            <p:cNvPr id="88" name="Speech Bubble: Rectangle 87">
              <a:extLst>
                <a:ext uri="{FF2B5EF4-FFF2-40B4-BE49-F238E27FC236}">
                  <a16:creationId xmlns:a16="http://schemas.microsoft.com/office/drawing/2014/main" id="{6F5F0ACC-C0F9-469A-A61D-3145303EC257}"/>
                </a:ext>
              </a:extLst>
            </p:cNvPr>
            <p:cNvSpPr/>
            <p:nvPr/>
          </p:nvSpPr>
          <p:spPr bwMode="auto">
            <a:xfrm>
              <a:off x="10821870" y="2155391"/>
              <a:ext cx="662415" cy="286955"/>
            </a:xfrm>
            <a:prstGeom prst="wedgeRectCallout">
              <a:avLst>
                <a:gd name="adj1" fmla="val -46132"/>
                <a:gd name="adj2" fmla="val 92442"/>
              </a:avLst>
            </a:prstGeom>
            <a:grp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54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200" b="0" i="0" u="none" strike="noStrike" kern="1200" cap="none" spc="0" normalizeH="0" baseline="0" noProof="0" dirty="0">
                  <a:ln>
                    <a:noFill/>
                  </a:ln>
                  <a:solidFill>
                    <a:schemeClr val="tx1"/>
                  </a:solidFill>
                  <a:effectLst/>
                  <a:uLnTx/>
                  <a:uFillTx/>
                  <a:latin typeface="Tw Cen MT" panose="020B0602020104020603"/>
                  <a:ea typeface="Segoe UI" pitchFamily="34" charset="0"/>
                  <a:cs typeface="Segoe UI" pitchFamily="34" charset="0"/>
                </a:rPr>
                <a:t>1</a:t>
              </a:r>
              <a:endParaRPr kumimoji="0" lang="da-DK" sz="3200" b="0" i="0" u="none" strike="noStrike" kern="1200" cap="none" spc="0" normalizeH="0" baseline="0" noProof="0" dirty="0">
                <a:ln>
                  <a:noFill/>
                </a:ln>
                <a:solidFill>
                  <a:schemeClr val="tx1"/>
                </a:solidFill>
                <a:effectLst/>
                <a:uLnTx/>
                <a:uFillTx/>
                <a:latin typeface="Tw Cen MT" panose="020B0602020104020603"/>
                <a:ea typeface="Segoe UI" pitchFamily="34" charset="0"/>
                <a:cs typeface="Segoe UI" pitchFamily="34" charset="0"/>
              </a:endParaRPr>
            </a:p>
          </p:txBody>
        </p:sp>
      </p:grpSp>
      <p:grpSp>
        <p:nvGrpSpPr>
          <p:cNvPr id="21" name="Group 20">
            <a:extLst>
              <a:ext uri="{FF2B5EF4-FFF2-40B4-BE49-F238E27FC236}">
                <a16:creationId xmlns:a16="http://schemas.microsoft.com/office/drawing/2014/main" id="{C8E21171-B7E4-4BF2-9598-C75712A08771}"/>
              </a:ext>
            </a:extLst>
          </p:cNvPr>
          <p:cNvGrpSpPr/>
          <p:nvPr/>
        </p:nvGrpSpPr>
        <p:grpSpPr>
          <a:xfrm>
            <a:off x="8286288" y="3387673"/>
            <a:ext cx="3197997" cy="1154296"/>
            <a:chOff x="8286288" y="3387673"/>
            <a:chExt cx="3197997" cy="1154296"/>
          </a:xfrm>
          <a:solidFill>
            <a:schemeClr val="accent2">
              <a:lumMod val="75000"/>
            </a:schemeClr>
          </a:solidFill>
        </p:grpSpPr>
        <p:grpSp>
          <p:nvGrpSpPr>
            <p:cNvPr id="93" name="Group 92">
              <a:extLst>
                <a:ext uri="{FF2B5EF4-FFF2-40B4-BE49-F238E27FC236}">
                  <a16:creationId xmlns:a16="http://schemas.microsoft.com/office/drawing/2014/main" id="{8F41725E-83B2-4FB5-9EB2-A02CF04F6BF8}"/>
                </a:ext>
              </a:extLst>
            </p:cNvPr>
            <p:cNvGrpSpPr/>
            <p:nvPr/>
          </p:nvGrpSpPr>
          <p:grpSpPr>
            <a:xfrm>
              <a:off x="9003424" y="3425969"/>
              <a:ext cx="2425020" cy="1116000"/>
              <a:chOff x="8809463" y="3481385"/>
              <a:chExt cx="2425020" cy="1116000"/>
            </a:xfrm>
            <a:grpFill/>
          </p:grpSpPr>
          <p:sp>
            <p:nvSpPr>
              <p:cNvPr id="119" name="Rectangle 118">
                <a:extLst>
                  <a:ext uri="{FF2B5EF4-FFF2-40B4-BE49-F238E27FC236}">
                    <a16:creationId xmlns:a16="http://schemas.microsoft.com/office/drawing/2014/main" id="{62FA1BF6-21A2-4AD4-941A-EB05276FAACF}"/>
                  </a:ext>
                </a:extLst>
              </p:cNvPr>
              <p:cNvSpPr/>
              <p:nvPr/>
            </p:nvSpPr>
            <p:spPr bwMode="auto">
              <a:xfrm>
                <a:off x="8809463" y="3481385"/>
                <a:ext cx="2425020" cy="1116000"/>
              </a:xfrm>
              <a:prstGeom prst="rect">
                <a:avLst/>
              </a:prstGeom>
              <a:grp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da-DK" sz="1000" b="0" i="0" u="none" strike="noStrike" kern="0" cap="none" spc="0" normalizeH="0" baseline="0" noProof="0" err="1">
                  <a:ln>
                    <a:noFill/>
                  </a:ln>
                  <a:solidFill>
                    <a:srgbClr val="1A1A1A"/>
                  </a:solidFill>
                  <a:effectLst/>
                  <a:uLnTx/>
                  <a:uFillTx/>
                  <a:latin typeface="Segoe UI Semibold"/>
                  <a:ea typeface="Segoe UI" pitchFamily="34" charset="0"/>
                  <a:cs typeface="Segoe UI" pitchFamily="34" charset="0"/>
                </a:endParaRPr>
              </a:p>
            </p:txBody>
          </p:sp>
          <p:grpSp>
            <p:nvGrpSpPr>
              <p:cNvPr id="120" name="Group 119">
                <a:extLst>
                  <a:ext uri="{FF2B5EF4-FFF2-40B4-BE49-F238E27FC236}">
                    <a16:creationId xmlns:a16="http://schemas.microsoft.com/office/drawing/2014/main" id="{DEF7CF7B-D59C-4DD2-A0BD-2DC9E2C09E5A}"/>
                  </a:ext>
                </a:extLst>
              </p:cNvPr>
              <p:cNvGrpSpPr/>
              <p:nvPr/>
            </p:nvGrpSpPr>
            <p:grpSpPr>
              <a:xfrm>
                <a:off x="10099087" y="3701925"/>
                <a:ext cx="754887" cy="674921"/>
                <a:chOff x="925352" y="2252187"/>
                <a:chExt cx="754887" cy="674921"/>
              </a:xfrm>
              <a:grpFill/>
            </p:grpSpPr>
            <p:sp>
              <p:nvSpPr>
                <p:cNvPr id="121" name="boy" title="Icon of a man">
                  <a:extLst>
                    <a:ext uri="{FF2B5EF4-FFF2-40B4-BE49-F238E27FC236}">
                      <a16:creationId xmlns:a16="http://schemas.microsoft.com/office/drawing/2014/main" id="{8FECDC74-8A20-40B8-A2B6-7480137ED558}"/>
                    </a:ext>
                  </a:extLst>
                </p:cNvPr>
                <p:cNvSpPr>
                  <a:spLocks noChangeAspect="1" noEditPoints="1"/>
                </p:cNvSpPr>
                <p:nvPr/>
              </p:nvSpPr>
              <p:spPr bwMode="auto">
                <a:xfrm>
                  <a:off x="1178687" y="2252187"/>
                  <a:ext cx="275487" cy="358570"/>
                </a:xfrm>
                <a:custGeom>
                  <a:avLst/>
                  <a:gdLst>
                    <a:gd name="T0" fmla="*/ 27 w 261"/>
                    <a:gd name="T1" fmla="*/ 104 h 339"/>
                    <a:gd name="T2" fmla="*/ 131 w 261"/>
                    <a:gd name="T3" fmla="*/ 0 h 339"/>
                    <a:gd name="T4" fmla="*/ 235 w 261"/>
                    <a:gd name="T5" fmla="*/ 104 h 339"/>
                    <a:gd name="T6" fmla="*/ 131 w 261"/>
                    <a:gd name="T7" fmla="*/ 208 h 339"/>
                    <a:gd name="T8" fmla="*/ 27 w 261"/>
                    <a:gd name="T9" fmla="*/ 104 h 339"/>
                    <a:gd name="T10" fmla="*/ 261 w 261"/>
                    <a:gd name="T11" fmla="*/ 339 h 339"/>
                    <a:gd name="T12" fmla="*/ 131 w 261"/>
                    <a:gd name="T13" fmla="*/ 208 h 339"/>
                    <a:gd name="T14" fmla="*/ 0 w 261"/>
                    <a:gd name="T15" fmla="*/ 339 h 339"/>
                    <a:gd name="T16" fmla="*/ 74 w 261"/>
                    <a:gd name="T17" fmla="*/ 221 h 339"/>
                    <a:gd name="T18" fmla="*/ 131 w 261"/>
                    <a:gd name="T19" fmla="*/ 274 h 339"/>
                    <a:gd name="T20" fmla="*/ 187 w 261"/>
                    <a:gd name="T21" fmla="*/ 221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1" h="339">
                      <a:moveTo>
                        <a:pt x="27" y="104"/>
                      </a:moveTo>
                      <a:cubicBezTo>
                        <a:pt x="27" y="47"/>
                        <a:pt x="73" y="0"/>
                        <a:pt x="131" y="0"/>
                      </a:cubicBezTo>
                      <a:cubicBezTo>
                        <a:pt x="188" y="0"/>
                        <a:pt x="235" y="47"/>
                        <a:pt x="235" y="104"/>
                      </a:cubicBezTo>
                      <a:cubicBezTo>
                        <a:pt x="235" y="162"/>
                        <a:pt x="188" y="208"/>
                        <a:pt x="131" y="208"/>
                      </a:cubicBezTo>
                      <a:cubicBezTo>
                        <a:pt x="73" y="208"/>
                        <a:pt x="27" y="162"/>
                        <a:pt x="27" y="104"/>
                      </a:cubicBezTo>
                      <a:close/>
                      <a:moveTo>
                        <a:pt x="261" y="339"/>
                      </a:moveTo>
                      <a:cubicBezTo>
                        <a:pt x="261" y="267"/>
                        <a:pt x="203" y="208"/>
                        <a:pt x="131" y="208"/>
                      </a:cubicBezTo>
                      <a:cubicBezTo>
                        <a:pt x="59" y="208"/>
                        <a:pt x="0" y="267"/>
                        <a:pt x="0" y="339"/>
                      </a:cubicBezTo>
                      <a:moveTo>
                        <a:pt x="74" y="221"/>
                      </a:moveTo>
                      <a:cubicBezTo>
                        <a:pt x="131" y="274"/>
                        <a:pt x="131" y="274"/>
                        <a:pt x="131" y="274"/>
                      </a:cubicBezTo>
                      <a:cubicBezTo>
                        <a:pt x="187" y="221"/>
                        <a:pt x="187" y="221"/>
                        <a:pt x="187" y="221"/>
                      </a:cubicBezTo>
                    </a:path>
                  </a:pathLst>
                </a:custGeom>
                <a:grpFill/>
                <a:ln w="15875"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2" name="TextBox 121">
                  <a:extLst>
                    <a:ext uri="{FF2B5EF4-FFF2-40B4-BE49-F238E27FC236}">
                      <a16:creationId xmlns:a16="http://schemas.microsoft.com/office/drawing/2014/main" id="{830FC5F4-BC17-471A-981F-8AFFCE34580A}"/>
                    </a:ext>
                  </a:extLst>
                </p:cNvPr>
                <p:cNvSpPr txBox="1"/>
                <p:nvPr/>
              </p:nvSpPr>
              <p:spPr>
                <a:xfrm>
                  <a:off x="925352" y="2742442"/>
                  <a:ext cx="754887" cy="184666"/>
                </a:xfrm>
                <a:prstGeom prst="rect">
                  <a:avLst/>
                </a:prstGeom>
                <a:grp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200" b="1" i="0" u="none" strike="noStrike" kern="1200" cap="none" spc="0" normalizeH="0" baseline="0" noProof="0" dirty="0">
                      <a:ln>
                        <a:noFill/>
                      </a:ln>
                      <a:effectLst/>
                      <a:uLnTx/>
                      <a:uFillTx/>
                      <a:latin typeface="Tw Cen MT" panose="020B0602020104020603"/>
                      <a:ea typeface="+mn-ea"/>
                      <a:cs typeface="+mn-cs"/>
                    </a:rPr>
                    <a:t>Data User 2</a:t>
                  </a:r>
                </a:p>
              </p:txBody>
            </p:sp>
          </p:grpSp>
          <p:pic>
            <p:nvPicPr>
              <p:cNvPr id="146" name="Picture 10" descr="Apache Parquet logo">
                <a:extLst>
                  <a:ext uri="{FF2B5EF4-FFF2-40B4-BE49-F238E27FC236}">
                    <a16:creationId xmlns:a16="http://schemas.microsoft.com/office/drawing/2014/main" id="{24B302EA-0AC2-4068-AA3E-2099DDD0D3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27828" y="3881210"/>
                <a:ext cx="878584" cy="287285"/>
              </a:xfrm>
              <a:prstGeom prst="rect">
                <a:avLst/>
              </a:prstGeom>
              <a:grpFill/>
            </p:spPr>
          </p:pic>
        </p:grpSp>
        <p:sp>
          <p:nvSpPr>
            <p:cNvPr id="153" name="Rectangle 152">
              <a:extLst>
                <a:ext uri="{FF2B5EF4-FFF2-40B4-BE49-F238E27FC236}">
                  <a16:creationId xmlns:a16="http://schemas.microsoft.com/office/drawing/2014/main" id="{3241A9F4-1D81-4C24-96DC-418DF00C2651}"/>
                </a:ext>
              </a:extLst>
            </p:cNvPr>
            <p:cNvSpPr/>
            <p:nvPr/>
          </p:nvSpPr>
          <p:spPr bwMode="auto">
            <a:xfrm>
              <a:off x="8286288" y="3425969"/>
              <a:ext cx="751353" cy="1116000"/>
            </a:xfrm>
            <a:prstGeom prst="rect">
              <a:avLst/>
            </a:prstGeom>
            <a:grp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da-DK" sz="1000" b="0" i="0" u="none" strike="noStrike" kern="0" cap="none" spc="0" normalizeH="0" baseline="0" noProof="0" err="1">
                <a:ln>
                  <a:noFill/>
                </a:ln>
                <a:solidFill>
                  <a:srgbClr val="1A1A1A"/>
                </a:solidFill>
                <a:effectLst/>
                <a:uLnTx/>
                <a:uFillTx/>
                <a:latin typeface="Segoe UI Semibold"/>
                <a:ea typeface="Segoe UI" pitchFamily="34" charset="0"/>
                <a:cs typeface="Segoe UI" pitchFamily="34" charset="0"/>
              </a:endParaRPr>
            </a:p>
          </p:txBody>
        </p:sp>
        <p:sp>
          <p:nvSpPr>
            <p:cNvPr id="101" name="Rectangle 100">
              <a:extLst>
                <a:ext uri="{FF2B5EF4-FFF2-40B4-BE49-F238E27FC236}">
                  <a16:creationId xmlns:a16="http://schemas.microsoft.com/office/drawing/2014/main" id="{8D4207B9-70C8-410A-A376-1ACAF27D7640}"/>
                </a:ext>
              </a:extLst>
            </p:cNvPr>
            <p:cNvSpPr/>
            <p:nvPr/>
          </p:nvSpPr>
          <p:spPr bwMode="auto">
            <a:xfrm>
              <a:off x="8388233" y="3537009"/>
              <a:ext cx="1704090" cy="900000"/>
            </a:xfrm>
            <a:prstGeom prst="rect">
              <a:avLst/>
            </a:prstGeom>
            <a:grp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sz="1200" kern="0">
                  <a:solidFill>
                    <a:srgbClr val="1A1A1A"/>
                  </a:solidFill>
                  <a:latin typeface="Segoe UI Semibold"/>
                  <a:cs typeface="Segoe UI" pitchFamily="34" charset="0"/>
                </a:rPr>
                <a:t>Data Product</a:t>
              </a:r>
              <a:r>
                <a:rPr kumimoji="0" lang="en-US" sz="1200" b="0" i="0" u="none" strike="noStrike" kern="0" cap="none" spc="0" normalizeH="0" baseline="0" noProof="0">
                  <a:ln>
                    <a:noFill/>
                  </a:ln>
                  <a:solidFill>
                    <a:srgbClr val="1A1A1A"/>
                  </a:solidFill>
                  <a:effectLst/>
                  <a:uLnTx/>
                  <a:uFillTx/>
                  <a:latin typeface="Segoe UI Semibold"/>
                  <a:ea typeface="+mj-ea"/>
                  <a:cs typeface="Segoe UI" pitchFamily="34" charset="0"/>
                </a:rPr>
                <a:t> B</a:t>
              </a:r>
            </a:p>
          </p:txBody>
        </p:sp>
        <p:sp>
          <p:nvSpPr>
            <p:cNvPr id="9" name="Rectangle 8">
              <a:extLst>
                <a:ext uri="{FF2B5EF4-FFF2-40B4-BE49-F238E27FC236}">
                  <a16:creationId xmlns:a16="http://schemas.microsoft.com/office/drawing/2014/main" id="{390CC611-CF27-4BDC-82E1-5E932F030C69}"/>
                </a:ext>
              </a:extLst>
            </p:cNvPr>
            <p:cNvSpPr/>
            <p:nvPr/>
          </p:nvSpPr>
          <p:spPr bwMode="auto">
            <a:xfrm>
              <a:off x="8822734" y="3951528"/>
              <a:ext cx="792000" cy="360000"/>
            </a:xfrm>
            <a:prstGeom prst="rect">
              <a:avLst/>
            </a:prstGeom>
            <a:grpFill/>
            <a:ln w="38100">
              <a:solidFill>
                <a:srgbClr val="D9D9D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400" b="0" i="0" u="none" strike="noStrike" kern="1200" cap="none" spc="0" normalizeH="0" baseline="0" noProof="0" dirty="0">
                  <a:ln>
                    <a:noFill/>
                  </a:ln>
                  <a:solidFill>
                    <a:srgbClr val="FFFFFF"/>
                  </a:solidFill>
                  <a:effectLst/>
                  <a:uLnTx/>
                  <a:uFillTx/>
                  <a:latin typeface="Tw Cen MT" panose="020B0602020104020603"/>
                  <a:ea typeface="Segoe UI" pitchFamily="34" charset="0"/>
                  <a:cs typeface="Segoe UI" pitchFamily="34" charset="0"/>
                </a:rPr>
                <a:t>1+2-3</a:t>
              </a:r>
            </a:p>
          </p:txBody>
        </p:sp>
        <p:sp>
          <p:nvSpPr>
            <p:cNvPr id="89" name="Speech Bubble: Rectangle 88">
              <a:extLst>
                <a:ext uri="{FF2B5EF4-FFF2-40B4-BE49-F238E27FC236}">
                  <a16:creationId xmlns:a16="http://schemas.microsoft.com/office/drawing/2014/main" id="{48EFF318-4305-465A-A1A7-3CEEC393506A}"/>
                </a:ext>
              </a:extLst>
            </p:cNvPr>
            <p:cNvSpPr/>
            <p:nvPr/>
          </p:nvSpPr>
          <p:spPr bwMode="auto">
            <a:xfrm>
              <a:off x="10821870" y="3387673"/>
              <a:ext cx="662415" cy="286955"/>
            </a:xfrm>
            <a:prstGeom prst="wedgeRectCallout">
              <a:avLst>
                <a:gd name="adj1" fmla="val -46132"/>
                <a:gd name="adj2" fmla="val 92442"/>
              </a:avLst>
            </a:prstGeom>
            <a:grp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54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200" b="0" i="0" u="none" strike="noStrike" kern="1200" cap="none" spc="0" normalizeH="0" baseline="0" noProof="0" dirty="0">
                  <a:ln>
                    <a:noFill/>
                  </a:ln>
                  <a:solidFill>
                    <a:schemeClr val="bg1"/>
                  </a:solidFill>
                  <a:effectLst/>
                  <a:uLnTx/>
                  <a:uFillTx/>
                  <a:latin typeface="Tw Cen MT" panose="020B0602020104020603"/>
                  <a:ea typeface="Segoe UI" pitchFamily="34" charset="0"/>
                  <a:cs typeface="Segoe UI" pitchFamily="34" charset="0"/>
                </a:rPr>
                <a:t>1+2-3</a:t>
              </a:r>
              <a:endParaRPr kumimoji="0" lang="da-DK" sz="3200" b="0" i="0" u="none" strike="noStrike" kern="1200" cap="none" spc="0" normalizeH="0" baseline="0" noProof="0" dirty="0">
                <a:ln>
                  <a:noFill/>
                </a:ln>
                <a:solidFill>
                  <a:schemeClr val="bg1"/>
                </a:solidFill>
                <a:effectLst/>
                <a:uLnTx/>
                <a:uFillTx/>
                <a:latin typeface="Tw Cen MT" panose="020B0602020104020603"/>
                <a:ea typeface="Segoe UI" pitchFamily="34" charset="0"/>
                <a:cs typeface="Segoe UI" pitchFamily="34" charset="0"/>
              </a:endParaRPr>
            </a:p>
          </p:txBody>
        </p:sp>
      </p:grpSp>
      <p:grpSp>
        <p:nvGrpSpPr>
          <p:cNvPr id="23" name="Group 22">
            <a:extLst>
              <a:ext uri="{FF2B5EF4-FFF2-40B4-BE49-F238E27FC236}">
                <a16:creationId xmlns:a16="http://schemas.microsoft.com/office/drawing/2014/main" id="{486FD0B0-1256-414B-9FD0-3F541BC952D5}"/>
              </a:ext>
            </a:extLst>
          </p:cNvPr>
          <p:cNvGrpSpPr/>
          <p:nvPr/>
        </p:nvGrpSpPr>
        <p:grpSpPr>
          <a:xfrm>
            <a:off x="8270009" y="4603659"/>
            <a:ext cx="3214276" cy="1151261"/>
            <a:chOff x="8270009" y="4603659"/>
            <a:chExt cx="3214276" cy="1151261"/>
          </a:xfrm>
          <a:solidFill>
            <a:schemeClr val="accent2">
              <a:lumMod val="75000"/>
            </a:schemeClr>
          </a:solidFill>
        </p:grpSpPr>
        <p:grpSp>
          <p:nvGrpSpPr>
            <p:cNvPr id="94" name="Group 93">
              <a:extLst>
                <a:ext uri="{FF2B5EF4-FFF2-40B4-BE49-F238E27FC236}">
                  <a16:creationId xmlns:a16="http://schemas.microsoft.com/office/drawing/2014/main" id="{E2A48F55-B2E2-441F-9C18-C4BB5E8A8240}"/>
                </a:ext>
              </a:extLst>
            </p:cNvPr>
            <p:cNvGrpSpPr/>
            <p:nvPr/>
          </p:nvGrpSpPr>
          <p:grpSpPr>
            <a:xfrm>
              <a:off x="8999291" y="4638920"/>
              <a:ext cx="2425020" cy="1116000"/>
              <a:chOff x="8805330" y="4694336"/>
              <a:chExt cx="2425020" cy="1116000"/>
            </a:xfrm>
            <a:grpFill/>
          </p:grpSpPr>
          <p:sp>
            <p:nvSpPr>
              <p:cNvPr id="123" name="Rectangle 122">
                <a:extLst>
                  <a:ext uri="{FF2B5EF4-FFF2-40B4-BE49-F238E27FC236}">
                    <a16:creationId xmlns:a16="http://schemas.microsoft.com/office/drawing/2014/main" id="{4077FF67-C7BB-4621-86C8-5F19EB049BBA}"/>
                  </a:ext>
                </a:extLst>
              </p:cNvPr>
              <p:cNvSpPr/>
              <p:nvPr/>
            </p:nvSpPr>
            <p:spPr bwMode="auto">
              <a:xfrm>
                <a:off x="8805330" y="4694336"/>
                <a:ext cx="2425020" cy="1116000"/>
              </a:xfrm>
              <a:prstGeom prst="rect">
                <a:avLst/>
              </a:prstGeom>
              <a:grp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da-DK" sz="1000" b="0" i="0" u="none" strike="noStrike" kern="0" cap="none" spc="0" normalizeH="0" baseline="0" noProof="0" err="1">
                  <a:ln>
                    <a:noFill/>
                  </a:ln>
                  <a:effectLst/>
                  <a:uLnTx/>
                  <a:uFillTx/>
                  <a:latin typeface="Segoe UI Semibold"/>
                  <a:ea typeface="Segoe UI" pitchFamily="34" charset="0"/>
                  <a:cs typeface="Segoe UI" pitchFamily="34" charset="0"/>
                </a:endParaRPr>
              </a:p>
            </p:txBody>
          </p:sp>
          <p:grpSp>
            <p:nvGrpSpPr>
              <p:cNvPr id="134" name="Group 133">
                <a:extLst>
                  <a:ext uri="{FF2B5EF4-FFF2-40B4-BE49-F238E27FC236}">
                    <a16:creationId xmlns:a16="http://schemas.microsoft.com/office/drawing/2014/main" id="{39B5F84D-7FAC-4A16-8C95-424AEDAAA216}"/>
                  </a:ext>
                </a:extLst>
              </p:cNvPr>
              <p:cNvGrpSpPr/>
              <p:nvPr/>
            </p:nvGrpSpPr>
            <p:grpSpPr>
              <a:xfrm>
                <a:off x="10099087" y="4917832"/>
                <a:ext cx="754887" cy="669009"/>
                <a:chOff x="925352" y="3249715"/>
                <a:chExt cx="754887" cy="669009"/>
              </a:xfrm>
              <a:grpFill/>
            </p:grpSpPr>
            <p:sp>
              <p:nvSpPr>
                <p:cNvPr id="135" name="girl" title="Icon of a young woman">
                  <a:extLst>
                    <a:ext uri="{FF2B5EF4-FFF2-40B4-BE49-F238E27FC236}">
                      <a16:creationId xmlns:a16="http://schemas.microsoft.com/office/drawing/2014/main" id="{03635D0D-6B20-44B3-AC25-FCB11D4F6823}"/>
                    </a:ext>
                  </a:extLst>
                </p:cNvPr>
                <p:cNvSpPr>
                  <a:spLocks noChangeAspect="1" noEditPoints="1"/>
                </p:cNvSpPr>
                <p:nvPr/>
              </p:nvSpPr>
              <p:spPr bwMode="auto">
                <a:xfrm>
                  <a:off x="1151413" y="3249715"/>
                  <a:ext cx="302761" cy="358570"/>
                </a:xfrm>
                <a:custGeom>
                  <a:avLst/>
                  <a:gdLst>
                    <a:gd name="T0" fmla="*/ 65 w 299"/>
                    <a:gd name="T1" fmla="*/ 119 h 354"/>
                    <a:gd name="T2" fmla="*/ 169 w 299"/>
                    <a:gd name="T3" fmla="*/ 15 h 354"/>
                    <a:gd name="T4" fmla="*/ 273 w 299"/>
                    <a:gd name="T5" fmla="*/ 119 h 354"/>
                    <a:gd name="T6" fmla="*/ 169 w 299"/>
                    <a:gd name="T7" fmla="*/ 223 h 354"/>
                    <a:gd name="T8" fmla="*/ 65 w 299"/>
                    <a:gd name="T9" fmla="*/ 119 h 354"/>
                    <a:gd name="T10" fmla="*/ 299 w 299"/>
                    <a:gd name="T11" fmla="*/ 354 h 354"/>
                    <a:gd name="T12" fmla="*/ 169 w 299"/>
                    <a:gd name="T13" fmla="*/ 223 h 354"/>
                    <a:gd name="T14" fmla="*/ 38 w 299"/>
                    <a:gd name="T15" fmla="*/ 354 h 354"/>
                    <a:gd name="T16" fmla="*/ 112 w 299"/>
                    <a:gd name="T17" fmla="*/ 236 h 354"/>
                    <a:gd name="T18" fmla="*/ 169 w 299"/>
                    <a:gd name="T19" fmla="*/ 289 h 354"/>
                    <a:gd name="T20" fmla="*/ 225 w 299"/>
                    <a:gd name="T21" fmla="*/ 236 h 354"/>
                    <a:gd name="T22" fmla="*/ 105 w 299"/>
                    <a:gd name="T23" fmla="*/ 37 h 354"/>
                    <a:gd name="T24" fmla="*/ 165 w 299"/>
                    <a:gd name="T25" fmla="*/ 85 h 354"/>
                    <a:gd name="T26" fmla="*/ 269 w 299"/>
                    <a:gd name="T27" fmla="*/ 90 h 354"/>
                    <a:gd name="T28" fmla="*/ 69 w 299"/>
                    <a:gd name="T29" fmla="*/ 148 h 354"/>
                    <a:gd name="T30" fmla="*/ 105 w 299"/>
                    <a:gd name="T31" fmla="*/ 107 h 354"/>
                    <a:gd name="T32" fmla="*/ 99 w 299"/>
                    <a:gd name="T33" fmla="*/ 42 h 354"/>
                    <a:gd name="T34" fmla="*/ 105 w 299"/>
                    <a:gd name="T35" fmla="*/ 37 h 354"/>
                    <a:gd name="T36" fmla="*/ 55 w 299"/>
                    <a:gd name="T37" fmla="*/ 25 h 354"/>
                    <a:gd name="T38" fmla="*/ 62 w 299"/>
                    <a:gd name="T39" fmla="*/ 109 h 354"/>
                    <a:gd name="T40" fmla="*/ 0 w 299"/>
                    <a:gd name="T41" fmla="*/ 127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9" h="354">
                      <a:moveTo>
                        <a:pt x="65" y="119"/>
                      </a:moveTo>
                      <a:cubicBezTo>
                        <a:pt x="65" y="62"/>
                        <a:pt x="111" y="15"/>
                        <a:pt x="169" y="15"/>
                      </a:cubicBezTo>
                      <a:cubicBezTo>
                        <a:pt x="226" y="15"/>
                        <a:pt x="273" y="62"/>
                        <a:pt x="273" y="119"/>
                      </a:cubicBezTo>
                      <a:cubicBezTo>
                        <a:pt x="273" y="177"/>
                        <a:pt x="226" y="223"/>
                        <a:pt x="169" y="223"/>
                      </a:cubicBezTo>
                      <a:cubicBezTo>
                        <a:pt x="111" y="223"/>
                        <a:pt x="65" y="177"/>
                        <a:pt x="65" y="119"/>
                      </a:cubicBezTo>
                      <a:close/>
                      <a:moveTo>
                        <a:pt x="299" y="354"/>
                      </a:moveTo>
                      <a:cubicBezTo>
                        <a:pt x="299" y="282"/>
                        <a:pt x="241" y="223"/>
                        <a:pt x="169" y="223"/>
                      </a:cubicBezTo>
                      <a:cubicBezTo>
                        <a:pt x="97" y="223"/>
                        <a:pt x="38" y="282"/>
                        <a:pt x="38" y="354"/>
                      </a:cubicBezTo>
                      <a:moveTo>
                        <a:pt x="112" y="236"/>
                      </a:moveTo>
                      <a:cubicBezTo>
                        <a:pt x="169" y="289"/>
                        <a:pt x="169" y="289"/>
                        <a:pt x="169" y="289"/>
                      </a:cubicBezTo>
                      <a:cubicBezTo>
                        <a:pt x="225" y="236"/>
                        <a:pt x="225" y="236"/>
                        <a:pt x="225" y="236"/>
                      </a:cubicBezTo>
                      <a:moveTo>
                        <a:pt x="105" y="37"/>
                      </a:moveTo>
                      <a:cubicBezTo>
                        <a:pt x="105" y="37"/>
                        <a:pt x="130" y="75"/>
                        <a:pt x="165" y="85"/>
                      </a:cubicBezTo>
                      <a:cubicBezTo>
                        <a:pt x="206" y="96"/>
                        <a:pt x="269" y="90"/>
                        <a:pt x="269" y="90"/>
                      </a:cubicBezTo>
                      <a:moveTo>
                        <a:pt x="69" y="148"/>
                      </a:moveTo>
                      <a:cubicBezTo>
                        <a:pt x="69" y="148"/>
                        <a:pt x="98" y="128"/>
                        <a:pt x="105" y="107"/>
                      </a:cubicBezTo>
                      <a:cubicBezTo>
                        <a:pt x="117" y="68"/>
                        <a:pt x="99" y="42"/>
                        <a:pt x="99" y="42"/>
                      </a:cubicBezTo>
                      <a:moveTo>
                        <a:pt x="105" y="37"/>
                      </a:moveTo>
                      <a:cubicBezTo>
                        <a:pt x="105" y="37"/>
                        <a:pt x="87" y="0"/>
                        <a:pt x="55" y="25"/>
                      </a:cubicBezTo>
                      <a:cubicBezTo>
                        <a:pt x="28" y="47"/>
                        <a:pt x="66" y="87"/>
                        <a:pt x="62" y="109"/>
                      </a:cubicBezTo>
                      <a:cubicBezTo>
                        <a:pt x="55" y="139"/>
                        <a:pt x="0" y="127"/>
                        <a:pt x="0" y="127"/>
                      </a:cubicBezTo>
                    </a:path>
                  </a:pathLst>
                </a:custGeom>
                <a:grpFill/>
                <a:ln w="15875"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effectLst/>
                    <a:uLnTx/>
                    <a:uFillTx/>
                    <a:latin typeface="Tw Cen MT" panose="020B0602020104020603"/>
                    <a:ea typeface="+mn-ea"/>
                    <a:cs typeface="+mn-cs"/>
                  </a:endParaRPr>
                </a:p>
              </p:txBody>
            </p:sp>
            <p:sp>
              <p:nvSpPr>
                <p:cNvPr id="136" name="TextBox 135">
                  <a:extLst>
                    <a:ext uri="{FF2B5EF4-FFF2-40B4-BE49-F238E27FC236}">
                      <a16:creationId xmlns:a16="http://schemas.microsoft.com/office/drawing/2014/main" id="{AD36B8B9-7E6A-4184-8C46-5DF21BC40890}"/>
                    </a:ext>
                  </a:extLst>
                </p:cNvPr>
                <p:cNvSpPr txBox="1"/>
                <p:nvPr/>
              </p:nvSpPr>
              <p:spPr>
                <a:xfrm>
                  <a:off x="925352" y="3734058"/>
                  <a:ext cx="754887" cy="184666"/>
                </a:xfrm>
                <a:prstGeom prst="rect">
                  <a:avLst/>
                </a:prstGeom>
                <a:grp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200" b="1" i="0" u="none" strike="noStrike" kern="1200" cap="none" spc="0" normalizeH="0" baseline="0" noProof="0" dirty="0">
                      <a:ln>
                        <a:noFill/>
                      </a:ln>
                      <a:effectLst/>
                      <a:uLnTx/>
                      <a:uFillTx/>
                      <a:latin typeface="Tw Cen MT" panose="020B0602020104020603"/>
                      <a:ea typeface="+mn-ea"/>
                      <a:cs typeface="+mn-cs"/>
                    </a:rPr>
                    <a:t>Data User 3</a:t>
                  </a:r>
                </a:p>
              </p:txBody>
            </p:sp>
          </p:grpSp>
          <p:pic>
            <p:nvPicPr>
              <p:cNvPr id="143" name="Picture 2" descr="Image result for Azure Power BI icon">
                <a:extLst>
                  <a:ext uri="{FF2B5EF4-FFF2-40B4-BE49-F238E27FC236}">
                    <a16:creationId xmlns:a16="http://schemas.microsoft.com/office/drawing/2014/main" id="{1D1820A4-D9BD-4C67-8553-CE2BCB8F4BE1}"/>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a:stretch/>
            </p:blipFill>
            <p:spPr bwMode="auto">
              <a:xfrm>
                <a:off x="9150034" y="4951032"/>
                <a:ext cx="634172" cy="570832"/>
              </a:xfrm>
              <a:prstGeom prst="rect">
                <a:avLst/>
              </a:prstGeom>
              <a:grpFill/>
            </p:spPr>
          </p:pic>
        </p:grpSp>
        <p:sp>
          <p:nvSpPr>
            <p:cNvPr id="155" name="Rectangle 154">
              <a:extLst>
                <a:ext uri="{FF2B5EF4-FFF2-40B4-BE49-F238E27FC236}">
                  <a16:creationId xmlns:a16="http://schemas.microsoft.com/office/drawing/2014/main" id="{D313F669-0F2F-4568-AB55-68A928473EA7}"/>
                </a:ext>
              </a:extLst>
            </p:cNvPr>
            <p:cNvSpPr/>
            <p:nvPr/>
          </p:nvSpPr>
          <p:spPr bwMode="auto">
            <a:xfrm>
              <a:off x="8270009" y="4638920"/>
              <a:ext cx="763500" cy="1116000"/>
            </a:xfrm>
            <a:prstGeom prst="rect">
              <a:avLst/>
            </a:prstGeom>
            <a:grp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da-DK" sz="1000" b="0" i="0" u="none" strike="noStrike" kern="0" cap="none" spc="0" normalizeH="0" baseline="0" noProof="0" err="1">
                <a:ln>
                  <a:noFill/>
                </a:ln>
                <a:effectLst/>
                <a:uLnTx/>
                <a:uFillTx/>
                <a:latin typeface="Segoe UI Semibold"/>
                <a:ea typeface="Segoe UI" pitchFamily="34" charset="0"/>
                <a:cs typeface="Segoe UI" pitchFamily="34" charset="0"/>
              </a:endParaRPr>
            </a:p>
          </p:txBody>
        </p:sp>
        <p:sp>
          <p:nvSpPr>
            <p:cNvPr id="103" name="Rectangle 102">
              <a:extLst>
                <a:ext uri="{FF2B5EF4-FFF2-40B4-BE49-F238E27FC236}">
                  <a16:creationId xmlns:a16="http://schemas.microsoft.com/office/drawing/2014/main" id="{131F1147-8CBA-4A51-9E89-44326252CAA9}"/>
                </a:ext>
              </a:extLst>
            </p:cNvPr>
            <p:cNvSpPr/>
            <p:nvPr/>
          </p:nvSpPr>
          <p:spPr bwMode="auto">
            <a:xfrm>
              <a:off x="8368250" y="4731032"/>
              <a:ext cx="1704090" cy="900000"/>
            </a:xfrm>
            <a:prstGeom prst="rect">
              <a:avLst/>
            </a:prstGeom>
            <a:grp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sz="1200" kern="0" dirty="0">
                  <a:latin typeface="Segoe UI Semibold"/>
                  <a:cs typeface="Segoe UI" pitchFamily="34" charset="0"/>
                </a:rPr>
                <a:t>Data Product</a:t>
              </a:r>
              <a:r>
                <a:rPr kumimoji="0" lang="en-US" sz="1200" b="0" i="0" u="none" strike="noStrike" kern="0" cap="none" spc="0" normalizeH="0" baseline="0" noProof="0" dirty="0">
                  <a:ln>
                    <a:noFill/>
                  </a:ln>
                  <a:effectLst/>
                  <a:uLnTx/>
                  <a:uFillTx/>
                  <a:latin typeface="Segoe UI Semibold"/>
                  <a:ea typeface="+mj-ea"/>
                  <a:cs typeface="Segoe UI" pitchFamily="34" charset="0"/>
                </a:rPr>
                <a:t> C</a:t>
              </a:r>
            </a:p>
          </p:txBody>
        </p:sp>
        <p:sp>
          <p:nvSpPr>
            <p:cNvPr id="11" name="Rectangle 10">
              <a:extLst>
                <a:ext uri="{FF2B5EF4-FFF2-40B4-BE49-F238E27FC236}">
                  <a16:creationId xmlns:a16="http://schemas.microsoft.com/office/drawing/2014/main" id="{11F525D9-8E34-44DD-9209-F278BBF97BFB}"/>
                </a:ext>
              </a:extLst>
            </p:cNvPr>
            <p:cNvSpPr/>
            <p:nvPr/>
          </p:nvSpPr>
          <p:spPr bwMode="auto">
            <a:xfrm>
              <a:off x="8820153" y="5095517"/>
              <a:ext cx="792000" cy="360000"/>
            </a:xfrm>
            <a:prstGeom prst="rect">
              <a:avLst/>
            </a:prstGeom>
            <a:grpFill/>
            <a:ln w="38100">
              <a:solidFill>
                <a:srgbClr val="D9D9D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400" b="0" i="0" u="none" strike="noStrike" kern="1200" cap="none" spc="0" normalizeH="0" baseline="0" noProof="0" dirty="0">
                  <a:ln>
                    <a:noFill/>
                  </a:ln>
                  <a:solidFill>
                    <a:schemeClr val="tx1"/>
                  </a:solidFill>
                  <a:effectLst/>
                  <a:uLnTx/>
                  <a:uFillTx/>
                  <a:latin typeface="Tw Cen MT" panose="020B0602020104020603"/>
                  <a:ea typeface="Segoe UI" pitchFamily="34" charset="0"/>
                  <a:cs typeface="Segoe UI" pitchFamily="34" charset="0"/>
                </a:rPr>
                <a:t>2-3</a:t>
              </a:r>
            </a:p>
          </p:txBody>
        </p:sp>
        <p:sp>
          <p:nvSpPr>
            <p:cNvPr id="91" name="Speech Bubble: Rectangle 90">
              <a:extLst>
                <a:ext uri="{FF2B5EF4-FFF2-40B4-BE49-F238E27FC236}">
                  <a16:creationId xmlns:a16="http://schemas.microsoft.com/office/drawing/2014/main" id="{41270368-EF59-4FDC-B0EE-19961A996D5E}"/>
                </a:ext>
              </a:extLst>
            </p:cNvPr>
            <p:cNvSpPr/>
            <p:nvPr/>
          </p:nvSpPr>
          <p:spPr bwMode="auto">
            <a:xfrm>
              <a:off x="10821870" y="4603659"/>
              <a:ext cx="662415" cy="286955"/>
            </a:xfrm>
            <a:prstGeom prst="wedgeRectCallout">
              <a:avLst>
                <a:gd name="adj1" fmla="val -46132"/>
                <a:gd name="adj2" fmla="val 92442"/>
              </a:avLst>
            </a:prstGeom>
            <a:grp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54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200" b="0" i="0" u="none" strike="noStrike" kern="1200" cap="none" spc="0" normalizeH="0" baseline="0" noProof="0" dirty="0">
                  <a:ln>
                    <a:noFill/>
                  </a:ln>
                  <a:solidFill>
                    <a:schemeClr val="tx1"/>
                  </a:solidFill>
                  <a:effectLst/>
                  <a:uLnTx/>
                  <a:uFillTx/>
                  <a:latin typeface="Tw Cen MT" panose="020B0602020104020603"/>
                  <a:ea typeface="Segoe UI" pitchFamily="34" charset="0"/>
                  <a:cs typeface="Segoe UI" pitchFamily="34" charset="0"/>
                </a:rPr>
                <a:t>2-3</a:t>
              </a:r>
              <a:endParaRPr kumimoji="0" lang="da-DK" sz="3200" b="0" i="0" u="none" strike="noStrike" kern="1200" cap="none" spc="0" normalizeH="0" baseline="0" noProof="0" dirty="0">
                <a:ln>
                  <a:noFill/>
                </a:ln>
                <a:solidFill>
                  <a:schemeClr val="tx1"/>
                </a:solidFill>
                <a:effectLst/>
                <a:uLnTx/>
                <a:uFillTx/>
                <a:latin typeface="Tw Cen MT" panose="020B0602020104020603"/>
                <a:ea typeface="Segoe UI" pitchFamily="34" charset="0"/>
                <a:cs typeface="Segoe UI" pitchFamily="34" charset="0"/>
              </a:endParaRPr>
            </a:p>
          </p:txBody>
        </p:sp>
      </p:grpSp>
      <p:cxnSp>
        <p:nvCxnSpPr>
          <p:cNvPr id="13" name="Straight Arrow Connector 12">
            <a:extLst>
              <a:ext uri="{FF2B5EF4-FFF2-40B4-BE49-F238E27FC236}">
                <a16:creationId xmlns:a16="http://schemas.microsoft.com/office/drawing/2014/main" id="{EAAAE289-4FEA-4C1C-B534-FE7035C58E40}"/>
              </a:ext>
            </a:extLst>
          </p:cNvPr>
          <p:cNvCxnSpPr>
            <a:cxnSpLocks/>
            <a:stCxn id="140" idx="1"/>
            <a:endCxn id="56" idx="3"/>
          </p:cNvCxnSpPr>
          <p:nvPr/>
        </p:nvCxnSpPr>
        <p:spPr>
          <a:xfrm flipH="1" flipV="1">
            <a:off x="3483819" y="2616976"/>
            <a:ext cx="1204944" cy="863644"/>
          </a:xfrm>
          <a:prstGeom prst="straightConnector1">
            <a:avLst/>
          </a:prstGeom>
          <a:noFill/>
          <a:ln w="38100" cap="flat" cmpd="sng" algn="ctr">
            <a:solidFill>
              <a:srgbClr val="00B050"/>
            </a:solidFill>
            <a:prstDash val="dash"/>
            <a:headEnd type="triangle" w="med" len="med"/>
            <a:tailEnd type="none"/>
          </a:ln>
          <a:effectLst/>
        </p:spPr>
      </p:cxnSp>
      <p:sp>
        <p:nvSpPr>
          <p:cNvPr id="140" name="Rectangle 139">
            <a:extLst>
              <a:ext uri="{FF2B5EF4-FFF2-40B4-BE49-F238E27FC236}">
                <a16:creationId xmlns:a16="http://schemas.microsoft.com/office/drawing/2014/main" id="{ED7DC756-30ED-4550-A26B-67DD377867F7}"/>
              </a:ext>
            </a:extLst>
          </p:cNvPr>
          <p:cNvSpPr/>
          <p:nvPr/>
        </p:nvSpPr>
        <p:spPr bwMode="auto">
          <a:xfrm>
            <a:off x="4688763" y="3139346"/>
            <a:ext cx="349817" cy="682547"/>
          </a:xfrm>
          <a:prstGeom prst="rect">
            <a:avLst/>
          </a:prstGeom>
          <a:solidFill>
            <a:schemeClr val="accent6">
              <a:lumMod val="60000"/>
              <a:lumOff val="40000"/>
            </a:schemeClr>
          </a:solidFill>
          <a:ln w="38100">
            <a:solidFill>
              <a:srgbClr val="D9D9D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400" b="0" i="0" u="none" strike="noStrike" kern="1200" cap="none" spc="0" normalizeH="0" baseline="0" noProof="0" dirty="0">
                <a:ln>
                  <a:noFill/>
                </a:ln>
                <a:solidFill>
                  <a:schemeClr val="tx1"/>
                </a:solidFill>
                <a:effectLst/>
                <a:uLnTx/>
                <a:uFillTx/>
                <a:latin typeface="Tw Cen MT" panose="020B0602020104020603"/>
                <a:ea typeface="Segoe UI" pitchFamily="34" charset="0"/>
                <a:cs typeface="Segoe UI" pitchFamily="34" charset="0"/>
              </a:rPr>
              <a:t>1</a:t>
            </a:r>
          </a:p>
        </p:txBody>
      </p:sp>
      <p:sp>
        <p:nvSpPr>
          <p:cNvPr id="141" name="Rectangle 140">
            <a:extLst>
              <a:ext uri="{FF2B5EF4-FFF2-40B4-BE49-F238E27FC236}">
                <a16:creationId xmlns:a16="http://schemas.microsoft.com/office/drawing/2014/main" id="{3C46AE1C-51E1-41EF-96A9-F4E4E68F001D}"/>
              </a:ext>
            </a:extLst>
          </p:cNvPr>
          <p:cNvSpPr/>
          <p:nvPr/>
        </p:nvSpPr>
        <p:spPr bwMode="auto">
          <a:xfrm>
            <a:off x="4688438" y="3964837"/>
            <a:ext cx="349817" cy="682546"/>
          </a:xfrm>
          <a:prstGeom prst="rect">
            <a:avLst/>
          </a:prstGeom>
          <a:solidFill>
            <a:schemeClr val="accent6">
              <a:lumMod val="60000"/>
              <a:lumOff val="40000"/>
            </a:schemeClr>
          </a:solidFill>
          <a:ln w="38100">
            <a:solidFill>
              <a:srgbClr val="D9D9D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400" b="0" i="0" u="none" strike="noStrike" kern="1200" cap="none" spc="0" normalizeH="0" baseline="0" noProof="0">
                <a:ln>
                  <a:noFill/>
                </a:ln>
                <a:solidFill>
                  <a:schemeClr val="tx1"/>
                </a:solidFill>
                <a:effectLst/>
                <a:uLnTx/>
                <a:uFillTx/>
                <a:latin typeface="Tw Cen MT" panose="020B0602020104020603"/>
                <a:ea typeface="Segoe UI" pitchFamily="34" charset="0"/>
                <a:cs typeface="Segoe UI" pitchFamily="34" charset="0"/>
              </a:rPr>
              <a:t>2</a:t>
            </a:r>
          </a:p>
        </p:txBody>
      </p:sp>
      <p:sp>
        <p:nvSpPr>
          <p:cNvPr id="142" name="Rectangle 141">
            <a:extLst>
              <a:ext uri="{FF2B5EF4-FFF2-40B4-BE49-F238E27FC236}">
                <a16:creationId xmlns:a16="http://schemas.microsoft.com/office/drawing/2014/main" id="{17D19C02-B0C0-42A7-A3A7-586FB8E5F569}"/>
              </a:ext>
            </a:extLst>
          </p:cNvPr>
          <p:cNvSpPr/>
          <p:nvPr/>
        </p:nvSpPr>
        <p:spPr bwMode="auto">
          <a:xfrm>
            <a:off x="4691088" y="4802174"/>
            <a:ext cx="349817" cy="682546"/>
          </a:xfrm>
          <a:prstGeom prst="rect">
            <a:avLst/>
          </a:prstGeom>
          <a:solidFill>
            <a:schemeClr val="accent6">
              <a:lumMod val="60000"/>
              <a:lumOff val="40000"/>
            </a:schemeClr>
          </a:solidFill>
          <a:ln w="38100">
            <a:solidFill>
              <a:srgbClr val="D9D9D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400" b="0" i="0" u="none" strike="noStrike" kern="1200" cap="none" spc="0" normalizeH="0" baseline="0" noProof="0">
                <a:ln>
                  <a:noFill/>
                </a:ln>
                <a:solidFill>
                  <a:schemeClr val="tx1"/>
                </a:solidFill>
                <a:effectLst/>
                <a:uLnTx/>
                <a:uFillTx/>
                <a:latin typeface="Tw Cen MT" panose="020B0602020104020603"/>
                <a:ea typeface="+mn-ea"/>
                <a:cs typeface="Segoe UI" pitchFamily="34" charset="0"/>
              </a:rPr>
              <a:t>3</a:t>
            </a:r>
          </a:p>
        </p:txBody>
      </p:sp>
      <p:cxnSp>
        <p:nvCxnSpPr>
          <p:cNvPr id="148" name="Straight Arrow Connector 147">
            <a:extLst>
              <a:ext uri="{FF2B5EF4-FFF2-40B4-BE49-F238E27FC236}">
                <a16:creationId xmlns:a16="http://schemas.microsoft.com/office/drawing/2014/main" id="{27102B8E-BD9B-493A-B582-F32903179C68}"/>
              </a:ext>
            </a:extLst>
          </p:cNvPr>
          <p:cNvCxnSpPr>
            <a:cxnSpLocks/>
            <a:stCxn id="147" idx="1"/>
            <a:endCxn id="140" idx="3"/>
          </p:cNvCxnSpPr>
          <p:nvPr/>
        </p:nvCxnSpPr>
        <p:spPr>
          <a:xfrm flipH="1">
            <a:off x="5038580" y="3339886"/>
            <a:ext cx="910802" cy="140734"/>
          </a:xfrm>
          <a:prstGeom prst="straightConnector1">
            <a:avLst/>
          </a:prstGeom>
          <a:noFill/>
          <a:ln w="38100" cap="flat" cmpd="sng" algn="ctr">
            <a:solidFill>
              <a:srgbClr val="00B050"/>
            </a:solidFill>
            <a:prstDash val="dash"/>
            <a:headEnd type="triangle" w="med" len="med"/>
            <a:tailEnd type="none"/>
          </a:ln>
          <a:effectLst/>
        </p:spPr>
      </p:cxnSp>
      <p:cxnSp>
        <p:nvCxnSpPr>
          <p:cNvPr id="150" name="Straight Arrow Connector 149">
            <a:extLst>
              <a:ext uri="{FF2B5EF4-FFF2-40B4-BE49-F238E27FC236}">
                <a16:creationId xmlns:a16="http://schemas.microsoft.com/office/drawing/2014/main" id="{32BA822F-7762-4681-8070-4305D82975AB}"/>
              </a:ext>
            </a:extLst>
          </p:cNvPr>
          <p:cNvCxnSpPr>
            <a:cxnSpLocks/>
            <a:stCxn id="149" idx="1"/>
            <a:endCxn id="141" idx="3"/>
          </p:cNvCxnSpPr>
          <p:nvPr/>
        </p:nvCxnSpPr>
        <p:spPr>
          <a:xfrm flipH="1">
            <a:off x="5038255" y="4250111"/>
            <a:ext cx="911127" cy="55999"/>
          </a:xfrm>
          <a:prstGeom prst="straightConnector1">
            <a:avLst/>
          </a:prstGeom>
          <a:noFill/>
          <a:ln w="38100" cap="flat" cmpd="sng" algn="ctr">
            <a:solidFill>
              <a:srgbClr val="00B050"/>
            </a:solidFill>
            <a:prstDash val="dash"/>
            <a:headEnd type="triangle" w="med" len="med"/>
            <a:tailEnd type="none"/>
          </a:ln>
          <a:effectLst/>
        </p:spPr>
      </p:cxnSp>
      <p:cxnSp>
        <p:nvCxnSpPr>
          <p:cNvPr id="22" name="Straight Arrow Connector 21">
            <a:extLst>
              <a:ext uri="{FF2B5EF4-FFF2-40B4-BE49-F238E27FC236}">
                <a16:creationId xmlns:a16="http://schemas.microsoft.com/office/drawing/2014/main" id="{CEC21ED2-26D4-4C83-A164-E18416E1B8D6}"/>
              </a:ext>
            </a:extLst>
          </p:cNvPr>
          <p:cNvCxnSpPr>
            <a:cxnSpLocks/>
            <a:stCxn id="8" idx="1"/>
            <a:endCxn id="147" idx="3"/>
          </p:cNvCxnSpPr>
          <p:nvPr/>
        </p:nvCxnSpPr>
        <p:spPr>
          <a:xfrm flipH="1">
            <a:off x="6299199" y="2877949"/>
            <a:ext cx="2536407" cy="461937"/>
          </a:xfrm>
          <a:prstGeom prst="straightConnector1">
            <a:avLst/>
          </a:prstGeom>
          <a:noFill/>
          <a:ln w="38100" cap="flat" cmpd="sng" algn="ctr">
            <a:solidFill>
              <a:srgbClr val="00B050"/>
            </a:solidFill>
            <a:prstDash val="dash"/>
            <a:headEnd type="triangle" w="med" len="med"/>
            <a:tailEnd type="none"/>
          </a:ln>
          <a:effectLst/>
        </p:spPr>
      </p:cxnSp>
      <p:cxnSp>
        <p:nvCxnSpPr>
          <p:cNvPr id="43" name="Straight Arrow Connector 42">
            <a:extLst>
              <a:ext uri="{FF2B5EF4-FFF2-40B4-BE49-F238E27FC236}">
                <a16:creationId xmlns:a16="http://schemas.microsoft.com/office/drawing/2014/main" id="{2B334AFC-A4B5-47B9-B13D-E1FAF342934A}"/>
              </a:ext>
            </a:extLst>
          </p:cNvPr>
          <p:cNvCxnSpPr>
            <a:cxnSpLocks/>
            <a:stCxn id="9" idx="1"/>
            <a:endCxn id="4" idx="6"/>
          </p:cNvCxnSpPr>
          <p:nvPr/>
        </p:nvCxnSpPr>
        <p:spPr>
          <a:xfrm flipH="1" flipV="1">
            <a:off x="8012661" y="3852201"/>
            <a:ext cx="810073" cy="279327"/>
          </a:xfrm>
          <a:prstGeom prst="straightConnector1">
            <a:avLst/>
          </a:prstGeom>
          <a:noFill/>
          <a:ln w="38100" cap="flat" cmpd="sng" algn="ctr">
            <a:solidFill>
              <a:srgbClr val="00B050"/>
            </a:solidFill>
            <a:prstDash val="dash"/>
            <a:headEnd type="triangle" w="med" len="med"/>
            <a:tailEnd type="none"/>
          </a:ln>
          <a:effectLst/>
        </p:spPr>
      </p:cxnSp>
      <p:cxnSp>
        <p:nvCxnSpPr>
          <p:cNvPr id="55" name="Straight Arrow Connector 54">
            <a:extLst>
              <a:ext uri="{FF2B5EF4-FFF2-40B4-BE49-F238E27FC236}">
                <a16:creationId xmlns:a16="http://schemas.microsoft.com/office/drawing/2014/main" id="{20A2C565-6E65-4731-97E9-9A60685FE5D2}"/>
              </a:ext>
            </a:extLst>
          </p:cNvPr>
          <p:cNvCxnSpPr>
            <a:cxnSpLocks/>
            <a:stCxn id="11" idx="1"/>
            <a:endCxn id="3" idx="6"/>
          </p:cNvCxnSpPr>
          <p:nvPr/>
        </p:nvCxnSpPr>
        <p:spPr>
          <a:xfrm flipH="1" flipV="1">
            <a:off x="8016052" y="5012351"/>
            <a:ext cx="804101" cy="263166"/>
          </a:xfrm>
          <a:prstGeom prst="straightConnector1">
            <a:avLst/>
          </a:prstGeom>
          <a:noFill/>
          <a:ln w="38100" cap="flat" cmpd="sng" algn="ctr">
            <a:solidFill>
              <a:srgbClr val="00B050"/>
            </a:solidFill>
            <a:prstDash val="dash"/>
            <a:headEnd type="triangle" w="med" len="med"/>
            <a:tailEnd type="none"/>
          </a:ln>
          <a:effectLst/>
        </p:spPr>
      </p:cxnSp>
      <p:grpSp>
        <p:nvGrpSpPr>
          <p:cNvPr id="30" name="Group 29">
            <a:extLst>
              <a:ext uri="{FF2B5EF4-FFF2-40B4-BE49-F238E27FC236}">
                <a16:creationId xmlns:a16="http://schemas.microsoft.com/office/drawing/2014/main" id="{82FB191C-39D8-49CA-8CC3-A5E767164905}"/>
              </a:ext>
            </a:extLst>
          </p:cNvPr>
          <p:cNvGrpSpPr/>
          <p:nvPr/>
        </p:nvGrpSpPr>
        <p:grpSpPr>
          <a:xfrm>
            <a:off x="443508" y="896285"/>
            <a:ext cx="1416297" cy="2148749"/>
            <a:chOff x="383216" y="1027279"/>
            <a:chExt cx="1416297" cy="2148749"/>
          </a:xfrm>
        </p:grpSpPr>
        <p:pic>
          <p:nvPicPr>
            <p:cNvPr id="154" name="Picture 153" descr="Businesswoman holding sign smiling">
              <a:extLst>
                <a:ext uri="{FF2B5EF4-FFF2-40B4-BE49-F238E27FC236}">
                  <a16:creationId xmlns:a16="http://schemas.microsoft.com/office/drawing/2014/main" id="{F9F2740D-F86B-49A9-A4CA-4585E214C74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83216" y="1027279"/>
              <a:ext cx="1416297" cy="2148749"/>
            </a:xfrm>
            <a:prstGeom prst="rect">
              <a:avLst/>
            </a:prstGeom>
          </p:spPr>
        </p:pic>
        <p:sp>
          <p:nvSpPr>
            <p:cNvPr id="5" name="TextBox 4">
              <a:extLst>
                <a:ext uri="{FF2B5EF4-FFF2-40B4-BE49-F238E27FC236}">
                  <a16:creationId xmlns:a16="http://schemas.microsoft.com/office/drawing/2014/main" id="{1BD4CCEC-DA8D-432E-9E3F-BE58B2D4A07C}"/>
                </a:ext>
              </a:extLst>
            </p:cNvPr>
            <p:cNvSpPr txBox="1"/>
            <p:nvPr/>
          </p:nvSpPr>
          <p:spPr>
            <a:xfrm rot="21402095">
              <a:off x="855386" y="1492404"/>
              <a:ext cx="7697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prstClr val="black"/>
                  </a:solidFill>
                  <a:effectLst/>
                  <a:uLnTx/>
                  <a:uFillTx/>
                  <a:latin typeface="Tw Cen MT" panose="020B0602020104020603"/>
                  <a:ea typeface="+mn-ea"/>
                  <a:cs typeface="+mn-cs"/>
                </a:rPr>
                <a:t>Access</a:t>
              </a:r>
              <a:endParaRPr kumimoji="0" lang="en-US"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grpSp>
      <p:grpSp>
        <p:nvGrpSpPr>
          <p:cNvPr id="32" name="Group 31">
            <a:extLst>
              <a:ext uri="{FF2B5EF4-FFF2-40B4-BE49-F238E27FC236}">
                <a16:creationId xmlns:a16="http://schemas.microsoft.com/office/drawing/2014/main" id="{BEFDB78A-026E-4671-B450-CE12DCF25A64}"/>
              </a:ext>
            </a:extLst>
          </p:cNvPr>
          <p:cNvGrpSpPr/>
          <p:nvPr/>
        </p:nvGrpSpPr>
        <p:grpSpPr>
          <a:xfrm>
            <a:off x="7888876" y="842922"/>
            <a:ext cx="1183300" cy="1947246"/>
            <a:chOff x="7845868" y="848417"/>
            <a:chExt cx="1183300" cy="1947246"/>
          </a:xfrm>
        </p:grpSpPr>
        <p:pic>
          <p:nvPicPr>
            <p:cNvPr id="162" name="Picture 161" descr="Casual woman holding a sign">
              <a:extLst>
                <a:ext uri="{FF2B5EF4-FFF2-40B4-BE49-F238E27FC236}">
                  <a16:creationId xmlns:a16="http://schemas.microsoft.com/office/drawing/2014/main" id="{91233477-0F3E-41B3-A13E-6C50A5987A34}"/>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845868" y="848417"/>
              <a:ext cx="1183300" cy="1947246"/>
            </a:xfrm>
            <a:prstGeom prst="rect">
              <a:avLst/>
            </a:prstGeom>
          </p:spPr>
        </p:pic>
        <p:sp>
          <p:nvSpPr>
            <p:cNvPr id="29" name="TextBox 28">
              <a:extLst>
                <a:ext uri="{FF2B5EF4-FFF2-40B4-BE49-F238E27FC236}">
                  <a16:creationId xmlns:a16="http://schemas.microsoft.com/office/drawing/2014/main" id="{048DB0D0-4891-41E8-864B-3C2B1078E023}"/>
                </a:ext>
              </a:extLst>
            </p:cNvPr>
            <p:cNvSpPr txBox="1"/>
            <p:nvPr/>
          </p:nvSpPr>
          <p:spPr>
            <a:xfrm rot="21213221">
              <a:off x="8039812" y="1418333"/>
              <a:ext cx="79541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prstClr val="black"/>
                  </a:solidFill>
                  <a:effectLst/>
                  <a:uLnTx/>
                  <a:uFillTx/>
                  <a:latin typeface="Tw Cen MT" panose="020B0602020104020603"/>
                  <a:ea typeface="+mn-ea"/>
                  <a:cs typeface="+mn-cs"/>
                </a:rPr>
                <a:t>Design</a:t>
              </a:r>
              <a:endParaRPr kumimoji="0" lang="en-US" sz="1800" b="0" i="0" u="none" strike="noStrike" kern="1200" cap="none" spc="0" normalizeH="0" baseline="0" noProof="0">
                <a:ln>
                  <a:noFill/>
                </a:ln>
                <a:solidFill>
                  <a:prstClr val="black"/>
                </a:solidFill>
                <a:effectLst/>
                <a:uLnTx/>
                <a:uFillTx/>
                <a:latin typeface="Tw Cen MT" panose="020B0602020104020603"/>
                <a:ea typeface="+mn-ea"/>
                <a:cs typeface="+mn-cs"/>
              </a:endParaRPr>
            </a:p>
          </p:txBody>
        </p:sp>
      </p:grpSp>
      <p:cxnSp>
        <p:nvCxnSpPr>
          <p:cNvPr id="152" name="Straight Arrow Connector 151">
            <a:extLst>
              <a:ext uri="{FF2B5EF4-FFF2-40B4-BE49-F238E27FC236}">
                <a16:creationId xmlns:a16="http://schemas.microsoft.com/office/drawing/2014/main" id="{D1B6963F-79C1-4182-AEC3-D79DAABDE800}"/>
              </a:ext>
            </a:extLst>
          </p:cNvPr>
          <p:cNvCxnSpPr>
            <a:cxnSpLocks/>
            <a:stCxn id="151" idx="1"/>
            <a:endCxn id="142" idx="3"/>
          </p:cNvCxnSpPr>
          <p:nvPr/>
        </p:nvCxnSpPr>
        <p:spPr>
          <a:xfrm flipH="1">
            <a:off x="5040905" y="4998072"/>
            <a:ext cx="892155" cy="145375"/>
          </a:xfrm>
          <a:prstGeom prst="straightConnector1">
            <a:avLst/>
          </a:prstGeom>
          <a:noFill/>
          <a:ln w="38100" cap="flat" cmpd="sng" algn="ctr">
            <a:solidFill>
              <a:srgbClr val="00B050"/>
            </a:solidFill>
            <a:prstDash val="dash"/>
            <a:headEnd type="triangle" w="med" len="med"/>
            <a:tailEnd type="none"/>
          </a:ln>
          <a:effectLst/>
        </p:spPr>
      </p:cxnSp>
      <p:grpSp>
        <p:nvGrpSpPr>
          <p:cNvPr id="33" name="Group 32">
            <a:extLst>
              <a:ext uri="{FF2B5EF4-FFF2-40B4-BE49-F238E27FC236}">
                <a16:creationId xmlns:a16="http://schemas.microsoft.com/office/drawing/2014/main" id="{19500080-7E25-4AB0-90DC-A86866681D00}"/>
              </a:ext>
            </a:extLst>
          </p:cNvPr>
          <p:cNvGrpSpPr/>
          <p:nvPr/>
        </p:nvGrpSpPr>
        <p:grpSpPr>
          <a:xfrm>
            <a:off x="907639" y="3307713"/>
            <a:ext cx="3089954" cy="1438676"/>
            <a:chOff x="907639" y="3307713"/>
            <a:chExt cx="3089954" cy="1438676"/>
          </a:xfrm>
          <a:solidFill>
            <a:schemeClr val="accent1">
              <a:lumMod val="75000"/>
            </a:schemeClr>
          </a:solidFill>
        </p:grpSpPr>
        <p:grpSp>
          <p:nvGrpSpPr>
            <p:cNvPr id="7" name="Group 6">
              <a:extLst>
                <a:ext uri="{FF2B5EF4-FFF2-40B4-BE49-F238E27FC236}">
                  <a16:creationId xmlns:a16="http://schemas.microsoft.com/office/drawing/2014/main" id="{F6C69F2C-F0DE-47A4-B13C-ED9DF388B3F6}"/>
                </a:ext>
              </a:extLst>
            </p:cNvPr>
            <p:cNvGrpSpPr/>
            <p:nvPr/>
          </p:nvGrpSpPr>
          <p:grpSpPr>
            <a:xfrm>
              <a:off x="907639" y="3307713"/>
              <a:ext cx="3089954" cy="1438676"/>
              <a:chOff x="907639" y="3307713"/>
              <a:chExt cx="3089954" cy="1438676"/>
            </a:xfrm>
            <a:grpFill/>
          </p:grpSpPr>
          <p:sp>
            <p:nvSpPr>
              <p:cNvPr id="116" name="Rectangle 115">
                <a:extLst>
                  <a:ext uri="{FF2B5EF4-FFF2-40B4-BE49-F238E27FC236}">
                    <a16:creationId xmlns:a16="http://schemas.microsoft.com/office/drawing/2014/main" id="{CBA2F8CE-AE51-4FEE-BE1B-72EFDEF0D82F}"/>
                  </a:ext>
                </a:extLst>
              </p:cNvPr>
              <p:cNvSpPr/>
              <p:nvPr/>
            </p:nvSpPr>
            <p:spPr bwMode="auto">
              <a:xfrm>
                <a:off x="907639" y="3307713"/>
                <a:ext cx="3089954" cy="1438676"/>
              </a:xfrm>
              <a:prstGeom prst="rect">
                <a:avLst/>
              </a:prstGeom>
              <a:grp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da-DK" sz="1000" b="0" i="0" u="none" strike="noStrike" kern="0" cap="none" spc="0" normalizeH="0" baseline="0" noProof="0" dirty="0">
                  <a:ln>
                    <a:noFill/>
                  </a:ln>
                  <a:effectLst/>
                  <a:uLnTx/>
                  <a:uFillTx/>
                  <a:latin typeface="Segoe UI Semibold"/>
                  <a:ea typeface="Segoe UI" pitchFamily="34" charset="0"/>
                  <a:cs typeface="Segoe UI" pitchFamily="34" charset="0"/>
                </a:endParaRPr>
              </a:p>
            </p:txBody>
          </p:sp>
          <p:grpSp>
            <p:nvGrpSpPr>
              <p:cNvPr id="97" name="Group 96">
                <a:extLst>
                  <a:ext uri="{FF2B5EF4-FFF2-40B4-BE49-F238E27FC236}">
                    <a16:creationId xmlns:a16="http://schemas.microsoft.com/office/drawing/2014/main" id="{C113D66C-0DF6-40E5-AA1D-FE22D5AE262F}"/>
                  </a:ext>
                </a:extLst>
              </p:cNvPr>
              <p:cNvGrpSpPr/>
              <p:nvPr/>
            </p:nvGrpSpPr>
            <p:grpSpPr>
              <a:xfrm>
                <a:off x="1091365" y="3442312"/>
                <a:ext cx="2706393" cy="1169478"/>
                <a:chOff x="897404" y="3497728"/>
                <a:chExt cx="2706393" cy="1169478"/>
              </a:xfrm>
              <a:grpFill/>
            </p:grpSpPr>
            <p:grpSp>
              <p:nvGrpSpPr>
                <p:cNvPr id="111" name="Group 110">
                  <a:extLst>
                    <a:ext uri="{FF2B5EF4-FFF2-40B4-BE49-F238E27FC236}">
                      <a16:creationId xmlns:a16="http://schemas.microsoft.com/office/drawing/2014/main" id="{F17AF279-B302-4AD7-88AB-A678CBEC2510}"/>
                    </a:ext>
                  </a:extLst>
                </p:cNvPr>
                <p:cNvGrpSpPr/>
                <p:nvPr/>
              </p:nvGrpSpPr>
              <p:grpSpPr>
                <a:xfrm>
                  <a:off x="2169915" y="3497728"/>
                  <a:ext cx="1433882" cy="1169478"/>
                  <a:chOff x="1857684" y="3123338"/>
                  <a:chExt cx="1433882" cy="1169478"/>
                </a:xfrm>
                <a:grpFill/>
              </p:grpSpPr>
              <p:sp>
                <p:nvSpPr>
                  <p:cNvPr id="107" name="Rectangle 106">
                    <a:extLst>
                      <a:ext uri="{FF2B5EF4-FFF2-40B4-BE49-F238E27FC236}">
                        <a16:creationId xmlns:a16="http://schemas.microsoft.com/office/drawing/2014/main" id="{454D43BA-ECCD-4953-A0E7-2931F43A4E6D}"/>
                      </a:ext>
                    </a:extLst>
                  </p:cNvPr>
                  <p:cNvSpPr/>
                  <p:nvPr/>
                </p:nvSpPr>
                <p:spPr bwMode="auto">
                  <a:xfrm>
                    <a:off x="1857684" y="3123338"/>
                    <a:ext cx="1433882" cy="1169478"/>
                  </a:xfrm>
                  <a:prstGeom prst="rect">
                    <a:avLst/>
                  </a:prstGeom>
                  <a:grp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effectLst/>
                        <a:uLnTx/>
                        <a:uFillTx/>
                        <a:latin typeface="Segoe UI Semibold"/>
                        <a:ea typeface="+mj-ea"/>
                        <a:cs typeface="Segoe UI" pitchFamily="34" charset="0"/>
                      </a:rPr>
                      <a:t>App 2</a:t>
                    </a:r>
                  </a:p>
                </p:txBody>
              </p:sp>
              <p:grpSp>
                <p:nvGrpSpPr>
                  <p:cNvPr id="72" name="Group 71">
                    <a:extLst>
                      <a:ext uri="{FF2B5EF4-FFF2-40B4-BE49-F238E27FC236}">
                        <a16:creationId xmlns:a16="http://schemas.microsoft.com/office/drawing/2014/main" id="{64673F32-1D9E-4B81-8E60-02D7E25F9550}"/>
                      </a:ext>
                    </a:extLst>
                  </p:cNvPr>
                  <p:cNvGrpSpPr/>
                  <p:nvPr/>
                </p:nvGrpSpPr>
                <p:grpSpPr>
                  <a:xfrm>
                    <a:off x="2227872" y="3553416"/>
                    <a:ext cx="711951" cy="575242"/>
                    <a:chOff x="2084092" y="3255817"/>
                    <a:chExt cx="711951" cy="575242"/>
                  </a:xfrm>
                  <a:grpFill/>
                </p:grpSpPr>
                <p:pic>
                  <p:nvPicPr>
                    <p:cNvPr id="18" name="Graphic 17">
                      <a:extLst>
                        <a:ext uri="{FF2B5EF4-FFF2-40B4-BE49-F238E27FC236}">
                          <a16:creationId xmlns:a16="http://schemas.microsoft.com/office/drawing/2014/main" id="{EE504CF2-1DD7-4855-9F09-B9FFCD8602B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400043" y="3435059"/>
                      <a:ext cx="396000" cy="396000"/>
                    </a:xfrm>
                    <a:prstGeom prst="rect">
                      <a:avLst/>
                    </a:prstGeom>
                    <a:effectLst/>
                  </p:spPr>
                </p:pic>
                <p:sp>
                  <p:nvSpPr>
                    <p:cNvPr id="50" name="GenericApp_EB3B" title="Icon of an app window">
                      <a:extLst>
                        <a:ext uri="{FF2B5EF4-FFF2-40B4-BE49-F238E27FC236}">
                          <a16:creationId xmlns:a16="http://schemas.microsoft.com/office/drawing/2014/main" id="{A27CBC53-FFF8-4B9C-87CF-873AAFAA6B0C}"/>
                        </a:ext>
                      </a:extLst>
                    </p:cNvPr>
                    <p:cNvSpPr>
                      <a:spLocks noChangeAspect="1" noEditPoints="1"/>
                    </p:cNvSpPr>
                    <p:nvPr/>
                  </p:nvSpPr>
                  <p:spPr bwMode="auto">
                    <a:xfrm>
                      <a:off x="2084092" y="3255817"/>
                      <a:ext cx="449823" cy="360000"/>
                    </a:xfrm>
                    <a:custGeom>
                      <a:avLst/>
                      <a:gdLst>
                        <a:gd name="T0" fmla="*/ 5088 w 5088"/>
                        <a:gd name="T1" fmla="*/ 4072 h 4072"/>
                        <a:gd name="T2" fmla="*/ 0 w 5088"/>
                        <a:gd name="T3" fmla="*/ 4072 h 4072"/>
                        <a:gd name="T4" fmla="*/ 0 w 5088"/>
                        <a:gd name="T5" fmla="*/ 0 h 4072"/>
                        <a:gd name="T6" fmla="*/ 5088 w 5088"/>
                        <a:gd name="T7" fmla="*/ 0 h 4072"/>
                        <a:gd name="T8" fmla="*/ 5088 w 5088"/>
                        <a:gd name="T9" fmla="*/ 4072 h 4072"/>
                        <a:gd name="T10" fmla="*/ 0 w 5088"/>
                        <a:gd name="T11" fmla="*/ 1018 h 4072"/>
                        <a:gd name="T12" fmla="*/ 5004 w 5088"/>
                        <a:gd name="T13" fmla="*/ 1018 h 4072"/>
                        <a:gd name="T14" fmla="*/ 2035 w 5088"/>
                        <a:gd name="T15" fmla="*/ 1697 h 4072"/>
                        <a:gd name="T16" fmla="*/ 678 w 5088"/>
                        <a:gd name="T17" fmla="*/ 1697 h 4072"/>
                        <a:gd name="T18" fmla="*/ 678 w 5088"/>
                        <a:gd name="T19" fmla="*/ 3393 h 4072"/>
                        <a:gd name="T20" fmla="*/ 2035 w 5088"/>
                        <a:gd name="T21" fmla="*/ 3393 h 4072"/>
                        <a:gd name="T22" fmla="*/ 2035 w 5088"/>
                        <a:gd name="T23" fmla="*/ 1697 h 4072"/>
                        <a:gd name="T24" fmla="*/ 2544 w 5088"/>
                        <a:gd name="T25" fmla="*/ 1697 h 4072"/>
                        <a:gd name="T26" fmla="*/ 3561 w 5088"/>
                        <a:gd name="T27" fmla="*/ 1697 h 4072"/>
                        <a:gd name="T28" fmla="*/ 2544 w 5088"/>
                        <a:gd name="T29" fmla="*/ 2375 h 4072"/>
                        <a:gd name="T30" fmla="*/ 3561 w 5088"/>
                        <a:gd name="T31" fmla="*/ 2375 h 4072"/>
                        <a:gd name="T32" fmla="*/ 2544 w 5088"/>
                        <a:gd name="T33" fmla="*/ 3054 h 4072"/>
                        <a:gd name="T34" fmla="*/ 3222 w 5088"/>
                        <a:gd name="T35" fmla="*/ 3054 h 40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088" h="4072">
                          <a:moveTo>
                            <a:pt x="5088" y="4072"/>
                          </a:moveTo>
                          <a:lnTo>
                            <a:pt x="0" y="4072"/>
                          </a:lnTo>
                          <a:lnTo>
                            <a:pt x="0" y="0"/>
                          </a:lnTo>
                          <a:lnTo>
                            <a:pt x="5088" y="0"/>
                          </a:lnTo>
                          <a:lnTo>
                            <a:pt x="5088" y="4072"/>
                          </a:lnTo>
                          <a:moveTo>
                            <a:pt x="0" y="1018"/>
                          </a:moveTo>
                          <a:lnTo>
                            <a:pt x="5004" y="1018"/>
                          </a:lnTo>
                          <a:moveTo>
                            <a:pt x="2035" y="1697"/>
                          </a:moveTo>
                          <a:lnTo>
                            <a:pt x="678" y="1697"/>
                          </a:lnTo>
                          <a:lnTo>
                            <a:pt x="678" y="3393"/>
                          </a:lnTo>
                          <a:lnTo>
                            <a:pt x="2035" y="3393"/>
                          </a:lnTo>
                          <a:lnTo>
                            <a:pt x="2035" y="1697"/>
                          </a:lnTo>
                          <a:moveTo>
                            <a:pt x="2544" y="1697"/>
                          </a:moveTo>
                          <a:lnTo>
                            <a:pt x="3561" y="1697"/>
                          </a:lnTo>
                          <a:moveTo>
                            <a:pt x="2544" y="2375"/>
                          </a:moveTo>
                          <a:lnTo>
                            <a:pt x="3561" y="2375"/>
                          </a:lnTo>
                          <a:moveTo>
                            <a:pt x="2544" y="3054"/>
                          </a:moveTo>
                          <a:lnTo>
                            <a:pt x="3222" y="3054"/>
                          </a:lnTo>
                        </a:path>
                      </a:pathLst>
                    </a:custGeom>
                    <a:grpFill/>
                    <a:ln w="15875" cap="sq">
                      <a:solidFill>
                        <a:schemeClr val="tx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Tw Cen MT" panose="020B0602020104020603"/>
                        <a:ea typeface="+mn-ea"/>
                        <a:cs typeface="+mn-cs"/>
                      </a:endParaRPr>
                    </a:p>
                  </p:txBody>
                </p:sp>
              </p:grpSp>
            </p:grpSp>
            <p:grpSp>
              <p:nvGrpSpPr>
                <p:cNvPr id="69" name="Group 68">
                  <a:extLst>
                    <a:ext uri="{FF2B5EF4-FFF2-40B4-BE49-F238E27FC236}">
                      <a16:creationId xmlns:a16="http://schemas.microsoft.com/office/drawing/2014/main" id="{41962DEB-6AC4-4529-AA26-C06C24FD8E8D}"/>
                    </a:ext>
                  </a:extLst>
                </p:cNvPr>
                <p:cNvGrpSpPr/>
                <p:nvPr/>
              </p:nvGrpSpPr>
              <p:grpSpPr>
                <a:xfrm>
                  <a:off x="897404" y="3747963"/>
                  <a:ext cx="1011495" cy="669009"/>
                  <a:chOff x="797045" y="3249715"/>
                  <a:chExt cx="1011495" cy="669009"/>
                </a:xfrm>
                <a:grpFill/>
              </p:grpSpPr>
              <p:sp>
                <p:nvSpPr>
                  <p:cNvPr id="10" name="girl" title="Icon of a young woman">
                    <a:extLst>
                      <a:ext uri="{FF2B5EF4-FFF2-40B4-BE49-F238E27FC236}">
                        <a16:creationId xmlns:a16="http://schemas.microsoft.com/office/drawing/2014/main" id="{EFD4B1C9-AC95-4B32-A7FB-CA044998AC91}"/>
                      </a:ext>
                    </a:extLst>
                  </p:cNvPr>
                  <p:cNvSpPr>
                    <a:spLocks noChangeAspect="1" noEditPoints="1"/>
                  </p:cNvSpPr>
                  <p:nvPr/>
                </p:nvSpPr>
                <p:spPr bwMode="auto">
                  <a:xfrm>
                    <a:off x="1151413" y="3249715"/>
                    <a:ext cx="302761" cy="358570"/>
                  </a:xfrm>
                  <a:custGeom>
                    <a:avLst/>
                    <a:gdLst>
                      <a:gd name="T0" fmla="*/ 65 w 299"/>
                      <a:gd name="T1" fmla="*/ 119 h 354"/>
                      <a:gd name="T2" fmla="*/ 169 w 299"/>
                      <a:gd name="T3" fmla="*/ 15 h 354"/>
                      <a:gd name="T4" fmla="*/ 273 w 299"/>
                      <a:gd name="T5" fmla="*/ 119 h 354"/>
                      <a:gd name="T6" fmla="*/ 169 w 299"/>
                      <a:gd name="T7" fmla="*/ 223 h 354"/>
                      <a:gd name="T8" fmla="*/ 65 w 299"/>
                      <a:gd name="T9" fmla="*/ 119 h 354"/>
                      <a:gd name="T10" fmla="*/ 299 w 299"/>
                      <a:gd name="T11" fmla="*/ 354 h 354"/>
                      <a:gd name="T12" fmla="*/ 169 w 299"/>
                      <a:gd name="T13" fmla="*/ 223 h 354"/>
                      <a:gd name="T14" fmla="*/ 38 w 299"/>
                      <a:gd name="T15" fmla="*/ 354 h 354"/>
                      <a:gd name="T16" fmla="*/ 112 w 299"/>
                      <a:gd name="T17" fmla="*/ 236 h 354"/>
                      <a:gd name="T18" fmla="*/ 169 w 299"/>
                      <a:gd name="T19" fmla="*/ 289 h 354"/>
                      <a:gd name="T20" fmla="*/ 225 w 299"/>
                      <a:gd name="T21" fmla="*/ 236 h 354"/>
                      <a:gd name="T22" fmla="*/ 105 w 299"/>
                      <a:gd name="T23" fmla="*/ 37 h 354"/>
                      <a:gd name="T24" fmla="*/ 165 w 299"/>
                      <a:gd name="T25" fmla="*/ 85 h 354"/>
                      <a:gd name="T26" fmla="*/ 269 w 299"/>
                      <a:gd name="T27" fmla="*/ 90 h 354"/>
                      <a:gd name="T28" fmla="*/ 69 w 299"/>
                      <a:gd name="T29" fmla="*/ 148 h 354"/>
                      <a:gd name="T30" fmla="*/ 105 w 299"/>
                      <a:gd name="T31" fmla="*/ 107 h 354"/>
                      <a:gd name="T32" fmla="*/ 99 w 299"/>
                      <a:gd name="T33" fmla="*/ 42 h 354"/>
                      <a:gd name="T34" fmla="*/ 105 w 299"/>
                      <a:gd name="T35" fmla="*/ 37 h 354"/>
                      <a:gd name="T36" fmla="*/ 55 w 299"/>
                      <a:gd name="T37" fmla="*/ 25 h 354"/>
                      <a:gd name="T38" fmla="*/ 62 w 299"/>
                      <a:gd name="T39" fmla="*/ 109 h 354"/>
                      <a:gd name="T40" fmla="*/ 0 w 299"/>
                      <a:gd name="T41" fmla="*/ 127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9" h="354">
                        <a:moveTo>
                          <a:pt x="65" y="119"/>
                        </a:moveTo>
                        <a:cubicBezTo>
                          <a:pt x="65" y="62"/>
                          <a:pt x="111" y="15"/>
                          <a:pt x="169" y="15"/>
                        </a:cubicBezTo>
                        <a:cubicBezTo>
                          <a:pt x="226" y="15"/>
                          <a:pt x="273" y="62"/>
                          <a:pt x="273" y="119"/>
                        </a:cubicBezTo>
                        <a:cubicBezTo>
                          <a:pt x="273" y="177"/>
                          <a:pt x="226" y="223"/>
                          <a:pt x="169" y="223"/>
                        </a:cubicBezTo>
                        <a:cubicBezTo>
                          <a:pt x="111" y="223"/>
                          <a:pt x="65" y="177"/>
                          <a:pt x="65" y="119"/>
                        </a:cubicBezTo>
                        <a:close/>
                        <a:moveTo>
                          <a:pt x="299" y="354"/>
                        </a:moveTo>
                        <a:cubicBezTo>
                          <a:pt x="299" y="282"/>
                          <a:pt x="241" y="223"/>
                          <a:pt x="169" y="223"/>
                        </a:cubicBezTo>
                        <a:cubicBezTo>
                          <a:pt x="97" y="223"/>
                          <a:pt x="38" y="282"/>
                          <a:pt x="38" y="354"/>
                        </a:cubicBezTo>
                        <a:moveTo>
                          <a:pt x="112" y="236"/>
                        </a:moveTo>
                        <a:cubicBezTo>
                          <a:pt x="169" y="289"/>
                          <a:pt x="169" y="289"/>
                          <a:pt x="169" y="289"/>
                        </a:cubicBezTo>
                        <a:cubicBezTo>
                          <a:pt x="225" y="236"/>
                          <a:pt x="225" y="236"/>
                          <a:pt x="225" y="236"/>
                        </a:cubicBezTo>
                        <a:moveTo>
                          <a:pt x="105" y="37"/>
                        </a:moveTo>
                        <a:cubicBezTo>
                          <a:pt x="105" y="37"/>
                          <a:pt x="130" y="75"/>
                          <a:pt x="165" y="85"/>
                        </a:cubicBezTo>
                        <a:cubicBezTo>
                          <a:pt x="206" y="96"/>
                          <a:pt x="269" y="90"/>
                          <a:pt x="269" y="90"/>
                        </a:cubicBezTo>
                        <a:moveTo>
                          <a:pt x="69" y="148"/>
                        </a:moveTo>
                        <a:cubicBezTo>
                          <a:pt x="69" y="148"/>
                          <a:pt x="98" y="128"/>
                          <a:pt x="105" y="107"/>
                        </a:cubicBezTo>
                        <a:cubicBezTo>
                          <a:pt x="117" y="68"/>
                          <a:pt x="99" y="42"/>
                          <a:pt x="99" y="42"/>
                        </a:cubicBezTo>
                        <a:moveTo>
                          <a:pt x="105" y="37"/>
                        </a:moveTo>
                        <a:cubicBezTo>
                          <a:pt x="105" y="37"/>
                          <a:pt x="87" y="0"/>
                          <a:pt x="55" y="25"/>
                        </a:cubicBezTo>
                        <a:cubicBezTo>
                          <a:pt x="28" y="47"/>
                          <a:pt x="66" y="87"/>
                          <a:pt x="62" y="109"/>
                        </a:cubicBezTo>
                        <a:cubicBezTo>
                          <a:pt x="55" y="139"/>
                          <a:pt x="0" y="127"/>
                          <a:pt x="0" y="127"/>
                        </a:cubicBezTo>
                      </a:path>
                    </a:pathLst>
                  </a:custGeom>
                  <a:grpFill/>
                  <a:ln w="15875"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effectLst/>
                      <a:uLnTx/>
                      <a:uFillTx/>
                      <a:latin typeface="Tw Cen MT" panose="020B0602020104020603"/>
                      <a:ea typeface="+mn-ea"/>
                      <a:cs typeface="+mn-cs"/>
                    </a:endParaRPr>
                  </a:p>
                </p:txBody>
              </p:sp>
              <p:sp>
                <p:nvSpPr>
                  <p:cNvPr id="63" name="TextBox 62">
                    <a:extLst>
                      <a:ext uri="{FF2B5EF4-FFF2-40B4-BE49-F238E27FC236}">
                        <a16:creationId xmlns:a16="http://schemas.microsoft.com/office/drawing/2014/main" id="{F2330DAF-CA71-4B4D-8ACA-A547701F54D8}"/>
                      </a:ext>
                    </a:extLst>
                  </p:cNvPr>
                  <p:cNvSpPr txBox="1"/>
                  <p:nvPr/>
                </p:nvSpPr>
                <p:spPr>
                  <a:xfrm>
                    <a:off x="797045" y="3734058"/>
                    <a:ext cx="1011495" cy="184666"/>
                  </a:xfrm>
                  <a:prstGeom prst="rect">
                    <a:avLst/>
                  </a:prstGeom>
                  <a:grp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200" b="0" i="0" u="none" strike="noStrike" kern="1200" cap="none" spc="0" normalizeH="0" baseline="0" noProof="0" dirty="0">
                        <a:ln>
                          <a:noFill/>
                        </a:ln>
                        <a:effectLst/>
                        <a:uLnTx/>
                        <a:uFillTx/>
                        <a:latin typeface="Tw Cen MT" panose="020B0602020104020603"/>
                        <a:ea typeface="+mn-ea"/>
                        <a:cs typeface="+mn-cs"/>
                      </a:rPr>
                      <a:t>System </a:t>
                    </a:r>
                    <a:r>
                      <a:rPr kumimoji="0" lang="da-DK" sz="1200" b="0" i="0" u="none" strike="noStrike" kern="1200" cap="none" spc="0" normalizeH="0" baseline="0" noProof="0" dirty="0" err="1">
                        <a:ln>
                          <a:noFill/>
                        </a:ln>
                        <a:effectLst/>
                        <a:uLnTx/>
                        <a:uFillTx/>
                        <a:latin typeface="Tw Cen MT" panose="020B0602020104020603"/>
                        <a:ea typeface="+mn-ea"/>
                        <a:cs typeface="+mn-cs"/>
                      </a:rPr>
                      <a:t>Owner</a:t>
                    </a:r>
                    <a:r>
                      <a:rPr kumimoji="0" lang="da-DK" sz="1200" b="0" i="0" u="none" strike="noStrike" kern="1200" cap="none" spc="0" normalizeH="0" baseline="0" noProof="0" dirty="0">
                        <a:ln>
                          <a:noFill/>
                        </a:ln>
                        <a:effectLst/>
                        <a:uLnTx/>
                        <a:uFillTx/>
                        <a:latin typeface="Tw Cen MT" panose="020B0602020104020603"/>
                        <a:ea typeface="+mn-ea"/>
                        <a:cs typeface="+mn-cs"/>
                      </a:rPr>
                      <a:t> 2</a:t>
                    </a:r>
                  </a:p>
                </p:txBody>
              </p:sp>
            </p:grpSp>
          </p:grpSp>
        </p:grpSp>
        <p:pic>
          <p:nvPicPr>
            <p:cNvPr id="14" name="Graphic 13">
              <a:extLst>
                <a:ext uri="{FF2B5EF4-FFF2-40B4-BE49-F238E27FC236}">
                  <a16:creationId xmlns:a16="http://schemas.microsoft.com/office/drawing/2014/main" id="{CA710763-F4E2-4DD6-A23C-DC7B865BAF5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455782" y="4082081"/>
              <a:ext cx="348838" cy="348838"/>
            </a:xfrm>
            <a:prstGeom prst="rect">
              <a:avLst/>
            </a:prstGeom>
            <a:effectLst/>
          </p:spPr>
        </p:pic>
      </p:grpSp>
      <p:grpSp>
        <p:nvGrpSpPr>
          <p:cNvPr id="31" name="Group 30">
            <a:extLst>
              <a:ext uri="{FF2B5EF4-FFF2-40B4-BE49-F238E27FC236}">
                <a16:creationId xmlns:a16="http://schemas.microsoft.com/office/drawing/2014/main" id="{1C6B31C2-296F-4287-903B-E2807FBFBCEB}"/>
              </a:ext>
            </a:extLst>
          </p:cNvPr>
          <p:cNvGrpSpPr/>
          <p:nvPr/>
        </p:nvGrpSpPr>
        <p:grpSpPr>
          <a:xfrm>
            <a:off x="5003723" y="4857324"/>
            <a:ext cx="1018736" cy="1939863"/>
            <a:chOff x="5795662" y="4726649"/>
            <a:chExt cx="1037405" cy="2122678"/>
          </a:xfrm>
        </p:grpSpPr>
        <p:pic>
          <p:nvPicPr>
            <p:cNvPr id="159" name="Picture 158" descr="Businessman holding sign">
              <a:extLst>
                <a:ext uri="{FF2B5EF4-FFF2-40B4-BE49-F238E27FC236}">
                  <a16:creationId xmlns:a16="http://schemas.microsoft.com/office/drawing/2014/main" id="{3D716F42-8BBA-4AC4-B0F4-C2F4B4FAF883}"/>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795662" y="4726649"/>
              <a:ext cx="985061" cy="2122678"/>
            </a:xfrm>
            <a:prstGeom prst="rect">
              <a:avLst/>
            </a:prstGeom>
          </p:spPr>
        </p:pic>
        <p:sp>
          <p:nvSpPr>
            <p:cNvPr id="27" name="TextBox 26">
              <a:extLst>
                <a:ext uri="{FF2B5EF4-FFF2-40B4-BE49-F238E27FC236}">
                  <a16:creationId xmlns:a16="http://schemas.microsoft.com/office/drawing/2014/main" id="{BBE18E2F-6319-4099-9886-1586A905ED29}"/>
                </a:ext>
              </a:extLst>
            </p:cNvPr>
            <p:cNvSpPr txBox="1"/>
            <p:nvPr/>
          </p:nvSpPr>
          <p:spPr>
            <a:xfrm rot="209036">
              <a:off x="5834704" y="5371211"/>
              <a:ext cx="998363" cy="3704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dirty="0" err="1">
                  <a:ln>
                    <a:noFill/>
                  </a:ln>
                  <a:solidFill>
                    <a:prstClr val="black"/>
                  </a:solidFill>
                  <a:effectLst/>
                  <a:uLnTx/>
                  <a:uFillTx/>
                  <a:latin typeface="Tw Cen MT" panose="020B0602020104020603"/>
                  <a:ea typeface="+mn-ea"/>
                  <a:cs typeface="+mn-cs"/>
                </a:rPr>
                <a:t>Transform</a:t>
              </a:r>
              <a:endParaRPr kumimoji="0" lang="en-US" sz="16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cxnSp>
        <p:nvCxnSpPr>
          <p:cNvPr id="16" name="Straight Arrow Connector 15">
            <a:extLst>
              <a:ext uri="{FF2B5EF4-FFF2-40B4-BE49-F238E27FC236}">
                <a16:creationId xmlns:a16="http://schemas.microsoft.com/office/drawing/2014/main" id="{6C4858F0-6779-4F80-852A-640934F120B3}"/>
              </a:ext>
            </a:extLst>
          </p:cNvPr>
          <p:cNvCxnSpPr>
            <a:cxnSpLocks/>
            <a:stCxn id="141" idx="1"/>
            <a:endCxn id="18" idx="3"/>
          </p:cNvCxnSpPr>
          <p:nvPr/>
        </p:nvCxnSpPr>
        <p:spPr>
          <a:xfrm flipH="1" flipV="1">
            <a:off x="3446015" y="4249632"/>
            <a:ext cx="1242423" cy="56478"/>
          </a:xfrm>
          <a:prstGeom prst="straightConnector1">
            <a:avLst/>
          </a:prstGeom>
          <a:noFill/>
          <a:ln w="38100" cap="flat" cmpd="sng" algn="ctr">
            <a:solidFill>
              <a:srgbClr val="00B050"/>
            </a:solidFill>
            <a:prstDash val="dash"/>
            <a:headEnd type="triangle" w="med" len="med"/>
            <a:tailEnd type="none"/>
          </a:ln>
          <a:effectLst/>
        </p:spPr>
      </p:cxnSp>
      <p:sp>
        <p:nvSpPr>
          <p:cNvPr id="2" name="TextBox 1">
            <a:extLst>
              <a:ext uri="{FF2B5EF4-FFF2-40B4-BE49-F238E27FC236}">
                <a16:creationId xmlns:a16="http://schemas.microsoft.com/office/drawing/2014/main" id="{9EE9D79A-E00D-790A-4FFC-E832159FFF27}"/>
              </a:ext>
            </a:extLst>
          </p:cNvPr>
          <p:cNvSpPr txBox="1"/>
          <p:nvPr/>
        </p:nvSpPr>
        <p:spPr>
          <a:xfrm>
            <a:off x="536348" y="149870"/>
            <a:ext cx="5522089" cy="492443"/>
          </a:xfrm>
          <a:prstGeom prst="rect">
            <a:avLst/>
          </a:prstGeom>
          <a:noFill/>
        </p:spPr>
        <p:txBody>
          <a:bodyPr wrap="none" lIns="0" tIns="0" rIns="0" bIns="0" rtlCol="0">
            <a:spAutoFit/>
          </a:bodyPr>
          <a:lstStyle/>
          <a:p>
            <a:pPr algn="l"/>
            <a:r>
              <a:rPr lang="en-US" sz="3200" dirty="0">
                <a:solidFill>
                  <a:schemeClr val="bg1"/>
                </a:solidFill>
              </a:rPr>
              <a:t>The purpose of a </a:t>
            </a:r>
            <a:r>
              <a:rPr lang="en-US" sz="3200" dirty="0" err="1">
                <a:solidFill>
                  <a:schemeClr val="bg1"/>
                </a:solidFill>
              </a:rPr>
              <a:t>dataplatform</a:t>
            </a:r>
            <a:endParaRPr lang="en-US" sz="3200" dirty="0">
              <a:solidFill>
                <a:schemeClr val="bg1"/>
              </a:solidFill>
            </a:endParaRPr>
          </a:p>
        </p:txBody>
      </p:sp>
    </p:spTree>
    <p:extLst>
      <p:ext uri="{BB962C8B-B14F-4D97-AF65-F5344CB8AC3E}">
        <p14:creationId xmlns:p14="http://schemas.microsoft.com/office/powerpoint/2010/main" val="268258527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500"/>
                                  </p:stCondLst>
                                  <p:childTnLst>
                                    <p:set>
                                      <p:cBhvr>
                                        <p:cTn id="13" dur="1" fill="hold">
                                          <p:stCondLst>
                                            <p:cond delay="0"/>
                                          </p:stCondLst>
                                        </p:cTn>
                                        <p:tgtEl>
                                          <p:spTgt spid="3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00"/>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50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4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48"/>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0"/>
                                          </p:stCondLst>
                                        </p:cTn>
                                        <p:tgtEl>
                                          <p:spTgt spid="14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nodeType="afterEffect">
                                  <p:stCondLst>
                                    <p:cond delay="500"/>
                                  </p:stCondLst>
                                  <p:childTnLst>
                                    <p:set>
                                      <p:cBhvr>
                                        <p:cTn id="45" dur="1" fill="hold">
                                          <p:stCondLst>
                                            <p:cond delay="0"/>
                                          </p:stCondLst>
                                        </p:cTn>
                                        <p:tgtEl>
                                          <p:spTgt spid="16"/>
                                        </p:tgtEl>
                                        <p:attrNameLst>
                                          <p:attrName>style.visibility</p:attrName>
                                        </p:attrNameLst>
                                      </p:cBhvr>
                                      <p:to>
                                        <p:strVal val="visible"/>
                                      </p:to>
                                    </p:set>
                                  </p:childTnLst>
                                </p:cTn>
                              </p:par>
                            </p:childTnLst>
                          </p:cTn>
                        </p:par>
                        <p:par>
                          <p:cTn id="46" fill="hold">
                            <p:stCondLst>
                              <p:cond delay="500"/>
                            </p:stCondLst>
                            <p:childTnLst>
                              <p:par>
                                <p:cTn id="47" presetID="1" presetClass="entr" presetSubtype="0" fill="hold" grpId="0" nodeType="afterEffect">
                                  <p:stCondLst>
                                    <p:cond delay="500"/>
                                  </p:stCondLst>
                                  <p:childTnLst>
                                    <p:set>
                                      <p:cBhvr>
                                        <p:cTn id="48" dur="1" fill="hold">
                                          <p:stCondLst>
                                            <p:cond delay="0"/>
                                          </p:stCondLst>
                                        </p:cTn>
                                        <p:tgtEl>
                                          <p:spTgt spid="141"/>
                                        </p:tgtEl>
                                        <p:attrNameLst>
                                          <p:attrName>style.visibility</p:attrName>
                                        </p:attrNameLst>
                                      </p:cBhvr>
                                      <p:to>
                                        <p:strVal val="visible"/>
                                      </p:to>
                                    </p:set>
                                  </p:childTnLst>
                                </p:cTn>
                              </p:par>
                            </p:childTnLst>
                          </p:cTn>
                        </p:par>
                        <p:par>
                          <p:cTn id="49" fill="hold">
                            <p:stCondLst>
                              <p:cond delay="1000"/>
                            </p:stCondLst>
                            <p:childTnLst>
                              <p:par>
                                <p:cTn id="50" presetID="1" presetClass="entr" presetSubtype="0" fill="hold" nodeType="afterEffect">
                                  <p:stCondLst>
                                    <p:cond delay="500"/>
                                  </p:stCondLst>
                                  <p:childTnLst>
                                    <p:set>
                                      <p:cBhvr>
                                        <p:cTn id="51" dur="1" fill="hold">
                                          <p:stCondLst>
                                            <p:cond delay="0"/>
                                          </p:stCondLst>
                                        </p:cTn>
                                        <p:tgtEl>
                                          <p:spTgt spid="150"/>
                                        </p:tgtEl>
                                        <p:attrNameLst>
                                          <p:attrName>style.visibility</p:attrName>
                                        </p:attrNameLst>
                                      </p:cBhvr>
                                      <p:to>
                                        <p:strVal val="visible"/>
                                      </p:to>
                                    </p:set>
                                  </p:childTnLst>
                                </p:cTn>
                              </p:par>
                            </p:childTnLst>
                          </p:cTn>
                        </p:par>
                        <p:par>
                          <p:cTn id="52" fill="hold">
                            <p:stCondLst>
                              <p:cond delay="1500"/>
                            </p:stCondLst>
                            <p:childTnLst>
                              <p:par>
                                <p:cTn id="53" presetID="1" presetClass="entr" presetSubtype="0" fill="hold" grpId="0" nodeType="afterEffect">
                                  <p:stCondLst>
                                    <p:cond delay="500"/>
                                  </p:stCondLst>
                                  <p:childTnLst>
                                    <p:set>
                                      <p:cBhvr>
                                        <p:cTn id="54" dur="1" fill="hold">
                                          <p:stCondLst>
                                            <p:cond delay="0"/>
                                          </p:stCondLst>
                                        </p:cTn>
                                        <p:tgtEl>
                                          <p:spTgt spid="14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par>
                          <p:cTn id="59" fill="hold">
                            <p:stCondLst>
                              <p:cond delay="0"/>
                            </p:stCondLst>
                            <p:childTnLst>
                              <p:par>
                                <p:cTn id="60" presetID="1" presetClass="entr" presetSubtype="0" fill="hold" nodeType="afterEffect">
                                  <p:stCondLst>
                                    <p:cond delay="500"/>
                                  </p:stCondLst>
                                  <p:childTnLst>
                                    <p:set>
                                      <p:cBhvr>
                                        <p:cTn id="61" dur="1" fill="hold">
                                          <p:stCondLst>
                                            <p:cond delay="0"/>
                                          </p:stCondLst>
                                        </p:cTn>
                                        <p:tgtEl>
                                          <p:spTgt spid="20"/>
                                        </p:tgtEl>
                                        <p:attrNameLst>
                                          <p:attrName>style.visibility</p:attrName>
                                        </p:attrNameLst>
                                      </p:cBhvr>
                                      <p:to>
                                        <p:strVal val="visible"/>
                                      </p:to>
                                    </p:set>
                                  </p:childTnLst>
                                </p:cTn>
                              </p:par>
                            </p:childTnLst>
                          </p:cTn>
                        </p:par>
                        <p:par>
                          <p:cTn id="62" fill="hold">
                            <p:stCondLst>
                              <p:cond delay="500"/>
                            </p:stCondLst>
                            <p:childTnLst>
                              <p:par>
                                <p:cTn id="63" presetID="1" presetClass="entr" presetSubtype="0" fill="hold" grpId="0" nodeType="afterEffect">
                                  <p:stCondLst>
                                    <p:cond delay="500"/>
                                  </p:stCondLst>
                                  <p:childTnLst>
                                    <p:set>
                                      <p:cBhvr>
                                        <p:cTn id="64" dur="1" fill="hold">
                                          <p:stCondLst>
                                            <p:cond delay="0"/>
                                          </p:stCondLst>
                                        </p:cTn>
                                        <p:tgtEl>
                                          <p:spTgt spid="142"/>
                                        </p:tgtEl>
                                        <p:attrNameLst>
                                          <p:attrName>style.visibility</p:attrName>
                                        </p:attrNameLst>
                                      </p:cBhvr>
                                      <p:to>
                                        <p:strVal val="visible"/>
                                      </p:to>
                                    </p:set>
                                  </p:childTnLst>
                                </p:cTn>
                              </p:par>
                            </p:childTnLst>
                          </p:cTn>
                        </p:par>
                        <p:par>
                          <p:cTn id="65" fill="hold">
                            <p:stCondLst>
                              <p:cond delay="1000"/>
                            </p:stCondLst>
                            <p:childTnLst>
                              <p:par>
                                <p:cTn id="66" presetID="1" presetClass="entr" presetSubtype="0" fill="hold" nodeType="afterEffect">
                                  <p:stCondLst>
                                    <p:cond delay="500"/>
                                  </p:stCondLst>
                                  <p:childTnLst>
                                    <p:set>
                                      <p:cBhvr>
                                        <p:cTn id="67" dur="1" fill="hold">
                                          <p:stCondLst>
                                            <p:cond delay="0"/>
                                          </p:stCondLst>
                                        </p:cTn>
                                        <p:tgtEl>
                                          <p:spTgt spid="152"/>
                                        </p:tgtEl>
                                        <p:attrNameLst>
                                          <p:attrName>style.visibility</p:attrName>
                                        </p:attrNameLst>
                                      </p:cBhvr>
                                      <p:to>
                                        <p:strVal val="visible"/>
                                      </p:to>
                                    </p:set>
                                  </p:childTnLst>
                                </p:cTn>
                              </p:par>
                            </p:childTnLst>
                          </p:cTn>
                        </p:par>
                        <p:par>
                          <p:cTn id="68" fill="hold">
                            <p:stCondLst>
                              <p:cond delay="1500"/>
                            </p:stCondLst>
                            <p:childTnLst>
                              <p:par>
                                <p:cTn id="69" presetID="1" presetClass="entr" presetSubtype="0" fill="hold" grpId="0" nodeType="afterEffect">
                                  <p:stCondLst>
                                    <p:cond delay="500"/>
                                  </p:stCondLst>
                                  <p:childTnLst>
                                    <p:set>
                                      <p:cBhvr>
                                        <p:cTn id="70" dur="1" fill="hold">
                                          <p:stCondLst>
                                            <p:cond delay="0"/>
                                          </p:stCondLst>
                                        </p:cTn>
                                        <p:tgtEl>
                                          <p:spTgt spid="15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9"/>
                                        </p:tgtEl>
                                        <p:attrNameLst>
                                          <p:attrName>style.visibility</p:attrName>
                                        </p:attrNameLst>
                                      </p:cBhvr>
                                      <p:to>
                                        <p:strVal val="visible"/>
                                      </p:to>
                                    </p:set>
                                  </p:childTnLst>
                                </p:cTn>
                              </p:par>
                            </p:childTnLst>
                          </p:cTn>
                        </p:par>
                        <p:par>
                          <p:cTn id="75" fill="hold">
                            <p:stCondLst>
                              <p:cond delay="0"/>
                            </p:stCondLst>
                            <p:childTnLst>
                              <p:par>
                                <p:cTn id="76" presetID="1" presetClass="entr" presetSubtype="0" fill="hold" nodeType="afterEffect">
                                  <p:stCondLst>
                                    <p:cond delay="500"/>
                                  </p:stCondLst>
                                  <p:childTnLst>
                                    <p:set>
                                      <p:cBhvr>
                                        <p:cTn id="77" dur="1" fill="hold">
                                          <p:stCondLst>
                                            <p:cond delay="0"/>
                                          </p:stCondLst>
                                        </p:cTn>
                                        <p:tgtEl>
                                          <p:spTgt spid="21"/>
                                        </p:tgtEl>
                                        <p:attrNameLst>
                                          <p:attrName>style.visibility</p:attrName>
                                        </p:attrNameLst>
                                      </p:cBhvr>
                                      <p:to>
                                        <p:strVal val="visible"/>
                                      </p:to>
                                    </p:set>
                                  </p:childTnLst>
                                </p:cTn>
                              </p:par>
                            </p:childTnLst>
                          </p:cTn>
                        </p:par>
                        <p:par>
                          <p:cTn id="78" fill="hold">
                            <p:stCondLst>
                              <p:cond delay="500"/>
                            </p:stCondLst>
                            <p:childTnLst>
                              <p:par>
                                <p:cTn id="79" presetID="1" presetClass="entr" presetSubtype="0" fill="hold" nodeType="afterEffect">
                                  <p:stCondLst>
                                    <p:cond delay="500"/>
                                  </p:stCondLst>
                                  <p:childTnLst>
                                    <p:set>
                                      <p:cBhvr>
                                        <p:cTn id="80" dur="1" fill="hold">
                                          <p:stCondLst>
                                            <p:cond delay="0"/>
                                          </p:stCondLst>
                                        </p:cTn>
                                        <p:tgtEl>
                                          <p:spTgt spid="2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4"/>
                                        </p:tgtEl>
                                        <p:attrNameLst>
                                          <p:attrName>style.visibility</p:attrName>
                                        </p:attrNameLst>
                                      </p:cBhvr>
                                      <p:to>
                                        <p:strVal val="visible"/>
                                      </p:to>
                                    </p:set>
                                  </p:childTnLst>
                                </p:cTn>
                              </p:par>
                            </p:childTnLst>
                          </p:cTn>
                        </p:par>
                        <p:par>
                          <p:cTn id="85" fill="hold">
                            <p:stCondLst>
                              <p:cond delay="0"/>
                            </p:stCondLst>
                            <p:childTnLst>
                              <p:par>
                                <p:cTn id="86" presetID="1" presetClass="entr" presetSubtype="0" fill="hold" nodeType="afterEffect">
                                  <p:stCondLst>
                                    <p:cond delay="500"/>
                                  </p:stCondLst>
                                  <p:childTnLst>
                                    <p:set>
                                      <p:cBhvr>
                                        <p:cTn id="87" dur="1" fill="hold">
                                          <p:stCondLst>
                                            <p:cond delay="0"/>
                                          </p:stCondLst>
                                        </p:cTn>
                                        <p:tgtEl>
                                          <p:spTgt spid="32"/>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22"/>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46"/>
                                        </p:tgtEl>
                                        <p:attrNameLst>
                                          <p:attrName>style.visibility</p:attrName>
                                        </p:attrNameLst>
                                      </p:cBhvr>
                                      <p:to>
                                        <p:strVal val="visible"/>
                                      </p:to>
                                    </p:set>
                                  </p:childTnLst>
                                </p:cTn>
                              </p:par>
                            </p:childTnLst>
                          </p:cTn>
                        </p:par>
                        <p:par>
                          <p:cTn id="96" fill="hold">
                            <p:stCondLst>
                              <p:cond delay="0"/>
                            </p:stCondLst>
                            <p:childTnLst>
                              <p:par>
                                <p:cTn id="97" presetID="1" presetClass="entr" presetSubtype="0" fill="hold" nodeType="afterEffect">
                                  <p:stCondLst>
                                    <p:cond delay="500"/>
                                  </p:stCondLst>
                                  <p:childTnLst>
                                    <p:set>
                                      <p:cBhvr>
                                        <p:cTn id="98" dur="1" fill="hold">
                                          <p:stCondLst>
                                            <p:cond delay="0"/>
                                          </p:stCondLst>
                                        </p:cTn>
                                        <p:tgtEl>
                                          <p:spTgt spid="49"/>
                                        </p:tgtEl>
                                        <p:attrNameLst>
                                          <p:attrName>style.visibility</p:attrName>
                                        </p:attrNameLst>
                                      </p:cBhvr>
                                      <p:to>
                                        <p:strVal val="visible"/>
                                      </p:to>
                                    </p:set>
                                  </p:childTnLst>
                                </p:cTn>
                              </p:par>
                            </p:childTnLst>
                          </p:cTn>
                        </p:par>
                        <p:par>
                          <p:cTn id="99" fill="hold">
                            <p:stCondLst>
                              <p:cond delay="500"/>
                            </p:stCondLst>
                            <p:childTnLst>
                              <p:par>
                                <p:cTn id="100" presetID="1" presetClass="entr" presetSubtype="0" fill="hold" grpId="0" nodeType="afterEffect">
                                  <p:stCondLst>
                                    <p:cond delay="500"/>
                                  </p:stCondLst>
                                  <p:childTnLst>
                                    <p:set>
                                      <p:cBhvr>
                                        <p:cTn id="101" dur="1" fill="hold">
                                          <p:stCondLst>
                                            <p:cond delay="0"/>
                                          </p:stCondLst>
                                        </p:cTn>
                                        <p:tgtEl>
                                          <p:spTgt spid="3"/>
                                        </p:tgtEl>
                                        <p:attrNameLst>
                                          <p:attrName>style.visibility</p:attrName>
                                        </p:attrNameLst>
                                      </p:cBhvr>
                                      <p:to>
                                        <p:strVal val="visible"/>
                                      </p:to>
                                    </p:set>
                                  </p:childTnLst>
                                </p:cTn>
                              </p:par>
                            </p:childTnLst>
                          </p:cTn>
                        </p:par>
                        <p:par>
                          <p:cTn id="102" fill="hold">
                            <p:stCondLst>
                              <p:cond delay="1000"/>
                            </p:stCondLst>
                            <p:childTnLst>
                              <p:par>
                                <p:cTn id="103" presetID="1" presetClass="entr" presetSubtype="0" fill="hold" nodeType="afterEffect">
                                  <p:stCondLst>
                                    <p:cond delay="500"/>
                                  </p:stCondLst>
                                  <p:childTnLst>
                                    <p:set>
                                      <p:cBhvr>
                                        <p:cTn id="104" dur="1" fill="hold">
                                          <p:stCondLst>
                                            <p:cond delay="0"/>
                                          </p:stCondLst>
                                        </p:cTn>
                                        <p:tgtEl>
                                          <p:spTgt spid="55"/>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25"/>
                                        </p:tgtEl>
                                        <p:attrNameLst>
                                          <p:attrName>style.visibility</p:attrName>
                                        </p:attrNameLst>
                                      </p:cBhvr>
                                      <p:to>
                                        <p:strVal val="visible"/>
                                      </p:to>
                                    </p:set>
                                  </p:childTnLst>
                                </p:cTn>
                              </p:par>
                            </p:childTnLst>
                          </p:cTn>
                        </p:par>
                        <p:par>
                          <p:cTn id="109" fill="hold">
                            <p:stCondLst>
                              <p:cond delay="0"/>
                            </p:stCondLst>
                            <p:childTnLst>
                              <p:par>
                                <p:cTn id="110" presetID="1" presetClass="entr" presetSubtype="0" fill="hold" nodeType="afterEffect">
                                  <p:stCondLst>
                                    <p:cond delay="500"/>
                                  </p:stCondLst>
                                  <p:childTnLst>
                                    <p:set>
                                      <p:cBhvr>
                                        <p:cTn id="111" dur="1" fill="hold">
                                          <p:stCondLst>
                                            <p:cond delay="0"/>
                                          </p:stCondLst>
                                        </p:cTn>
                                        <p:tgtEl>
                                          <p:spTgt spid="28"/>
                                        </p:tgtEl>
                                        <p:attrNameLst>
                                          <p:attrName>style.visibility</p:attrName>
                                        </p:attrNameLst>
                                      </p:cBhvr>
                                      <p:to>
                                        <p:strVal val="visible"/>
                                      </p:to>
                                    </p:set>
                                  </p:childTnLst>
                                </p:cTn>
                              </p:par>
                            </p:childTnLst>
                          </p:cTn>
                        </p:par>
                        <p:par>
                          <p:cTn id="112" fill="hold">
                            <p:stCondLst>
                              <p:cond delay="500"/>
                            </p:stCondLst>
                            <p:childTnLst>
                              <p:par>
                                <p:cTn id="113" presetID="1" presetClass="entr" presetSubtype="0" fill="hold" nodeType="afterEffect">
                                  <p:stCondLst>
                                    <p:cond delay="500"/>
                                  </p:stCondLst>
                                  <p:childTnLst>
                                    <p:set>
                                      <p:cBhvr>
                                        <p:cTn id="114" dur="1" fill="hold">
                                          <p:stCondLst>
                                            <p:cond delay="0"/>
                                          </p:stCondLst>
                                        </p:cTn>
                                        <p:tgtEl>
                                          <p:spTgt spid="39"/>
                                        </p:tgtEl>
                                        <p:attrNameLst>
                                          <p:attrName>style.visibility</p:attrName>
                                        </p:attrNameLst>
                                      </p:cBhvr>
                                      <p:to>
                                        <p:strVal val="visible"/>
                                      </p:to>
                                    </p:set>
                                  </p:childTnLst>
                                </p:cTn>
                              </p:par>
                            </p:childTnLst>
                          </p:cTn>
                        </p:par>
                        <p:par>
                          <p:cTn id="115" fill="hold">
                            <p:stCondLst>
                              <p:cond delay="1000"/>
                            </p:stCondLst>
                            <p:childTnLst>
                              <p:par>
                                <p:cTn id="116" presetID="1" presetClass="entr" presetSubtype="0" fill="hold" grpId="0" nodeType="afterEffect">
                                  <p:stCondLst>
                                    <p:cond delay="500"/>
                                  </p:stCondLst>
                                  <p:childTnLst>
                                    <p:set>
                                      <p:cBhvr>
                                        <p:cTn id="117" dur="1" fill="hold">
                                          <p:stCondLst>
                                            <p:cond delay="0"/>
                                          </p:stCondLst>
                                        </p:cTn>
                                        <p:tgtEl>
                                          <p:spTgt spid="4"/>
                                        </p:tgtEl>
                                        <p:attrNameLst>
                                          <p:attrName>style.visibility</p:attrName>
                                        </p:attrNameLst>
                                      </p:cBhvr>
                                      <p:to>
                                        <p:strVal val="visible"/>
                                      </p:to>
                                    </p:set>
                                  </p:childTnLst>
                                </p:cTn>
                              </p:par>
                            </p:childTnLst>
                          </p:cTn>
                        </p:par>
                        <p:par>
                          <p:cTn id="118" fill="hold">
                            <p:stCondLst>
                              <p:cond delay="1500"/>
                            </p:stCondLst>
                            <p:childTnLst>
                              <p:par>
                                <p:cTn id="119" presetID="1" presetClass="entr" presetSubtype="0" fill="hold" nodeType="afterEffect">
                                  <p:stCondLst>
                                    <p:cond delay="500"/>
                                  </p:stCondLst>
                                  <p:childTnLst>
                                    <p:set>
                                      <p:cBhvr>
                                        <p:cTn id="12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47" grpId="0" animBg="1"/>
      <p:bldP spid="149" grpId="0" animBg="1"/>
      <p:bldP spid="151" grpId="0" animBg="1"/>
      <p:bldP spid="3" grpId="0" animBg="1"/>
      <p:bldP spid="4" grpId="0" animBg="1"/>
      <p:bldP spid="140" grpId="0" animBg="1"/>
      <p:bldP spid="141" grpId="0" animBg="1"/>
      <p:bldP spid="14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D2889-67BE-B9A4-3B96-E5A5AB02D35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A6966BF-09DD-FA61-E92D-7B50ECA306C8}"/>
              </a:ext>
            </a:extLst>
          </p:cNvPr>
          <p:cNvSpPr>
            <a:spLocks noGrp="1"/>
          </p:cNvSpPr>
          <p:nvPr>
            <p:ph type="title" idx="4294967295"/>
          </p:nvPr>
        </p:nvSpPr>
        <p:spPr>
          <a:xfrm>
            <a:off x="1309816" y="2611910"/>
            <a:ext cx="6635750" cy="64452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3600" b="0" i="0" u="none" strike="noStrike" kern="1200" cap="none" spc="0" normalizeH="0" baseline="0" noProof="0" dirty="0">
                <a:ln>
                  <a:noFill/>
                </a:ln>
                <a:solidFill>
                  <a:schemeClr val="bg1"/>
                </a:solidFill>
                <a:effectLst/>
                <a:uLnTx/>
                <a:uFillTx/>
                <a:ea typeface="+mn-ea"/>
                <a:cs typeface="Segoe UI" panose="020B0502040204020203" pitchFamily="34" charset="0"/>
              </a:rPr>
              <a:t>How to……</a:t>
            </a:r>
            <a:br>
              <a:rPr kumimoji="0" lang="en-US" sz="3600" b="0" i="0" u="none" strike="noStrike" kern="1200" cap="none" spc="0" normalizeH="0" baseline="0" noProof="0" dirty="0">
                <a:ln>
                  <a:noFill/>
                </a:ln>
                <a:solidFill>
                  <a:schemeClr val="bg1"/>
                </a:solidFill>
                <a:effectLst/>
                <a:uLnTx/>
                <a:uFillTx/>
                <a:ea typeface="+mn-ea"/>
                <a:cs typeface="Segoe UI" panose="020B0502040204020203" pitchFamily="34" charset="0"/>
              </a:rPr>
            </a:br>
            <a:endParaRPr kumimoji="0" lang="en-US" sz="3600" b="0" i="0" u="none" strike="noStrike" kern="1200" cap="none" spc="0" normalizeH="0" baseline="0" noProof="0" dirty="0">
              <a:ln>
                <a:noFill/>
              </a:ln>
              <a:solidFill>
                <a:schemeClr val="bg1"/>
              </a:solidFill>
              <a:effectLst/>
              <a:uLnTx/>
              <a:uFillTx/>
              <a:ea typeface="+mn-ea"/>
              <a:cs typeface="Segoe UI" panose="020B0502040204020203" pitchFamily="34" charset="0"/>
            </a:endParaRPr>
          </a:p>
        </p:txBody>
      </p:sp>
    </p:spTree>
    <p:extLst>
      <p:ext uri="{BB962C8B-B14F-4D97-AF65-F5344CB8AC3E}">
        <p14:creationId xmlns:p14="http://schemas.microsoft.com/office/powerpoint/2010/main" val="397972969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5DA7EE1-E43A-4DAB-A85F-AE3B0CF795BC}"/>
              </a:ext>
            </a:extLst>
          </p:cNvPr>
          <p:cNvSpPr/>
          <p:nvPr/>
        </p:nvSpPr>
        <p:spPr bwMode="auto">
          <a:xfrm>
            <a:off x="9390558" y="1470403"/>
            <a:ext cx="2193335" cy="3940949"/>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1A1A1A"/>
                </a:solidFill>
                <a:effectLst/>
                <a:uLnTx/>
                <a:uFillTx/>
                <a:latin typeface="Segoe UI Semibold"/>
                <a:ea typeface="+mj-ea"/>
                <a:cs typeface="+mj-cs"/>
              </a:rPr>
              <a:t>Consume</a:t>
            </a:r>
            <a:endParaRPr kumimoji="0" lang="da-DK" sz="1800" b="0" i="0" u="none" strike="noStrike" kern="0" cap="none" spc="0" normalizeH="0" baseline="0" noProof="0" err="1">
              <a:ln>
                <a:noFill/>
              </a:ln>
              <a:solidFill>
                <a:srgbClr val="1A1A1A"/>
              </a:solidFill>
              <a:effectLst/>
              <a:uLnTx/>
              <a:uFillTx/>
              <a:latin typeface="Segoe UI Semibold"/>
              <a:ea typeface="Segoe UI" pitchFamily="34" charset="0"/>
              <a:cs typeface="Segoe UI" pitchFamily="34" charset="0"/>
            </a:endParaRPr>
          </a:p>
        </p:txBody>
      </p:sp>
      <p:cxnSp>
        <p:nvCxnSpPr>
          <p:cNvPr id="44" name="Straight Arrow Connector 43">
            <a:extLst>
              <a:ext uri="{FF2B5EF4-FFF2-40B4-BE49-F238E27FC236}">
                <a16:creationId xmlns:a16="http://schemas.microsoft.com/office/drawing/2014/main" id="{BECB4B38-2D88-FDC6-46EA-B16A16B173B1}"/>
              </a:ext>
            </a:extLst>
          </p:cNvPr>
          <p:cNvCxnSpPr>
            <a:cxnSpLocks/>
            <a:stCxn id="3" idx="2"/>
            <a:endCxn id="8" idx="0"/>
          </p:cNvCxnSpPr>
          <p:nvPr/>
        </p:nvCxnSpPr>
        <p:spPr>
          <a:xfrm>
            <a:off x="3898534" y="843849"/>
            <a:ext cx="6588692" cy="6265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70" name="Group 69">
            <a:extLst>
              <a:ext uri="{FF2B5EF4-FFF2-40B4-BE49-F238E27FC236}">
                <a16:creationId xmlns:a16="http://schemas.microsoft.com/office/drawing/2014/main" id="{C35ED487-237B-1C10-30D6-9E006E921772}"/>
              </a:ext>
            </a:extLst>
          </p:cNvPr>
          <p:cNvGrpSpPr/>
          <p:nvPr/>
        </p:nvGrpSpPr>
        <p:grpSpPr>
          <a:xfrm>
            <a:off x="7028429" y="1484509"/>
            <a:ext cx="2101276" cy="3926843"/>
            <a:chOff x="7019589" y="1536889"/>
            <a:chExt cx="2101276" cy="3955056"/>
          </a:xfrm>
        </p:grpSpPr>
        <p:sp>
          <p:nvSpPr>
            <p:cNvPr id="85" name="Rectangle 84">
              <a:extLst>
                <a:ext uri="{FF2B5EF4-FFF2-40B4-BE49-F238E27FC236}">
                  <a16:creationId xmlns:a16="http://schemas.microsoft.com/office/drawing/2014/main" id="{CA1FDF63-603E-4923-B1A0-E1EA4D270132}"/>
                </a:ext>
              </a:extLst>
            </p:cNvPr>
            <p:cNvSpPr/>
            <p:nvPr/>
          </p:nvSpPr>
          <p:spPr bwMode="auto">
            <a:xfrm>
              <a:off x="7064880" y="1536889"/>
              <a:ext cx="2055985" cy="3955056"/>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1A1A1A"/>
                  </a:solidFill>
                  <a:effectLst/>
                  <a:uLnTx/>
                  <a:uFillTx/>
                  <a:latin typeface="Segoe UI Semibold"/>
                  <a:ea typeface="+mj-ea"/>
                  <a:cs typeface="+mj-cs"/>
                </a:rPr>
                <a:t>Publish</a:t>
              </a:r>
              <a:r>
                <a:rPr kumimoji="0" lang="en-US" sz="1400" b="0" i="0" u="none" strike="noStrike" kern="0" cap="none" spc="0" normalizeH="0" baseline="0" noProof="0" dirty="0">
                  <a:ln>
                    <a:noFill/>
                  </a:ln>
                  <a:solidFill>
                    <a:srgbClr val="1A1A1A"/>
                  </a:solidFill>
                  <a:effectLst/>
                  <a:uLnTx/>
                  <a:uFillTx/>
                  <a:latin typeface="Segoe UI Semibold"/>
                  <a:ea typeface="+mj-ea"/>
                  <a:cs typeface="+mj-cs"/>
                </a:rPr>
                <a:t>/Gold</a:t>
              </a:r>
              <a:endParaRPr kumimoji="0" lang="da-DK" sz="180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cxnSp>
          <p:nvCxnSpPr>
            <p:cNvPr id="7187" name="Straight Arrow Connector 7186">
              <a:extLst>
                <a:ext uri="{FF2B5EF4-FFF2-40B4-BE49-F238E27FC236}">
                  <a16:creationId xmlns:a16="http://schemas.microsoft.com/office/drawing/2014/main" id="{5A2B1B65-0F24-4193-962C-C33A0A95F781}"/>
                </a:ext>
              </a:extLst>
            </p:cNvPr>
            <p:cNvCxnSpPr>
              <a:cxnSpLocks/>
            </p:cNvCxnSpPr>
            <p:nvPr/>
          </p:nvCxnSpPr>
          <p:spPr>
            <a:xfrm flipH="1" flipV="1">
              <a:off x="7019589" y="4726312"/>
              <a:ext cx="18132" cy="106933"/>
            </a:xfrm>
            <a:prstGeom prst="straightConnector1">
              <a:avLst/>
            </a:prstGeom>
            <a:noFill/>
            <a:ln w="9525" cap="flat" cmpd="sng" algn="ctr">
              <a:solidFill>
                <a:srgbClr val="0078D4"/>
              </a:solidFill>
              <a:prstDash val="dash"/>
              <a:headEnd type="none" w="med" len="med"/>
              <a:tailEnd type="none"/>
            </a:ln>
            <a:effectLst/>
          </p:spPr>
        </p:cxnSp>
        <p:sp>
          <p:nvSpPr>
            <p:cNvPr id="10" name="TextBox 9">
              <a:extLst>
                <a:ext uri="{FF2B5EF4-FFF2-40B4-BE49-F238E27FC236}">
                  <a16:creationId xmlns:a16="http://schemas.microsoft.com/office/drawing/2014/main" id="{303C0EE2-28F1-6AB6-8F7F-1351784CE9BA}"/>
                </a:ext>
              </a:extLst>
            </p:cNvPr>
            <p:cNvSpPr txBox="1"/>
            <p:nvPr/>
          </p:nvSpPr>
          <p:spPr>
            <a:xfrm>
              <a:off x="8571578" y="3111624"/>
              <a:ext cx="369332" cy="991335"/>
            </a:xfrm>
            <a:prstGeom prst="rect">
              <a:avLst/>
            </a:prstGeom>
            <a:noFill/>
          </p:spPr>
          <p:txBody>
            <a:bodyPr vert="vert" wrap="square" rtlCol="0">
              <a:spAutoFit/>
            </a:bodyPr>
            <a:lstStyle/>
            <a:p>
              <a:r>
                <a:rPr lang="en-US" sz="1200" i="1">
                  <a:solidFill>
                    <a:schemeClr val="bg1"/>
                  </a:solidFill>
                </a:rPr>
                <a:t>Data Marts</a:t>
              </a:r>
              <a:endParaRPr lang="en-DK" sz="1200" i="1">
                <a:solidFill>
                  <a:schemeClr val="bg1"/>
                </a:solidFill>
              </a:endParaRPr>
            </a:p>
          </p:txBody>
        </p:sp>
      </p:grpSp>
      <p:grpSp>
        <p:nvGrpSpPr>
          <p:cNvPr id="25" name="Group 24">
            <a:extLst>
              <a:ext uri="{FF2B5EF4-FFF2-40B4-BE49-F238E27FC236}">
                <a16:creationId xmlns:a16="http://schemas.microsoft.com/office/drawing/2014/main" id="{183B9692-EAB5-DB92-6F9C-FC499A1EBC93}"/>
              </a:ext>
            </a:extLst>
          </p:cNvPr>
          <p:cNvGrpSpPr/>
          <p:nvPr/>
        </p:nvGrpSpPr>
        <p:grpSpPr>
          <a:xfrm>
            <a:off x="4138289" y="1470404"/>
            <a:ext cx="2629287" cy="3926843"/>
            <a:chOff x="4138289" y="1470404"/>
            <a:chExt cx="2629287" cy="3926843"/>
          </a:xfrm>
        </p:grpSpPr>
        <p:grpSp>
          <p:nvGrpSpPr>
            <p:cNvPr id="71" name="Group 70">
              <a:extLst>
                <a:ext uri="{FF2B5EF4-FFF2-40B4-BE49-F238E27FC236}">
                  <a16:creationId xmlns:a16="http://schemas.microsoft.com/office/drawing/2014/main" id="{93851689-3911-B596-8558-56D5CB4EA6FD}"/>
                </a:ext>
              </a:extLst>
            </p:cNvPr>
            <p:cNvGrpSpPr/>
            <p:nvPr/>
          </p:nvGrpSpPr>
          <p:grpSpPr>
            <a:xfrm>
              <a:off x="4138289" y="1470404"/>
              <a:ext cx="2629287" cy="3926843"/>
              <a:chOff x="4179277" y="1536889"/>
              <a:chExt cx="2629287" cy="3926843"/>
            </a:xfrm>
          </p:grpSpPr>
          <p:sp>
            <p:nvSpPr>
              <p:cNvPr id="6" name="Rectangle 5">
                <a:extLst>
                  <a:ext uri="{FF2B5EF4-FFF2-40B4-BE49-F238E27FC236}">
                    <a16:creationId xmlns:a16="http://schemas.microsoft.com/office/drawing/2014/main" id="{2AADBD70-2FFD-44D2-9B80-347D24354324}"/>
                  </a:ext>
                </a:extLst>
              </p:cNvPr>
              <p:cNvSpPr/>
              <p:nvPr/>
            </p:nvSpPr>
            <p:spPr bwMode="auto">
              <a:xfrm>
                <a:off x="4179277" y="1536889"/>
                <a:ext cx="2617718" cy="3926843"/>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1A1A1A"/>
                    </a:solidFill>
                    <a:effectLst/>
                    <a:uLnTx/>
                    <a:uFillTx/>
                    <a:latin typeface="Segoe UI Semibold"/>
                    <a:ea typeface="+mj-ea"/>
                    <a:cs typeface="+mj-cs"/>
                  </a:rPr>
                  <a:t>Transform</a:t>
                </a:r>
                <a:r>
                  <a:rPr kumimoji="0" lang="en-US" sz="1400" b="0" i="0" u="none" strike="noStrike" kern="0" cap="none" spc="0" normalizeH="0" baseline="0" noProof="0" dirty="0">
                    <a:ln>
                      <a:noFill/>
                    </a:ln>
                    <a:solidFill>
                      <a:srgbClr val="1A1A1A"/>
                    </a:solidFill>
                    <a:effectLst/>
                    <a:uLnTx/>
                    <a:uFillTx/>
                    <a:latin typeface="Segoe UI Semibold"/>
                    <a:ea typeface="+mj-ea"/>
                    <a:cs typeface="+mj-cs"/>
                  </a:rPr>
                  <a:t>/Silver</a:t>
                </a:r>
                <a:endParaRPr kumimoji="0" lang="da-DK" sz="180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sp>
            <p:nvSpPr>
              <p:cNvPr id="47" name="Oval 46">
                <a:extLst>
                  <a:ext uri="{FF2B5EF4-FFF2-40B4-BE49-F238E27FC236}">
                    <a16:creationId xmlns:a16="http://schemas.microsoft.com/office/drawing/2014/main" id="{F18BBD64-5626-4518-AAD9-8879EEB85B3A}"/>
                  </a:ext>
                </a:extLst>
              </p:cNvPr>
              <p:cNvSpPr>
                <a:spLocks noChangeAspect="1"/>
              </p:cNvSpPr>
              <p:nvPr/>
            </p:nvSpPr>
            <p:spPr bwMode="auto">
              <a:xfrm>
                <a:off x="4394947" y="3287958"/>
                <a:ext cx="623667" cy="466767"/>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00" b="0" i="0" u="none" strike="noStrike" kern="1200" cap="none" spc="0" normalizeH="0" baseline="0" noProof="0" dirty="0">
                    <a:ln>
                      <a:noFill/>
                    </a:ln>
                    <a:solidFill>
                      <a:srgbClr val="FFFFFF"/>
                    </a:solidFill>
                    <a:effectLst/>
                    <a:uLnTx/>
                    <a:uFillTx/>
                    <a:latin typeface="Tw Cen MT" panose="020B0602020104020603"/>
                    <a:ea typeface="Segoe UI" pitchFamily="34" charset="0"/>
                    <a:cs typeface="Segoe UI" pitchFamily="34" charset="0"/>
                  </a:rPr>
                  <a:t>Trans-form</a:t>
                </a:r>
              </a:p>
            </p:txBody>
          </p:sp>
          <p:cxnSp>
            <p:nvCxnSpPr>
              <p:cNvPr id="81" name="Straight Arrow Connector 80">
                <a:extLst>
                  <a:ext uri="{FF2B5EF4-FFF2-40B4-BE49-F238E27FC236}">
                    <a16:creationId xmlns:a16="http://schemas.microsoft.com/office/drawing/2014/main" id="{BD53E458-57BD-4944-A8C0-83E563448292}"/>
                  </a:ext>
                </a:extLst>
              </p:cNvPr>
              <p:cNvCxnSpPr>
                <a:cxnSpLocks/>
                <a:stCxn id="43" idx="2"/>
                <a:endCxn id="47" idx="6"/>
              </p:cNvCxnSpPr>
              <p:nvPr/>
            </p:nvCxnSpPr>
            <p:spPr>
              <a:xfrm flipH="1" flipV="1">
                <a:off x="5018614" y="3521342"/>
                <a:ext cx="340679" cy="3037"/>
              </a:xfrm>
              <a:prstGeom prst="straightConnector1">
                <a:avLst/>
              </a:prstGeom>
              <a:noFill/>
              <a:ln w="9525" cap="flat" cmpd="sng" algn="ctr">
                <a:solidFill>
                  <a:srgbClr val="0078D4"/>
                </a:solidFill>
                <a:prstDash val="dash"/>
                <a:headEnd type="triangle" w="med" len="med"/>
                <a:tailEnd type="none"/>
              </a:ln>
              <a:effectLst/>
            </p:spPr>
          </p:cxnSp>
          <p:sp>
            <p:nvSpPr>
              <p:cNvPr id="52" name="Oval 51">
                <a:extLst>
                  <a:ext uri="{FF2B5EF4-FFF2-40B4-BE49-F238E27FC236}">
                    <a16:creationId xmlns:a16="http://schemas.microsoft.com/office/drawing/2014/main" id="{A70F28BB-8FE4-4C6D-9959-CB9CD0E14BED}"/>
                  </a:ext>
                </a:extLst>
              </p:cNvPr>
              <p:cNvSpPr>
                <a:spLocks noChangeAspect="1"/>
              </p:cNvSpPr>
              <p:nvPr/>
            </p:nvSpPr>
            <p:spPr bwMode="auto">
              <a:xfrm>
                <a:off x="5244828" y="4427011"/>
                <a:ext cx="643745" cy="466767"/>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00" b="0" i="0" u="none" strike="noStrike" kern="1200" cap="none" spc="0" normalizeH="0" baseline="0" noProof="0">
                    <a:ln>
                      <a:noFill/>
                    </a:ln>
                    <a:solidFill>
                      <a:srgbClr val="FFFFFF"/>
                    </a:solidFill>
                    <a:effectLst/>
                    <a:uLnTx/>
                    <a:uFillTx/>
                    <a:latin typeface="Tw Cen MT" panose="020B0602020104020603"/>
                    <a:ea typeface="Segoe UI" pitchFamily="34" charset="0"/>
                    <a:cs typeface="Segoe UI" pitchFamily="34" charset="0"/>
                  </a:rPr>
                  <a:t>Trans-form</a:t>
                </a:r>
              </a:p>
            </p:txBody>
          </p:sp>
          <p:cxnSp>
            <p:nvCxnSpPr>
              <p:cNvPr id="89" name="Straight Arrow Connector 88">
                <a:extLst>
                  <a:ext uri="{FF2B5EF4-FFF2-40B4-BE49-F238E27FC236}">
                    <a16:creationId xmlns:a16="http://schemas.microsoft.com/office/drawing/2014/main" id="{CCDC071A-DB6C-4A17-8390-D9B5A25B38AF}"/>
                  </a:ext>
                </a:extLst>
              </p:cNvPr>
              <p:cNvCxnSpPr>
                <a:cxnSpLocks/>
                <a:stCxn id="52" idx="0"/>
                <a:endCxn id="43" idx="4"/>
              </p:cNvCxnSpPr>
              <p:nvPr/>
            </p:nvCxnSpPr>
            <p:spPr>
              <a:xfrm flipV="1">
                <a:off x="5566701" y="3732617"/>
                <a:ext cx="321436" cy="694394"/>
              </a:xfrm>
              <a:prstGeom prst="straightConnector1">
                <a:avLst/>
              </a:prstGeom>
              <a:noFill/>
              <a:ln w="9525" cap="flat" cmpd="sng" algn="ctr">
                <a:solidFill>
                  <a:srgbClr val="0078D4"/>
                </a:solidFill>
                <a:prstDash val="dash"/>
                <a:headEnd type="triangle" w="med" len="med"/>
                <a:tailEnd type="none"/>
              </a:ln>
              <a:effectLst/>
            </p:spPr>
          </p:cxnSp>
          <p:cxnSp>
            <p:nvCxnSpPr>
              <p:cNvPr id="92" name="Straight Arrow Connector 91">
                <a:extLst>
                  <a:ext uri="{FF2B5EF4-FFF2-40B4-BE49-F238E27FC236}">
                    <a16:creationId xmlns:a16="http://schemas.microsoft.com/office/drawing/2014/main" id="{28A4BD2F-806A-427E-93FA-8DC8EE2A4779}"/>
                  </a:ext>
                </a:extLst>
              </p:cNvPr>
              <p:cNvCxnSpPr>
                <a:cxnSpLocks/>
                <a:endCxn id="52" idx="6"/>
              </p:cNvCxnSpPr>
              <p:nvPr/>
            </p:nvCxnSpPr>
            <p:spPr>
              <a:xfrm flipH="1">
                <a:off x="5888573" y="4639860"/>
                <a:ext cx="185746" cy="20535"/>
              </a:xfrm>
              <a:prstGeom prst="straightConnector1">
                <a:avLst/>
              </a:prstGeom>
              <a:noFill/>
              <a:ln w="9525" cap="flat" cmpd="sng" algn="ctr">
                <a:solidFill>
                  <a:srgbClr val="0078D4"/>
                </a:solidFill>
                <a:prstDash val="dash"/>
                <a:headEnd type="triangle" w="med" len="med"/>
                <a:tailEnd type="none"/>
              </a:ln>
              <a:effectLst/>
            </p:spPr>
          </p:cxnSp>
          <p:sp>
            <p:nvSpPr>
              <p:cNvPr id="82" name="TextBox 81">
                <a:extLst>
                  <a:ext uri="{FF2B5EF4-FFF2-40B4-BE49-F238E27FC236}">
                    <a16:creationId xmlns:a16="http://schemas.microsoft.com/office/drawing/2014/main" id="{15A487D9-732B-41A8-ABBB-1DEC0243311E}"/>
                  </a:ext>
                </a:extLst>
              </p:cNvPr>
              <p:cNvSpPr txBox="1"/>
              <p:nvPr/>
            </p:nvSpPr>
            <p:spPr>
              <a:xfrm>
                <a:off x="5627468" y="4909680"/>
                <a:ext cx="1181096"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000" b="0" i="0" u="none" strike="noStrike" kern="1200" cap="none" spc="0" normalizeH="0" baseline="0" noProof="0" dirty="0">
                    <a:ln>
                      <a:noFill/>
                    </a:ln>
                    <a:solidFill>
                      <a:schemeClr val="bg1">
                        <a:lumMod val="50000"/>
                      </a:schemeClr>
                    </a:solidFill>
                    <a:effectLst/>
                    <a:uLnTx/>
                    <a:uFillTx/>
                    <a:latin typeface="Segoe UI" panose="020B0502040204020203" pitchFamily="34" charset="0"/>
                    <a:ea typeface="+mn-ea"/>
                    <a:cs typeface="+mn-cs"/>
                  </a:rPr>
                  <a:t>Enterprise Data Warehouse</a:t>
                </a:r>
                <a:endParaRPr kumimoji="0" lang="da-DK" sz="1000" b="0" i="0" u="none" strike="noStrike" kern="1200" cap="none" spc="0" normalizeH="0" baseline="0" noProof="0" dirty="0">
                  <a:ln>
                    <a:noFill/>
                  </a:ln>
                  <a:solidFill>
                    <a:schemeClr val="bg1">
                      <a:lumMod val="50000"/>
                    </a:schemeClr>
                  </a:solidFill>
                  <a:effectLst/>
                  <a:uLnTx/>
                  <a:uFillTx/>
                  <a:latin typeface="Tw Cen MT" panose="020B0602020104020603"/>
                  <a:ea typeface="+mn-ea"/>
                  <a:cs typeface="+mn-cs"/>
                </a:endParaRPr>
              </a:p>
            </p:txBody>
          </p:sp>
        </p:grpSp>
        <p:sp>
          <p:nvSpPr>
            <p:cNvPr id="7" name="Oval 6">
              <a:extLst>
                <a:ext uri="{FF2B5EF4-FFF2-40B4-BE49-F238E27FC236}">
                  <a16:creationId xmlns:a16="http://schemas.microsoft.com/office/drawing/2014/main" id="{323D77CF-41DF-D6D7-5084-11F4AFE6CA94}"/>
                </a:ext>
              </a:extLst>
            </p:cNvPr>
            <p:cNvSpPr/>
            <p:nvPr/>
          </p:nvSpPr>
          <p:spPr>
            <a:xfrm>
              <a:off x="5334509" y="2668478"/>
              <a:ext cx="1057687"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Store</a:t>
              </a:r>
              <a:endParaRPr lang="en-DK" sz="1100" dirty="0"/>
            </a:p>
          </p:txBody>
        </p:sp>
        <p:sp>
          <p:nvSpPr>
            <p:cNvPr id="20" name="Oval 19">
              <a:extLst>
                <a:ext uri="{FF2B5EF4-FFF2-40B4-BE49-F238E27FC236}">
                  <a16:creationId xmlns:a16="http://schemas.microsoft.com/office/drawing/2014/main" id="{93799D68-8E64-6ABA-2D14-FB61E74F76AE}"/>
                </a:ext>
              </a:extLst>
            </p:cNvPr>
            <p:cNvSpPr/>
            <p:nvPr/>
          </p:nvSpPr>
          <p:spPr>
            <a:xfrm>
              <a:off x="5334509" y="2087301"/>
              <a:ext cx="1057687"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Store</a:t>
              </a:r>
              <a:endParaRPr lang="en-DK" sz="1100"/>
            </a:p>
          </p:txBody>
        </p:sp>
      </p:grpSp>
      <p:grpSp>
        <p:nvGrpSpPr>
          <p:cNvPr id="72" name="Group 71">
            <a:extLst>
              <a:ext uri="{FF2B5EF4-FFF2-40B4-BE49-F238E27FC236}">
                <a16:creationId xmlns:a16="http://schemas.microsoft.com/office/drawing/2014/main" id="{0509AF11-1A7A-DCD6-A500-73D07D4203A7}"/>
              </a:ext>
            </a:extLst>
          </p:cNvPr>
          <p:cNvGrpSpPr/>
          <p:nvPr/>
        </p:nvGrpSpPr>
        <p:grpSpPr>
          <a:xfrm>
            <a:off x="1627434" y="1469735"/>
            <a:ext cx="2279392" cy="3918665"/>
            <a:chOff x="1592581" y="1518530"/>
            <a:chExt cx="2279392" cy="3918665"/>
          </a:xfrm>
        </p:grpSpPr>
        <p:sp>
          <p:nvSpPr>
            <p:cNvPr id="4" name="Rectangle 3">
              <a:extLst>
                <a:ext uri="{FF2B5EF4-FFF2-40B4-BE49-F238E27FC236}">
                  <a16:creationId xmlns:a16="http://schemas.microsoft.com/office/drawing/2014/main" id="{64B893EC-80E5-4345-A576-A8A61F389E4B}"/>
                </a:ext>
              </a:extLst>
            </p:cNvPr>
            <p:cNvSpPr/>
            <p:nvPr/>
          </p:nvSpPr>
          <p:spPr bwMode="auto">
            <a:xfrm>
              <a:off x="1695358" y="1518530"/>
              <a:ext cx="2176615" cy="3918665"/>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1A1A1A"/>
                  </a:solidFill>
                  <a:effectLst/>
                  <a:uLnTx/>
                  <a:uFillTx/>
                  <a:latin typeface="Segoe UI Semibold"/>
                  <a:ea typeface="+mj-ea"/>
                  <a:cs typeface="+mj-cs"/>
                </a:rPr>
                <a:t>Ingest</a:t>
              </a:r>
              <a:r>
                <a:rPr kumimoji="0" lang="en-US" sz="1400" b="0" i="0" u="none" strike="noStrike" kern="0" cap="none" spc="0" normalizeH="0" baseline="0" noProof="0" dirty="0">
                  <a:ln>
                    <a:noFill/>
                  </a:ln>
                  <a:solidFill>
                    <a:srgbClr val="1A1A1A"/>
                  </a:solidFill>
                  <a:effectLst/>
                  <a:uLnTx/>
                  <a:uFillTx/>
                  <a:latin typeface="Segoe UI Semibold"/>
                  <a:ea typeface="+mj-ea"/>
                  <a:cs typeface="+mj-cs"/>
                </a:rPr>
                <a:t>/Bronze</a:t>
              </a:r>
              <a:endParaRPr kumimoji="0" lang="da-DK" sz="180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sp>
          <p:nvSpPr>
            <p:cNvPr id="56" name="Oval 55">
              <a:extLst>
                <a:ext uri="{FF2B5EF4-FFF2-40B4-BE49-F238E27FC236}">
                  <a16:creationId xmlns:a16="http://schemas.microsoft.com/office/drawing/2014/main" id="{50D74AC3-4DE5-4AB9-9015-485CA14E8C4C}"/>
                </a:ext>
              </a:extLst>
            </p:cNvPr>
            <p:cNvSpPr>
              <a:spLocks noChangeAspect="1"/>
            </p:cNvSpPr>
            <p:nvPr/>
          </p:nvSpPr>
          <p:spPr bwMode="auto">
            <a:xfrm>
              <a:off x="2784588" y="4469371"/>
              <a:ext cx="543363" cy="434260"/>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da-DK" sz="1000" dirty="0" err="1">
                  <a:solidFill>
                    <a:srgbClr val="FFFFFF"/>
                  </a:solidFill>
                  <a:latin typeface="Tw Cen MT" panose="020B0602020104020603"/>
                  <a:ea typeface="Segoe UI" pitchFamily="34" charset="0"/>
                  <a:cs typeface="Segoe UI" pitchFamily="34" charset="0"/>
                </a:rPr>
                <a:t>Copy</a:t>
              </a:r>
              <a:endParaRPr kumimoji="0" lang="da-DK" sz="1000" b="0" i="0" u="none" strike="noStrike" kern="1200" cap="none" spc="0" normalizeH="0" baseline="0" noProof="0" dirty="0">
                <a:ln>
                  <a:noFill/>
                </a:ln>
                <a:solidFill>
                  <a:srgbClr val="FFFFFF"/>
                </a:solidFill>
                <a:effectLst/>
                <a:uLnTx/>
                <a:uFillTx/>
                <a:latin typeface="Tw Cen MT" panose="020B0602020104020603"/>
                <a:ea typeface="Segoe UI" pitchFamily="34" charset="0"/>
                <a:cs typeface="Segoe UI" pitchFamily="34" charset="0"/>
              </a:endParaRPr>
            </a:p>
          </p:txBody>
        </p:sp>
        <p:cxnSp>
          <p:nvCxnSpPr>
            <p:cNvPr id="121" name="Straight Arrow Connector 120">
              <a:extLst>
                <a:ext uri="{FF2B5EF4-FFF2-40B4-BE49-F238E27FC236}">
                  <a16:creationId xmlns:a16="http://schemas.microsoft.com/office/drawing/2014/main" id="{948DFADD-10F1-468A-8635-299B90F03FD2}"/>
                </a:ext>
              </a:extLst>
            </p:cNvPr>
            <p:cNvCxnSpPr>
              <a:cxnSpLocks/>
              <a:stCxn id="125" idx="2"/>
              <a:endCxn id="78" idx="3"/>
            </p:cNvCxnSpPr>
            <p:nvPr/>
          </p:nvCxnSpPr>
          <p:spPr>
            <a:xfrm flipH="1">
              <a:off x="2492715" y="2515204"/>
              <a:ext cx="291873" cy="16231"/>
            </a:xfrm>
            <a:prstGeom prst="straightConnector1">
              <a:avLst/>
            </a:prstGeom>
            <a:noFill/>
            <a:ln w="9525" cap="flat" cmpd="sng" algn="ctr">
              <a:solidFill>
                <a:srgbClr val="0078D4"/>
              </a:solidFill>
              <a:prstDash val="dash"/>
              <a:headEnd type="triangle" w="med" len="med"/>
              <a:tailEnd type="none"/>
            </a:ln>
            <a:effectLst/>
          </p:spPr>
        </p:cxnSp>
        <p:cxnSp>
          <p:nvCxnSpPr>
            <p:cNvPr id="124" name="Straight Arrow Connector 123">
              <a:extLst>
                <a:ext uri="{FF2B5EF4-FFF2-40B4-BE49-F238E27FC236}">
                  <a16:creationId xmlns:a16="http://schemas.microsoft.com/office/drawing/2014/main" id="{862CF06F-A23E-4EC1-87E2-4ACBFE3390DF}"/>
                </a:ext>
              </a:extLst>
            </p:cNvPr>
            <p:cNvCxnSpPr>
              <a:cxnSpLocks/>
              <a:stCxn id="40" idx="0"/>
              <a:endCxn id="125" idx="4"/>
            </p:cNvCxnSpPr>
            <p:nvPr/>
          </p:nvCxnSpPr>
          <p:spPr>
            <a:xfrm flipH="1" flipV="1">
              <a:off x="3056270" y="2732334"/>
              <a:ext cx="2021" cy="599701"/>
            </a:xfrm>
            <a:prstGeom prst="straightConnector1">
              <a:avLst/>
            </a:prstGeom>
            <a:noFill/>
            <a:ln w="9525" cap="flat" cmpd="sng" algn="ctr">
              <a:solidFill>
                <a:srgbClr val="0078D4"/>
              </a:solidFill>
              <a:prstDash val="dash"/>
              <a:headEnd type="triangle" w="med" len="med"/>
              <a:tailEnd type="none"/>
            </a:ln>
            <a:effectLst/>
          </p:spPr>
        </p:cxnSp>
        <p:cxnSp>
          <p:nvCxnSpPr>
            <p:cNvPr id="127" name="Straight Arrow Connector 126">
              <a:extLst>
                <a:ext uri="{FF2B5EF4-FFF2-40B4-BE49-F238E27FC236}">
                  <a16:creationId xmlns:a16="http://schemas.microsoft.com/office/drawing/2014/main" id="{43FBA4F6-4B4C-4E17-B014-DFDA90379D6C}"/>
                </a:ext>
              </a:extLst>
            </p:cNvPr>
            <p:cNvCxnSpPr>
              <a:cxnSpLocks/>
              <a:stCxn id="40" idx="4"/>
              <a:endCxn id="56" idx="0"/>
            </p:cNvCxnSpPr>
            <p:nvPr/>
          </p:nvCxnSpPr>
          <p:spPr>
            <a:xfrm flipH="1">
              <a:off x="3056270" y="3748512"/>
              <a:ext cx="2021" cy="720859"/>
            </a:xfrm>
            <a:prstGeom prst="straightConnector1">
              <a:avLst/>
            </a:prstGeom>
            <a:noFill/>
            <a:ln w="9525" cap="flat" cmpd="sng" algn="ctr">
              <a:solidFill>
                <a:srgbClr val="0078D4"/>
              </a:solidFill>
              <a:prstDash val="dash"/>
              <a:headEnd type="triangle" w="med" len="med"/>
              <a:tailEnd type="none"/>
            </a:ln>
            <a:effectLst/>
          </p:spPr>
        </p:cxnSp>
        <p:sp>
          <p:nvSpPr>
            <p:cNvPr id="78" name="TextBox 77">
              <a:extLst>
                <a:ext uri="{FF2B5EF4-FFF2-40B4-BE49-F238E27FC236}">
                  <a16:creationId xmlns:a16="http://schemas.microsoft.com/office/drawing/2014/main" id="{48B18DC4-9430-4DC9-8149-9AD1C298359E}"/>
                </a:ext>
              </a:extLst>
            </p:cNvPr>
            <p:cNvSpPr txBox="1"/>
            <p:nvPr/>
          </p:nvSpPr>
          <p:spPr>
            <a:xfrm>
              <a:off x="1668764" y="2408324"/>
              <a:ext cx="823951"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000" b="0" i="0" u="none" strike="noStrike" kern="1200" cap="none" spc="0" normalizeH="0" baseline="0" noProof="0" dirty="0">
                  <a:ln>
                    <a:noFill/>
                  </a:ln>
                  <a:solidFill>
                    <a:srgbClr val="4C4C51"/>
                  </a:solidFill>
                  <a:effectLst/>
                  <a:uLnTx/>
                  <a:uFillTx/>
                  <a:latin typeface="Segoe UI" panose="020B0502040204020203" pitchFamily="34" charset="0"/>
                  <a:ea typeface="+mn-ea"/>
                  <a:cs typeface="+mn-cs"/>
                </a:rPr>
                <a:t>Besked</a:t>
              </a:r>
              <a:endParaRPr kumimoji="0" lang="da-DK" sz="1000" b="0" i="0" u="none" strike="noStrike" kern="1200" cap="none" spc="0" normalizeH="0" baseline="0" noProof="0" dirty="0">
                <a:ln>
                  <a:noFill/>
                </a:ln>
                <a:solidFill>
                  <a:prstClr val="white"/>
                </a:solidFill>
                <a:effectLst/>
                <a:uLnTx/>
                <a:uFillTx/>
                <a:latin typeface="Tw Cen MT" panose="020B0602020104020603"/>
                <a:ea typeface="+mn-ea"/>
                <a:cs typeface="+mn-cs"/>
              </a:endParaRPr>
            </a:p>
          </p:txBody>
        </p:sp>
        <p:sp>
          <p:nvSpPr>
            <p:cNvPr id="79" name="TextBox 78">
              <a:extLst>
                <a:ext uri="{FF2B5EF4-FFF2-40B4-BE49-F238E27FC236}">
                  <a16:creationId xmlns:a16="http://schemas.microsoft.com/office/drawing/2014/main" id="{BD0D36E8-9CCC-475F-AC9B-8F564BDAFBBE}"/>
                </a:ext>
              </a:extLst>
            </p:cNvPr>
            <p:cNvSpPr txBox="1"/>
            <p:nvPr/>
          </p:nvSpPr>
          <p:spPr>
            <a:xfrm>
              <a:off x="1592581" y="4575696"/>
              <a:ext cx="778336" cy="22907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000" b="0" i="0" u="none" strike="noStrike" kern="1200" cap="none" spc="0" normalizeH="0" baseline="0" noProof="0" dirty="0">
                  <a:ln>
                    <a:noFill/>
                  </a:ln>
                  <a:solidFill>
                    <a:srgbClr val="4C4C51"/>
                  </a:solidFill>
                  <a:effectLst/>
                  <a:uLnTx/>
                  <a:uFillTx/>
                  <a:latin typeface="Segoe UI" panose="020B0502040204020203" pitchFamily="34" charset="0"/>
                  <a:ea typeface="+mn-ea"/>
                  <a:cs typeface="+mn-cs"/>
                </a:rPr>
                <a:t>Batch</a:t>
              </a:r>
              <a:endParaRPr kumimoji="0" lang="da-DK" sz="1000" b="0" i="0" u="none" strike="noStrike" kern="1200" cap="none" spc="0" normalizeH="0" baseline="0" noProof="0" dirty="0">
                <a:ln>
                  <a:noFill/>
                </a:ln>
                <a:solidFill>
                  <a:prstClr val="white"/>
                </a:solidFill>
                <a:effectLst/>
                <a:uLnTx/>
                <a:uFillTx/>
                <a:latin typeface="Tw Cen MT" panose="020B0602020104020603"/>
                <a:ea typeface="+mn-ea"/>
                <a:cs typeface="+mn-cs"/>
              </a:endParaRPr>
            </a:p>
          </p:txBody>
        </p:sp>
        <p:sp>
          <p:nvSpPr>
            <p:cNvPr id="125" name="Oval 124">
              <a:extLst>
                <a:ext uri="{FF2B5EF4-FFF2-40B4-BE49-F238E27FC236}">
                  <a16:creationId xmlns:a16="http://schemas.microsoft.com/office/drawing/2014/main" id="{C36B4910-7025-4AA2-9B1F-839E5AB307FE}"/>
                </a:ext>
              </a:extLst>
            </p:cNvPr>
            <p:cNvSpPr>
              <a:spLocks noChangeAspect="1"/>
            </p:cNvSpPr>
            <p:nvPr/>
          </p:nvSpPr>
          <p:spPr bwMode="auto">
            <a:xfrm>
              <a:off x="2784588" y="2298074"/>
              <a:ext cx="543363" cy="434260"/>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00" b="0" i="0" u="none" strike="noStrike" kern="1200" cap="none" spc="0" normalizeH="0" baseline="0" noProof="0" dirty="0" err="1">
                  <a:ln>
                    <a:noFill/>
                  </a:ln>
                  <a:solidFill>
                    <a:srgbClr val="FFFFFF"/>
                  </a:solidFill>
                  <a:effectLst/>
                  <a:uLnTx/>
                  <a:uFillTx/>
                  <a:latin typeface="Tw Cen MT" panose="020B0602020104020603"/>
                  <a:ea typeface="Segoe UI" pitchFamily="34" charset="0"/>
                  <a:cs typeface="Segoe UI" pitchFamily="34" charset="0"/>
                </a:rPr>
                <a:t>Copy</a:t>
              </a:r>
              <a:endParaRPr kumimoji="0" lang="da-DK" sz="1000" b="0" i="0" u="none" strike="noStrike" kern="1200" cap="none" spc="0" normalizeH="0" baseline="0" noProof="0" dirty="0">
                <a:ln>
                  <a:noFill/>
                </a:ln>
                <a:solidFill>
                  <a:srgbClr val="FFFFFF"/>
                </a:solidFill>
                <a:effectLst/>
                <a:uLnTx/>
                <a:uFillTx/>
                <a:latin typeface="Tw Cen MT" panose="020B0602020104020603"/>
                <a:ea typeface="Segoe UI" pitchFamily="34" charset="0"/>
                <a:cs typeface="Segoe UI" pitchFamily="34" charset="0"/>
              </a:endParaRPr>
            </a:p>
          </p:txBody>
        </p:sp>
      </p:grpSp>
      <p:sp>
        <p:nvSpPr>
          <p:cNvPr id="14" name="Rectangle 13">
            <a:extLst>
              <a:ext uri="{FF2B5EF4-FFF2-40B4-BE49-F238E27FC236}">
                <a16:creationId xmlns:a16="http://schemas.microsoft.com/office/drawing/2014/main" id="{EAB734FF-90F5-9022-E23F-83DEA28ED11B}"/>
              </a:ext>
            </a:extLst>
          </p:cNvPr>
          <p:cNvSpPr/>
          <p:nvPr/>
        </p:nvSpPr>
        <p:spPr bwMode="auto">
          <a:xfrm>
            <a:off x="1725601" y="5621519"/>
            <a:ext cx="9881179" cy="558801"/>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defRPr/>
            </a:pPr>
            <a:r>
              <a:rPr lang="da-DK" sz="1000" kern="0">
                <a:solidFill>
                  <a:srgbClr val="1A1A1A"/>
                </a:solidFill>
                <a:latin typeface="Segoe UI Semibold"/>
                <a:ea typeface="+mn-ea"/>
                <a:cs typeface="Segoe UI" pitchFamily="34" charset="0"/>
              </a:rPr>
              <a:t>Supplemental Data Services</a:t>
            </a:r>
            <a:endParaRPr kumimoji="0" lang="da-DK" sz="1000" b="0" i="0" u="none" strike="noStrike" kern="0" cap="none" spc="0" normalizeH="0" baseline="0" dirty="0">
              <a:ln>
                <a:noFill/>
              </a:ln>
              <a:solidFill>
                <a:srgbClr val="1A1A1A"/>
              </a:solidFill>
              <a:effectLst/>
              <a:uLnTx/>
              <a:uFillTx/>
              <a:latin typeface="Segoe UI Semibold"/>
              <a:ea typeface="+mn-ea"/>
              <a:cs typeface="Segoe UI" pitchFamily="34" charset="0"/>
            </a:endParaRPr>
          </a:p>
        </p:txBody>
      </p:sp>
      <p:sp>
        <p:nvSpPr>
          <p:cNvPr id="16" name="TextBox 15">
            <a:extLst>
              <a:ext uri="{FF2B5EF4-FFF2-40B4-BE49-F238E27FC236}">
                <a16:creationId xmlns:a16="http://schemas.microsoft.com/office/drawing/2014/main" id="{FAC02DF2-3239-5027-04BE-D56152E9CB2E}"/>
              </a:ext>
            </a:extLst>
          </p:cNvPr>
          <p:cNvSpPr txBox="1"/>
          <p:nvPr/>
        </p:nvSpPr>
        <p:spPr>
          <a:xfrm>
            <a:off x="3542819" y="5771511"/>
            <a:ext cx="7655297" cy="230832"/>
          </a:xfrm>
          <a:prstGeom prst="rect">
            <a:avLst/>
          </a:prstGeom>
          <a:noFill/>
        </p:spPr>
        <p:txBody>
          <a:bodyPr wrap="square">
            <a:spAutoFit/>
          </a:bodyPr>
          <a:lstStyle/>
          <a:p>
            <a:pPr algn="ctr"/>
            <a:r>
              <a:rPr lang="en-US" sz="900" b="0" i="0">
                <a:solidFill>
                  <a:srgbClr val="4C4C51"/>
                </a:solidFill>
                <a:effectLst/>
                <a:latin typeface="+mj-lt"/>
              </a:rPr>
              <a:t>Data Catalog | Common Data Model  |  Data Discovery  |  Data Lineage  </a:t>
            </a:r>
            <a:r>
              <a:rPr lang="en-US" sz="900">
                <a:solidFill>
                  <a:srgbClr val="4C4C51"/>
                </a:solidFill>
                <a:latin typeface="+mj-lt"/>
              </a:rPr>
              <a:t>|  </a:t>
            </a:r>
            <a:r>
              <a:rPr lang="en-US" sz="900" b="0" i="0">
                <a:solidFill>
                  <a:srgbClr val="4C4C51"/>
                </a:solidFill>
                <a:effectLst/>
                <a:latin typeface="+mj-lt"/>
              </a:rPr>
              <a:t>Data Governance  |  Master Data</a:t>
            </a:r>
            <a:endParaRPr lang="en-US" sz="900">
              <a:latin typeface="+mj-lt"/>
            </a:endParaRPr>
          </a:p>
        </p:txBody>
      </p:sp>
      <p:sp>
        <p:nvSpPr>
          <p:cNvPr id="13" name="Arrow: Right 12">
            <a:extLst>
              <a:ext uri="{FF2B5EF4-FFF2-40B4-BE49-F238E27FC236}">
                <a16:creationId xmlns:a16="http://schemas.microsoft.com/office/drawing/2014/main" id="{3E554DEB-93CA-BCEB-AB08-2AB17A737214}"/>
              </a:ext>
            </a:extLst>
          </p:cNvPr>
          <p:cNvSpPr/>
          <p:nvPr/>
        </p:nvSpPr>
        <p:spPr>
          <a:xfrm>
            <a:off x="3857606" y="3297211"/>
            <a:ext cx="407707" cy="291952"/>
          </a:xfrm>
          <a:prstGeom prst="rightArrow">
            <a:avLst/>
          </a:prstGeom>
          <a:solidFill>
            <a:schemeClr val="bg2">
              <a:lumMod val="60000"/>
              <a:lumOff val="40000"/>
            </a:schemeClr>
          </a:solidFill>
          <a:ln w="25400"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8" name="Arrow: Right 17">
            <a:extLst>
              <a:ext uri="{FF2B5EF4-FFF2-40B4-BE49-F238E27FC236}">
                <a16:creationId xmlns:a16="http://schemas.microsoft.com/office/drawing/2014/main" id="{20C4090F-C4B7-E21C-3BD8-651630A9DEE0}"/>
              </a:ext>
            </a:extLst>
          </p:cNvPr>
          <p:cNvSpPr/>
          <p:nvPr/>
        </p:nvSpPr>
        <p:spPr>
          <a:xfrm>
            <a:off x="6729980" y="3297211"/>
            <a:ext cx="407707" cy="291952"/>
          </a:xfrm>
          <a:prstGeom prst="rightArrow">
            <a:avLst/>
          </a:prstGeom>
          <a:solidFill>
            <a:schemeClr val="bg2">
              <a:lumMod val="60000"/>
              <a:lumOff val="40000"/>
            </a:schemeClr>
          </a:solidFill>
          <a:ln w="25400"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9" name="Arrow: Right 18">
            <a:extLst>
              <a:ext uri="{FF2B5EF4-FFF2-40B4-BE49-F238E27FC236}">
                <a16:creationId xmlns:a16="http://schemas.microsoft.com/office/drawing/2014/main" id="{43441148-056D-AC54-5F95-72FCE93655C7}"/>
              </a:ext>
            </a:extLst>
          </p:cNvPr>
          <p:cNvSpPr/>
          <p:nvPr/>
        </p:nvSpPr>
        <p:spPr>
          <a:xfrm>
            <a:off x="9072619" y="3297211"/>
            <a:ext cx="407707" cy="291952"/>
          </a:xfrm>
          <a:prstGeom prst="rightArrow">
            <a:avLst/>
          </a:prstGeom>
          <a:solidFill>
            <a:schemeClr val="bg2">
              <a:lumMod val="60000"/>
              <a:lumOff val="40000"/>
            </a:schemeClr>
          </a:solidFill>
          <a:ln w="25400"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12" name="Straight Arrow Connector 11">
            <a:extLst>
              <a:ext uri="{FF2B5EF4-FFF2-40B4-BE49-F238E27FC236}">
                <a16:creationId xmlns:a16="http://schemas.microsoft.com/office/drawing/2014/main" id="{1404AA58-1992-3727-DD18-9FF7FFF4D20C}"/>
              </a:ext>
            </a:extLst>
          </p:cNvPr>
          <p:cNvCxnSpPr>
            <a:cxnSpLocks/>
            <a:stCxn id="56" idx="2"/>
            <a:endCxn id="79" idx="3"/>
          </p:cNvCxnSpPr>
          <p:nvPr/>
        </p:nvCxnSpPr>
        <p:spPr>
          <a:xfrm flipH="1">
            <a:off x="2405770" y="4637706"/>
            <a:ext cx="413671" cy="3732"/>
          </a:xfrm>
          <a:prstGeom prst="straightConnector1">
            <a:avLst/>
          </a:prstGeom>
          <a:noFill/>
          <a:ln w="9525" cap="flat" cmpd="sng" algn="ctr">
            <a:solidFill>
              <a:srgbClr val="0078D4"/>
            </a:solidFill>
            <a:prstDash val="dash"/>
            <a:headEnd type="triangle" w="med" len="med"/>
            <a:tailEnd type="none"/>
          </a:ln>
          <a:effectLst/>
        </p:spPr>
      </p:cxnSp>
      <p:sp>
        <p:nvSpPr>
          <p:cNvPr id="36" name="Oval 35">
            <a:extLst>
              <a:ext uri="{FF2B5EF4-FFF2-40B4-BE49-F238E27FC236}">
                <a16:creationId xmlns:a16="http://schemas.microsoft.com/office/drawing/2014/main" id="{06C9BB4A-79E7-BCAB-1A4D-3019506C637F}"/>
              </a:ext>
            </a:extLst>
          </p:cNvPr>
          <p:cNvSpPr>
            <a:spLocks noChangeAspect="1"/>
          </p:cNvSpPr>
          <p:nvPr/>
        </p:nvSpPr>
        <p:spPr bwMode="auto">
          <a:xfrm>
            <a:off x="6590605" y="2782888"/>
            <a:ext cx="623667" cy="466767"/>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00" b="0" i="0" u="none" strike="noStrike" kern="1200" cap="none" spc="0" normalizeH="0" baseline="0" noProof="0">
                <a:ln>
                  <a:noFill/>
                </a:ln>
                <a:solidFill>
                  <a:srgbClr val="FFFFFF"/>
                </a:solidFill>
                <a:effectLst/>
                <a:uLnTx/>
                <a:uFillTx/>
                <a:latin typeface="Tw Cen MT" panose="020B0602020104020603"/>
                <a:ea typeface="Segoe UI" pitchFamily="34" charset="0"/>
                <a:cs typeface="Segoe UI" pitchFamily="34" charset="0"/>
              </a:rPr>
              <a:t>Trans-form</a:t>
            </a:r>
          </a:p>
        </p:txBody>
      </p:sp>
      <p:sp>
        <p:nvSpPr>
          <p:cNvPr id="37" name="Oval 36">
            <a:extLst>
              <a:ext uri="{FF2B5EF4-FFF2-40B4-BE49-F238E27FC236}">
                <a16:creationId xmlns:a16="http://schemas.microsoft.com/office/drawing/2014/main" id="{D4438D3C-BEE9-E7CD-AA4F-17BAB3E1B450}"/>
              </a:ext>
            </a:extLst>
          </p:cNvPr>
          <p:cNvSpPr>
            <a:spLocks noChangeAspect="1"/>
          </p:cNvSpPr>
          <p:nvPr/>
        </p:nvSpPr>
        <p:spPr bwMode="auto">
          <a:xfrm>
            <a:off x="8956343" y="2738577"/>
            <a:ext cx="725054" cy="466767"/>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00" b="0" i="0" u="none" strike="noStrike" kern="1200" cap="none" spc="0" normalizeH="0" baseline="0" noProof="0" dirty="0">
                <a:ln>
                  <a:noFill/>
                </a:ln>
                <a:solidFill>
                  <a:srgbClr val="FFFFFF"/>
                </a:solidFill>
                <a:effectLst/>
                <a:uLnTx/>
                <a:uFillTx/>
                <a:latin typeface="Tw Cen MT" panose="020B0602020104020603"/>
                <a:ea typeface="Segoe UI" pitchFamily="34" charset="0"/>
                <a:cs typeface="Segoe UI" pitchFamily="34" charset="0"/>
              </a:rPr>
              <a:t>Læse-adgang</a:t>
            </a:r>
          </a:p>
        </p:txBody>
      </p:sp>
      <p:sp>
        <p:nvSpPr>
          <p:cNvPr id="40" name="Oval 39">
            <a:extLst>
              <a:ext uri="{FF2B5EF4-FFF2-40B4-BE49-F238E27FC236}">
                <a16:creationId xmlns:a16="http://schemas.microsoft.com/office/drawing/2014/main" id="{E4E5FEDA-17B6-B003-2C89-270C05530722}"/>
              </a:ext>
            </a:extLst>
          </p:cNvPr>
          <p:cNvSpPr/>
          <p:nvPr/>
        </p:nvSpPr>
        <p:spPr>
          <a:xfrm>
            <a:off x="2564300" y="3283240"/>
            <a:ext cx="1057687"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Store</a:t>
            </a:r>
            <a:endParaRPr lang="en-DK" sz="1100"/>
          </a:p>
        </p:txBody>
      </p:sp>
      <p:sp>
        <p:nvSpPr>
          <p:cNvPr id="43" name="Oval 42">
            <a:extLst>
              <a:ext uri="{FF2B5EF4-FFF2-40B4-BE49-F238E27FC236}">
                <a16:creationId xmlns:a16="http://schemas.microsoft.com/office/drawing/2014/main" id="{7A3E1DC8-C82E-F8CE-344F-41EF943D245F}"/>
              </a:ext>
            </a:extLst>
          </p:cNvPr>
          <p:cNvSpPr/>
          <p:nvPr/>
        </p:nvSpPr>
        <p:spPr>
          <a:xfrm>
            <a:off x="5318305" y="3249655"/>
            <a:ext cx="1057687"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Store</a:t>
            </a:r>
            <a:endParaRPr lang="en-DK" sz="1100"/>
          </a:p>
        </p:txBody>
      </p:sp>
      <p:sp>
        <p:nvSpPr>
          <p:cNvPr id="46" name="Oval 45">
            <a:extLst>
              <a:ext uri="{FF2B5EF4-FFF2-40B4-BE49-F238E27FC236}">
                <a16:creationId xmlns:a16="http://schemas.microsoft.com/office/drawing/2014/main" id="{59C9DD11-D904-FC79-1C3A-02E7BBD0692F}"/>
              </a:ext>
            </a:extLst>
          </p:cNvPr>
          <p:cNvSpPr/>
          <p:nvPr/>
        </p:nvSpPr>
        <p:spPr>
          <a:xfrm>
            <a:off x="6046396" y="4385670"/>
            <a:ext cx="755171"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Store</a:t>
            </a:r>
            <a:endParaRPr lang="en-DK" sz="1100"/>
          </a:p>
        </p:txBody>
      </p:sp>
      <p:sp>
        <p:nvSpPr>
          <p:cNvPr id="50" name="Oval 49">
            <a:extLst>
              <a:ext uri="{FF2B5EF4-FFF2-40B4-BE49-F238E27FC236}">
                <a16:creationId xmlns:a16="http://schemas.microsoft.com/office/drawing/2014/main" id="{66850CEB-A7E1-CD98-B542-60423BC8FBF2}"/>
              </a:ext>
            </a:extLst>
          </p:cNvPr>
          <p:cNvSpPr/>
          <p:nvPr/>
        </p:nvSpPr>
        <p:spPr>
          <a:xfrm>
            <a:off x="8103777" y="3075001"/>
            <a:ext cx="755171"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Store</a:t>
            </a:r>
            <a:endParaRPr lang="en-DK" sz="1100" dirty="0"/>
          </a:p>
        </p:txBody>
      </p:sp>
      <p:sp>
        <p:nvSpPr>
          <p:cNvPr id="51" name="Oval 50">
            <a:extLst>
              <a:ext uri="{FF2B5EF4-FFF2-40B4-BE49-F238E27FC236}">
                <a16:creationId xmlns:a16="http://schemas.microsoft.com/office/drawing/2014/main" id="{8CBCA0D8-7ACE-E6E1-5F7C-DD40B3EFE278}"/>
              </a:ext>
            </a:extLst>
          </p:cNvPr>
          <p:cNvSpPr/>
          <p:nvPr/>
        </p:nvSpPr>
        <p:spPr>
          <a:xfrm>
            <a:off x="7367695" y="3491478"/>
            <a:ext cx="755171"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Store</a:t>
            </a:r>
            <a:endParaRPr lang="en-DK" sz="1100"/>
          </a:p>
        </p:txBody>
      </p:sp>
      <p:sp>
        <p:nvSpPr>
          <p:cNvPr id="53" name="Oval 52">
            <a:extLst>
              <a:ext uri="{FF2B5EF4-FFF2-40B4-BE49-F238E27FC236}">
                <a16:creationId xmlns:a16="http://schemas.microsoft.com/office/drawing/2014/main" id="{A487B9AD-C31C-0FB9-9FFE-A41B175D20E9}"/>
              </a:ext>
            </a:extLst>
          </p:cNvPr>
          <p:cNvSpPr/>
          <p:nvPr/>
        </p:nvSpPr>
        <p:spPr>
          <a:xfrm>
            <a:off x="8135219" y="3879120"/>
            <a:ext cx="755171"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Store</a:t>
            </a:r>
            <a:endParaRPr lang="en-DK" sz="1100"/>
          </a:p>
        </p:txBody>
      </p:sp>
      <p:sp>
        <p:nvSpPr>
          <p:cNvPr id="54" name="Oval 53">
            <a:extLst>
              <a:ext uri="{FF2B5EF4-FFF2-40B4-BE49-F238E27FC236}">
                <a16:creationId xmlns:a16="http://schemas.microsoft.com/office/drawing/2014/main" id="{1971A2FD-5298-D32E-6E7B-5B4A736678CB}"/>
              </a:ext>
            </a:extLst>
          </p:cNvPr>
          <p:cNvSpPr/>
          <p:nvPr/>
        </p:nvSpPr>
        <p:spPr>
          <a:xfrm>
            <a:off x="7473117" y="4329918"/>
            <a:ext cx="755171"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Store</a:t>
            </a:r>
            <a:endParaRPr lang="en-DK" sz="1100"/>
          </a:p>
        </p:txBody>
      </p:sp>
      <p:pic>
        <p:nvPicPr>
          <p:cNvPr id="57" name="Graphic 56" descr="Bar chart with solid fill">
            <a:extLst>
              <a:ext uri="{FF2B5EF4-FFF2-40B4-BE49-F238E27FC236}">
                <a16:creationId xmlns:a16="http://schemas.microsoft.com/office/drawing/2014/main" id="{A46511EF-3182-D858-E77C-5782A49462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56926" y="2222275"/>
            <a:ext cx="725054" cy="725054"/>
          </a:xfrm>
          <a:prstGeom prst="rect">
            <a:avLst/>
          </a:prstGeom>
        </p:spPr>
      </p:pic>
      <p:pic>
        <p:nvPicPr>
          <p:cNvPr id="62" name="Graphic 61" descr="Exponential Graph with solid fill">
            <a:extLst>
              <a:ext uri="{FF2B5EF4-FFF2-40B4-BE49-F238E27FC236}">
                <a16:creationId xmlns:a16="http://schemas.microsoft.com/office/drawing/2014/main" id="{7E09571C-1065-9169-D4FC-2A5B1954E50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82261" y="3091210"/>
            <a:ext cx="699333" cy="699333"/>
          </a:xfrm>
          <a:prstGeom prst="rect">
            <a:avLst/>
          </a:prstGeom>
        </p:spPr>
      </p:pic>
      <p:pic>
        <p:nvPicPr>
          <p:cNvPr id="7168" name="Graphic 7167" descr="Presentation with bar chart with solid fill">
            <a:extLst>
              <a:ext uri="{FF2B5EF4-FFF2-40B4-BE49-F238E27FC236}">
                <a16:creationId xmlns:a16="http://schemas.microsoft.com/office/drawing/2014/main" id="{B68D592C-E204-E4E3-94CA-4B96D2B4C2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77010" y="3944935"/>
            <a:ext cx="801460" cy="801460"/>
          </a:xfrm>
          <a:prstGeom prst="rect">
            <a:avLst/>
          </a:prstGeom>
        </p:spPr>
      </p:pic>
      <p:sp>
        <p:nvSpPr>
          <p:cNvPr id="26" name="Oval 25">
            <a:extLst>
              <a:ext uri="{FF2B5EF4-FFF2-40B4-BE49-F238E27FC236}">
                <a16:creationId xmlns:a16="http://schemas.microsoft.com/office/drawing/2014/main" id="{EDCDFB01-97CA-4030-A414-666C9B0B247E}"/>
              </a:ext>
            </a:extLst>
          </p:cNvPr>
          <p:cNvSpPr/>
          <p:nvPr/>
        </p:nvSpPr>
        <p:spPr>
          <a:xfrm>
            <a:off x="7850702" y="2111064"/>
            <a:ext cx="755171"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Store</a:t>
            </a:r>
            <a:endParaRPr lang="en-DK" sz="1100"/>
          </a:p>
        </p:txBody>
      </p:sp>
      <p:sp>
        <p:nvSpPr>
          <p:cNvPr id="27" name="Oval 26">
            <a:extLst>
              <a:ext uri="{FF2B5EF4-FFF2-40B4-BE49-F238E27FC236}">
                <a16:creationId xmlns:a16="http://schemas.microsoft.com/office/drawing/2014/main" id="{5B65072A-5D93-A1F7-A2AE-7D8106B5153B}"/>
              </a:ext>
            </a:extLst>
          </p:cNvPr>
          <p:cNvSpPr/>
          <p:nvPr/>
        </p:nvSpPr>
        <p:spPr>
          <a:xfrm>
            <a:off x="7430120" y="2644101"/>
            <a:ext cx="755171"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Store</a:t>
            </a:r>
            <a:endParaRPr lang="en-DK" sz="1100"/>
          </a:p>
        </p:txBody>
      </p:sp>
      <p:cxnSp>
        <p:nvCxnSpPr>
          <p:cNvPr id="23" name="Straight Arrow Connector 22">
            <a:extLst>
              <a:ext uri="{FF2B5EF4-FFF2-40B4-BE49-F238E27FC236}">
                <a16:creationId xmlns:a16="http://schemas.microsoft.com/office/drawing/2014/main" id="{D28D5B3B-18E6-A432-688B-FC89ACEC19C0}"/>
              </a:ext>
            </a:extLst>
          </p:cNvPr>
          <p:cNvCxnSpPr>
            <a:cxnSpLocks/>
            <a:stCxn id="7" idx="2"/>
            <a:endCxn id="47" idx="7"/>
          </p:cNvCxnSpPr>
          <p:nvPr/>
        </p:nvCxnSpPr>
        <p:spPr>
          <a:xfrm flipH="1">
            <a:off x="4886292" y="2876717"/>
            <a:ext cx="448217" cy="413112"/>
          </a:xfrm>
          <a:prstGeom prst="straightConnector1">
            <a:avLst/>
          </a:prstGeom>
          <a:noFill/>
          <a:ln w="9525" cap="flat" cmpd="sng" algn="ctr">
            <a:solidFill>
              <a:srgbClr val="0078D4"/>
            </a:solidFill>
            <a:prstDash val="dash"/>
            <a:headEnd type="triangle" w="med" len="med"/>
            <a:tailEnd type="none"/>
          </a:ln>
          <a:effectLst/>
        </p:spPr>
      </p:cxnSp>
      <p:cxnSp>
        <p:nvCxnSpPr>
          <p:cNvPr id="29" name="Straight Arrow Connector 28">
            <a:extLst>
              <a:ext uri="{FF2B5EF4-FFF2-40B4-BE49-F238E27FC236}">
                <a16:creationId xmlns:a16="http://schemas.microsoft.com/office/drawing/2014/main" id="{A8AE9505-6D75-8668-BDF6-1BA4B32B93B8}"/>
              </a:ext>
            </a:extLst>
          </p:cNvPr>
          <p:cNvCxnSpPr>
            <a:cxnSpLocks/>
            <a:stCxn id="20" idx="2"/>
            <a:endCxn id="47" idx="0"/>
          </p:cNvCxnSpPr>
          <p:nvPr/>
        </p:nvCxnSpPr>
        <p:spPr>
          <a:xfrm flipH="1">
            <a:off x="4665793" y="2295540"/>
            <a:ext cx="668716" cy="925933"/>
          </a:xfrm>
          <a:prstGeom prst="straightConnector1">
            <a:avLst/>
          </a:prstGeom>
          <a:noFill/>
          <a:ln w="9525" cap="flat" cmpd="sng" algn="ctr">
            <a:solidFill>
              <a:srgbClr val="0078D4"/>
            </a:solidFill>
            <a:prstDash val="dash"/>
            <a:headEnd type="triangle" w="med" len="med"/>
            <a:tailEnd type="none"/>
          </a:ln>
          <a:effectLst/>
        </p:spPr>
      </p:cxnSp>
      <p:sp>
        <p:nvSpPr>
          <p:cNvPr id="32" name="TextBox 31">
            <a:extLst>
              <a:ext uri="{FF2B5EF4-FFF2-40B4-BE49-F238E27FC236}">
                <a16:creationId xmlns:a16="http://schemas.microsoft.com/office/drawing/2014/main" id="{BABFB8B3-F7F5-168A-0771-26C12E6E1593}"/>
              </a:ext>
            </a:extLst>
          </p:cNvPr>
          <p:cNvSpPr txBox="1"/>
          <p:nvPr/>
        </p:nvSpPr>
        <p:spPr>
          <a:xfrm>
            <a:off x="2419837" y="4972504"/>
            <a:ext cx="662361" cy="369332"/>
          </a:xfrm>
          <a:prstGeom prst="rect">
            <a:avLst/>
          </a:prstGeom>
          <a:noFill/>
        </p:spPr>
        <p:txBody>
          <a:bodyPr wrap="none" rtlCol="0">
            <a:spAutoFit/>
          </a:bodyPr>
          <a:lstStyle/>
          <a:p>
            <a:r>
              <a:rPr lang="en-GB" dirty="0"/>
              <a:t>Data</a:t>
            </a:r>
            <a:endParaRPr lang="en-DK" dirty="0"/>
          </a:p>
        </p:txBody>
      </p:sp>
      <p:sp>
        <p:nvSpPr>
          <p:cNvPr id="33" name="TextBox 32">
            <a:extLst>
              <a:ext uri="{FF2B5EF4-FFF2-40B4-BE49-F238E27FC236}">
                <a16:creationId xmlns:a16="http://schemas.microsoft.com/office/drawing/2014/main" id="{44BD62F2-02BA-1F03-5E99-D755DF722732}"/>
              </a:ext>
            </a:extLst>
          </p:cNvPr>
          <p:cNvSpPr txBox="1"/>
          <p:nvPr/>
        </p:nvSpPr>
        <p:spPr>
          <a:xfrm>
            <a:off x="4923599" y="4972504"/>
            <a:ext cx="662361" cy="369332"/>
          </a:xfrm>
          <a:prstGeom prst="rect">
            <a:avLst/>
          </a:prstGeom>
          <a:noFill/>
        </p:spPr>
        <p:txBody>
          <a:bodyPr wrap="none" rtlCol="0">
            <a:spAutoFit/>
          </a:bodyPr>
          <a:lstStyle/>
          <a:p>
            <a:r>
              <a:rPr lang="en-GB" dirty="0"/>
              <a:t>Data</a:t>
            </a:r>
            <a:endParaRPr lang="en-DK" dirty="0"/>
          </a:p>
        </p:txBody>
      </p:sp>
      <p:sp>
        <p:nvSpPr>
          <p:cNvPr id="34" name="TextBox 33">
            <a:extLst>
              <a:ext uri="{FF2B5EF4-FFF2-40B4-BE49-F238E27FC236}">
                <a16:creationId xmlns:a16="http://schemas.microsoft.com/office/drawing/2014/main" id="{3552355C-1DB5-B13D-E211-BA014421D8B2}"/>
              </a:ext>
            </a:extLst>
          </p:cNvPr>
          <p:cNvSpPr txBox="1"/>
          <p:nvPr/>
        </p:nvSpPr>
        <p:spPr>
          <a:xfrm>
            <a:off x="7393574" y="4972504"/>
            <a:ext cx="971741" cy="369332"/>
          </a:xfrm>
          <a:prstGeom prst="rect">
            <a:avLst/>
          </a:prstGeom>
          <a:noFill/>
        </p:spPr>
        <p:txBody>
          <a:bodyPr wrap="none" rtlCol="0">
            <a:spAutoFit/>
          </a:bodyPr>
          <a:lstStyle/>
          <a:p>
            <a:r>
              <a:rPr lang="en-GB" dirty="0"/>
              <a:t>Dataset</a:t>
            </a:r>
            <a:endParaRPr lang="en-DK" dirty="0"/>
          </a:p>
        </p:txBody>
      </p:sp>
      <p:sp>
        <p:nvSpPr>
          <p:cNvPr id="35" name="TextBox 34">
            <a:extLst>
              <a:ext uri="{FF2B5EF4-FFF2-40B4-BE49-F238E27FC236}">
                <a16:creationId xmlns:a16="http://schemas.microsoft.com/office/drawing/2014/main" id="{D0E85472-A489-2FBC-7773-9BAF39CD3D01}"/>
              </a:ext>
            </a:extLst>
          </p:cNvPr>
          <p:cNvSpPr txBox="1"/>
          <p:nvPr/>
        </p:nvSpPr>
        <p:spPr>
          <a:xfrm>
            <a:off x="9968587" y="4972504"/>
            <a:ext cx="971741" cy="369332"/>
          </a:xfrm>
          <a:prstGeom prst="rect">
            <a:avLst/>
          </a:prstGeom>
          <a:noFill/>
        </p:spPr>
        <p:txBody>
          <a:bodyPr wrap="none" rtlCol="0">
            <a:spAutoFit/>
          </a:bodyPr>
          <a:lstStyle/>
          <a:p>
            <a:r>
              <a:rPr lang="en-GB" dirty="0"/>
              <a:t>Dataset</a:t>
            </a:r>
            <a:endParaRPr lang="en-DK" dirty="0"/>
          </a:p>
        </p:txBody>
      </p:sp>
      <p:sp>
        <p:nvSpPr>
          <p:cNvPr id="41" name="Arrow: Right 40">
            <a:extLst>
              <a:ext uri="{FF2B5EF4-FFF2-40B4-BE49-F238E27FC236}">
                <a16:creationId xmlns:a16="http://schemas.microsoft.com/office/drawing/2014/main" id="{5B048521-679C-10A8-E4E7-3802C130E9A2}"/>
              </a:ext>
            </a:extLst>
          </p:cNvPr>
          <p:cNvSpPr/>
          <p:nvPr/>
        </p:nvSpPr>
        <p:spPr>
          <a:xfrm>
            <a:off x="1340219" y="2304288"/>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2" name="Arrow: Right 41">
            <a:extLst>
              <a:ext uri="{FF2B5EF4-FFF2-40B4-BE49-F238E27FC236}">
                <a16:creationId xmlns:a16="http://schemas.microsoft.com/office/drawing/2014/main" id="{D2DB2529-175D-88B3-51ED-B9BE233B6073}"/>
              </a:ext>
            </a:extLst>
          </p:cNvPr>
          <p:cNvSpPr/>
          <p:nvPr/>
        </p:nvSpPr>
        <p:spPr>
          <a:xfrm>
            <a:off x="1340219" y="4498471"/>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grpSp>
        <p:nvGrpSpPr>
          <p:cNvPr id="2" name="Group 1">
            <a:extLst>
              <a:ext uri="{FF2B5EF4-FFF2-40B4-BE49-F238E27FC236}">
                <a16:creationId xmlns:a16="http://schemas.microsoft.com/office/drawing/2014/main" id="{3F846AA0-2B1E-F02F-3684-98A0197314DE}"/>
              </a:ext>
            </a:extLst>
          </p:cNvPr>
          <p:cNvGrpSpPr/>
          <p:nvPr/>
        </p:nvGrpSpPr>
        <p:grpSpPr>
          <a:xfrm>
            <a:off x="7212517" y="439225"/>
            <a:ext cx="4203179" cy="822940"/>
            <a:chOff x="6423981" y="740664"/>
            <a:chExt cx="4878003" cy="822940"/>
          </a:xfrm>
        </p:grpSpPr>
        <p:sp>
          <p:nvSpPr>
            <p:cNvPr id="7172" name="Rectangle: Rounded Corners 7171">
              <a:extLst>
                <a:ext uri="{FF2B5EF4-FFF2-40B4-BE49-F238E27FC236}">
                  <a16:creationId xmlns:a16="http://schemas.microsoft.com/office/drawing/2014/main" id="{EDBCB95C-C1AE-1FD1-D0CE-4699CC902ADC}"/>
                </a:ext>
              </a:extLst>
            </p:cNvPr>
            <p:cNvSpPr/>
            <p:nvPr/>
          </p:nvSpPr>
          <p:spPr>
            <a:xfrm>
              <a:off x="6423981" y="740664"/>
              <a:ext cx="4878003" cy="822940"/>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7173" name="Oval 7172">
              <a:extLst>
                <a:ext uri="{FF2B5EF4-FFF2-40B4-BE49-F238E27FC236}">
                  <a16:creationId xmlns:a16="http://schemas.microsoft.com/office/drawing/2014/main" id="{A97F8176-3AD0-7D70-CC69-9E5107E1778C}"/>
                </a:ext>
              </a:extLst>
            </p:cNvPr>
            <p:cNvSpPr>
              <a:spLocks noChangeAspect="1"/>
            </p:cNvSpPr>
            <p:nvPr/>
          </p:nvSpPr>
          <p:spPr bwMode="auto">
            <a:xfrm>
              <a:off x="6621999" y="887077"/>
              <a:ext cx="623667" cy="466767"/>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900" b="0" i="0" u="none" strike="noStrike" kern="1200" cap="none" spc="0" normalizeH="0" baseline="0" noProof="0" dirty="0">
                  <a:ln>
                    <a:noFill/>
                  </a:ln>
                  <a:solidFill>
                    <a:srgbClr val="FFFFFF"/>
                  </a:solidFill>
                  <a:effectLst/>
                  <a:uLnTx/>
                  <a:uFillTx/>
                  <a:latin typeface="Tw Cen MT" panose="020B0602020104020603"/>
                  <a:ea typeface="Segoe UI" pitchFamily="34" charset="0"/>
                  <a:cs typeface="Segoe UI" pitchFamily="34" charset="0"/>
                </a:rPr>
                <a:t>Trans-form</a:t>
              </a:r>
            </a:p>
          </p:txBody>
        </p:sp>
        <p:sp>
          <p:nvSpPr>
            <p:cNvPr id="7174" name="TextBox 7173">
              <a:extLst>
                <a:ext uri="{FF2B5EF4-FFF2-40B4-BE49-F238E27FC236}">
                  <a16:creationId xmlns:a16="http://schemas.microsoft.com/office/drawing/2014/main" id="{05AF2B88-A1DB-65F5-EA77-B33429FCB27B}"/>
                </a:ext>
              </a:extLst>
            </p:cNvPr>
            <p:cNvSpPr txBox="1"/>
            <p:nvPr/>
          </p:nvSpPr>
          <p:spPr>
            <a:xfrm>
              <a:off x="7443684" y="869180"/>
              <a:ext cx="1362161" cy="553998"/>
            </a:xfrm>
            <a:prstGeom prst="rect">
              <a:avLst/>
            </a:prstGeom>
            <a:noFill/>
          </p:spPr>
          <p:txBody>
            <a:bodyPr wrap="none" rtlCol="0">
              <a:spAutoFit/>
            </a:bodyPr>
            <a:lstStyle/>
            <a:p>
              <a:r>
                <a:rPr lang="en-GB" sz="1000" dirty="0">
                  <a:solidFill>
                    <a:schemeClr val="bg1"/>
                  </a:solidFill>
                </a:rPr>
                <a:t>Limitation</a:t>
              </a:r>
              <a:br>
                <a:rPr lang="en-GB" sz="1000" dirty="0">
                  <a:solidFill>
                    <a:schemeClr val="bg1"/>
                  </a:solidFill>
                </a:rPr>
              </a:br>
              <a:r>
                <a:rPr lang="en-GB" sz="1000" dirty="0">
                  <a:solidFill>
                    <a:schemeClr val="bg1"/>
                  </a:solidFill>
                </a:rPr>
                <a:t>Anonymization</a:t>
              </a:r>
              <a:br>
                <a:rPr lang="en-GB" sz="1000" dirty="0">
                  <a:solidFill>
                    <a:schemeClr val="bg1"/>
                  </a:solidFill>
                </a:rPr>
              </a:br>
              <a:r>
                <a:rPr lang="en-GB" sz="1000" dirty="0" err="1">
                  <a:solidFill>
                    <a:schemeClr val="bg1"/>
                  </a:solidFill>
                </a:rPr>
                <a:t>Pseudomisization</a:t>
              </a:r>
              <a:endParaRPr lang="en-DK" sz="1000" dirty="0">
                <a:solidFill>
                  <a:schemeClr val="bg1"/>
                </a:solidFill>
              </a:endParaRPr>
            </a:p>
          </p:txBody>
        </p:sp>
        <p:sp>
          <p:nvSpPr>
            <p:cNvPr id="7175" name="Rectangle: Rounded Corners 7174">
              <a:extLst>
                <a:ext uri="{FF2B5EF4-FFF2-40B4-BE49-F238E27FC236}">
                  <a16:creationId xmlns:a16="http://schemas.microsoft.com/office/drawing/2014/main" id="{5137A0F1-ED86-DD2B-05C2-DB1D6F8FAC67}"/>
                </a:ext>
              </a:extLst>
            </p:cNvPr>
            <p:cNvSpPr/>
            <p:nvPr/>
          </p:nvSpPr>
          <p:spPr>
            <a:xfrm>
              <a:off x="8858949" y="843198"/>
              <a:ext cx="2407006" cy="672966"/>
            </a:xfrm>
            <a:prstGeom prst="roundRect">
              <a:avLst/>
            </a:prstGeom>
            <a:solidFill>
              <a:schemeClr val="tx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en-GB" sz="1000" dirty="0">
                  <a:solidFill>
                    <a:schemeClr val="tx1"/>
                  </a:solidFill>
                </a:rPr>
                <a:t>Project room</a:t>
              </a:r>
              <a:endParaRPr lang="en-DK" sz="1000" dirty="0">
                <a:solidFill>
                  <a:schemeClr val="tx1"/>
                </a:solidFill>
              </a:endParaRPr>
            </a:p>
          </p:txBody>
        </p:sp>
        <p:sp>
          <p:nvSpPr>
            <p:cNvPr id="7176" name="Oval 7175">
              <a:extLst>
                <a:ext uri="{FF2B5EF4-FFF2-40B4-BE49-F238E27FC236}">
                  <a16:creationId xmlns:a16="http://schemas.microsoft.com/office/drawing/2014/main" id="{73B48D93-1EBC-BF35-0530-3445BAEE3A73}"/>
                </a:ext>
              </a:extLst>
            </p:cNvPr>
            <p:cNvSpPr/>
            <p:nvPr/>
          </p:nvSpPr>
          <p:spPr>
            <a:xfrm>
              <a:off x="8900777" y="937049"/>
              <a:ext cx="755171"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Store</a:t>
              </a:r>
              <a:endParaRPr lang="en-DK" sz="900"/>
            </a:p>
          </p:txBody>
        </p:sp>
        <p:sp>
          <p:nvSpPr>
            <p:cNvPr id="7177" name="Rectangle: Rounded Corners 7176">
              <a:extLst>
                <a:ext uri="{FF2B5EF4-FFF2-40B4-BE49-F238E27FC236}">
                  <a16:creationId xmlns:a16="http://schemas.microsoft.com/office/drawing/2014/main" id="{7D0704C6-2A34-16A3-EC09-FDFDE1186309}"/>
                </a:ext>
              </a:extLst>
            </p:cNvPr>
            <p:cNvSpPr/>
            <p:nvPr/>
          </p:nvSpPr>
          <p:spPr>
            <a:xfrm>
              <a:off x="10311973" y="987676"/>
              <a:ext cx="863486" cy="2876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t>Tools</a:t>
              </a:r>
              <a:endParaRPr lang="en-DK" sz="900" dirty="0"/>
            </a:p>
          </p:txBody>
        </p:sp>
        <p:cxnSp>
          <p:nvCxnSpPr>
            <p:cNvPr id="7181" name="Straight Arrow Connector 7180">
              <a:extLst>
                <a:ext uri="{FF2B5EF4-FFF2-40B4-BE49-F238E27FC236}">
                  <a16:creationId xmlns:a16="http://schemas.microsoft.com/office/drawing/2014/main" id="{9DDF1F4A-28AE-4167-5E46-EE88FCA66DA5}"/>
                </a:ext>
              </a:extLst>
            </p:cNvPr>
            <p:cNvCxnSpPr>
              <a:cxnSpLocks/>
              <a:stCxn id="7176" idx="2"/>
              <a:endCxn id="7173" idx="6"/>
            </p:cNvCxnSpPr>
            <p:nvPr/>
          </p:nvCxnSpPr>
          <p:spPr>
            <a:xfrm flipH="1" flipV="1">
              <a:off x="7245666" y="1120461"/>
              <a:ext cx="1655111" cy="24827"/>
            </a:xfrm>
            <a:prstGeom prst="straightConnector1">
              <a:avLst/>
            </a:prstGeom>
            <a:noFill/>
            <a:ln w="9525" cap="flat" cmpd="sng" algn="ctr">
              <a:solidFill>
                <a:srgbClr val="0078D4"/>
              </a:solidFill>
              <a:prstDash val="dash"/>
              <a:headEnd type="triangle" w="med" len="med"/>
              <a:tailEnd type="none"/>
            </a:ln>
            <a:effectLst/>
          </p:spPr>
        </p:cxnSp>
        <p:cxnSp>
          <p:nvCxnSpPr>
            <p:cNvPr id="7184" name="Straight Arrow Connector 7183">
              <a:extLst>
                <a:ext uri="{FF2B5EF4-FFF2-40B4-BE49-F238E27FC236}">
                  <a16:creationId xmlns:a16="http://schemas.microsoft.com/office/drawing/2014/main" id="{0B6A3932-7711-B932-3401-3F3C1FA65040}"/>
                </a:ext>
              </a:extLst>
            </p:cNvPr>
            <p:cNvCxnSpPr>
              <a:cxnSpLocks/>
              <a:stCxn id="7176" idx="6"/>
              <a:endCxn id="7177" idx="1"/>
            </p:cNvCxnSpPr>
            <p:nvPr/>
          </p:nvCxnSpPr>
          <p:spPr>
            <a:xfrm flipV="1">
              <a:off x="9655948" y="1131486"/>
              <a:ext cx="656025" cy="13802"/>
            </a:xfrm>
            <a:prstGeom prst="straightConnector1">
              <a:avLst/>
            </a:prstGeom>
            <a:noFill/>
            <a:ln w="9525" cap="flat" cmpd="sng" algn="ctr">
              <a:solidFill>
                <a:srgbClr val="0078D4"/>
              </a:solidFill>
              <a:prstDash val="dash"/>
              <a:headEnd type="triangle" w="med" len="med"/>
              <a:tailEnd type="none"/>
            </a:ln>
            <a:effectLst/>
          </p:spPr>
        </p:cxnSp>
      </p:grpSp>
      <p:sp>
        <p:nvSpPr>
          <p:cNvPr id="5" name="Rectangle 4">
            <a:extLst>
              <a:ext uri="{FF2B5EF4-FFF2-40B4-BE49-F238E27FC236}">
                <a16:creationId xmlns:a16="http://schemas.microsoft.com/office/drawing/2014/main" id="{BC4CC5C3-1E8D-2C0E-82EA-0C4265C7875B}"/>
              </a:ext>
            </a:extLst>
          </p:cNvPr>
          <p:cNvSpPr/>
          <p:nvPr/>
        </p:nvSpPr>
        <p:spPr bwMode="auto">
          <a:xfrm>
            <a:off x="485775" y="4037102"/>
            <a:ext cx="854444" cy="1284010"/>
          </a:xfrm>
          <a:prstGeom prst="rect">
            <a:avLst/>
          </a:prstGeom>
          <a:solidFill>
            <a:srgbClr val="00B050"/>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32472" fontAlgn="base">
              <a:spcBef>
                <a:spcPct val="0"/>
              </a:spcBef>
              <a:spcAft>
                <a:spcPct val="0"/>
              </a:spcAft>
            </a:pPr>
            <a:r>
              <a:rPr lang="da-DK" sz="1100">
                <a:solidFill>
                  <a:schemeClr val="tx1"/>
                </a:solidFill>
                <a:ea typeface="Segoe UI" pitchFamily="34" charset="0"/>
                <a:cs typeface="Segoe UI" pitchFamily="34" charset="0"/>
              </a:rPr>
              <a:t>Source systems
Batch</a:t>
            </a:r>
            <a:endParaRPr lang="da-DK" sz="1100" dirty="0">
              <a:solidFill>
                <a:schemeClr val="tx1"/>
              </a:solidFill>
              <a:ea typeface="Segoe UI" pitchFamily="34" charset="0"/>
              <a:cs typeface="Segoe UI" pitchFamily="34" charset="0"/>
            </a:endParaRPr>
          </a:p>
        </p:txBody>
      </p:sp>
      <p:sp>
        <p:nvSpPr>
          <p:cNvPr id="9" name="Rectangle 8">
            <a:extLst>
              <a:ext uri="{FF2B5EF4-FFF2-40B4-BE49-F238E27FC236}">
                <a16:creationId xmlns:a16="http://schemas.microsoft.com/office/drawing/2014/main" id="{635A21B7-DDA7-FBD8-8DCE-E6F5F58045E0}"/>
              </a:ext>
            </a:extLst>
          </p:cNvPr>
          <p:cNvSpPr/>
          <p:nvPr/>
        </p:nvSpPr>
        <p:spPr bwMode="auto">
          <a:xfrm>
            <a:off x="485775" y="1561031"/>
            <a:ext cx="854444" cy="1284010"/>
          </a:xfrm>
          <a:prstGeom prst="rect">
            <a:avLst/>
          </a:prstGeom>
          <a:solidFill>
            <a:srgbClr val="00B050"/>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32472" fontAlgn="base">
              <a:spcBef>
                <a:spcPct val="0"/>
              </a:spcBef>
              <a:spcAft>
                <a:spcPct val="0"/>
              </a:spcAft>
            </a:pPr>
            <a:r>
              <a:rPr lang="da-DK" sz="1100" dirty="0">
                <a:solidFill>
                  <a:schemeClr val="tx1"/>
                </a:solidFill>
                <a:ea typeface="Segoe UI" pitchFamily="34" charset="0"/>
                <a:cs typeface="Segoe UI" pitchFamily="34" charset="0"/>
              </a:rPr>
              <a:t>Source systems</a:t>
            </a:r>
          </a:p>
          <a:p>
            <a:pPr algn="ctr" defTabSz="932472" fontAlgn="base">
              <a:spcBef>
                <a:spcPct val="0"/>
              </a:spcBef>
              <a:spcAft>
                <a:spcPct val="0"/>
              </a:spcAft>
            </a:pPr>
            <a:r>
              <a:rPr lang="da-DK" sz="1100" dirty="0">
                <a:solidFill>
                  <a:schemeClr val="tx1"/>
                </a:solidFill>
                <a:ea typeface="Segoe UI" pitchFamily="34" charset="0"/>
                <a:cs typeface="Segoe UI" pitchFamily="34" charset="0"/>
              </a:rPr>
              <a:t>
Streaming/</a:t>
            </a:r>
            <a:br>
              <a:rPr lang="da-DK" sz="1100" dirty="0">
                <a:solidFill>
                  <a:schemeClr val="tx1"/>
                </a:solidFill>
                <a:ea typeface="Segoe UI" pitchFamily="34" charset="0"/>
                <a:cs typeface="Segoe UI" pitchFamily="34" charset="0"/>
              </a:rPr>
            </a:br>
            <a:r>
              <a:rPr lang="da-DK" sz="1100" dirty="0">
                <a:solidFill>
                  <a:schemeClr val="tx1"/>
                </a:solidFill>
                <a:ea typeface="Segoe UI" pitchFamily="34" charset="0"/>
                <a:cs typeface="Segoe UI" pitchFamily="34" charset="0"/>
              </a:rPr>
              <a:t>Events</a:t>
            </a:r>
          </a:p>
        </p:txBody>
      </p:sp>
      <p:sp>
        <p:nvSpPr>
          <p:cNvPr id="3" name="Rounded Rectangle 2">
            <a:extLst>
              <a:ext uri="{FF2B5EF4-FFF2-40B4-BE49-F238E27FC236}">
                <a16:creationId xmlns:a16="http://schemas.microsoft.com/office/drawing/2014/main" id="{18008D4C-8903-D266-EA6A-65C43CCB7CAF}"/>
              </a:ext>
            </a:extLst>
          </p:cNvPr>
          <p:cNvSpPr/>
          <p:nvPr/>
        </p:nvSpPr>
        <p:spPr>
          <a:xfrm>
            <a:off x="2819441" y="335666"/>
            <a:ext cx="2158185" cy="5081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Repo</a:t>
            </a:r>
          </a:p>
        </p:txBody>
      </p:sp>
      <p:cxnSp>
        <p:nvCxnSpPr>
          <p:cNvPr id="15" name="Straight Arrow Connector 14">
            <a:extLst>
              <a:ext uri="{FF2B5EF4-FFF2-40B4-BE49-F238E27FC236}">
                <a16:creationId xmlns:a16="http://schemas.microsoft.com/office/drawing/2014/main" id="{502BFCD7-39A8-522E-EE0E-3C9A102DB998}"/>
              </a:ext>
            </a:extLst>
          </p:cNvPr>
          <p:cNvCxnSpPr>
            <a:stCxn id="7172" idx="1"/>
          </p:cNvCxnSpPr>
          <p:nvPr/>
        </p:nvCxnSpPr>
        <p:spPr>
          <a:xfrm flipH="1" flipV="1">
            <a:off x="4977626" y="541759"/>
            <a:ext cx="2234891" cy="3089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urved Connector 20">
            <a:extLst>
              <a:ext uri="{FF2B5EF4-FFF2-40B4-BE49-F238E27FC236}">
                <a16:creationId xmlns:a16="http://schemas.microsoft.com/office/drawing/2014/main" id="{1BD12416-AC97-B072-40F2-F7B35453067A}"/>
              </a:ext>
            </a:extLst>
          </p:cNvPr>
          <p:cNvCxnSpPr>
            <a:cxnSpLocks/>
            <a:stCxn id="3" idx="0"/>
            <a:endCxn id="7172" idx="0"/>
          </p:cNvCxnSpPr>
          <p:nvPr/>
        </p:nvCxnSpPr>
        <p:spPr>
          <a:xfrm rot="16200000" flipH="1">
            <a:off x="6554540" y="-2320341"/>
            <a:ext cx="103559" cy="5415573"/>
          </a:xfrm>
          <a:prstGeom prst="curvedConnector3">
            <a:avLst>
              <a:gd name="adj1" fmla="val -220744"/>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388C98D1-7E59-FE7F-86ED-95BB924477B9}"/>
              </a:ext>
            </a:extLst>
          </p:cNvPr>
          <p:cNvCxnSpPr>
            <a:stCxn id="3" idx="2"/>
            <a:endCxn id="4" idx="0"/>
          </p:cNvCxnSpPr>
          <p:nvPr/>
        </p:nvCxnSpPr>
        <p:spPr>
          <a:xfrm flipH="1">
            <a:off x="2818519" y="843849"/>
            <a:ext cx="1080015" cy="6258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33CC62AB-F095-5BA0-37ED-D43FF979385F}"/>
              </a:ext>
            </a:extLst>
          </p:cNvPr>
          <p:cNvCxnSpPr>
            <a:stCxn id="3" idx="2"/>
            <a:endCxn id="6" idx="0"/>
          </p:cNvCxnSpPr>
          <p:nvPr/>
        </p:nvCxnSpPr>
        <p:spPr>
          <a:xfrm>
            <a:off x="3898534" y="843849"/>
            <a:ext cx="1548614" cy="6265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36BDD44C-378B-3C3A-0810-8C5F82301C43}"/>
              </a:ext>
            </a:extLst>
          </p:cNvPr>
          <p:cNvCxnSpPr>
            <a:stCxn id="3" idx="2"/>
            <a:endCxn id="85" idx="0"/>
          </p:cNvCxnSpPr>
          <p:nvPr/>
        </p:nvCxnSpPr>
        <p:spPr>
          <a:xfrm>
            <a:off x="3898534" y="843849"/>
            <a:ext cx="4203179" cy="640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78" name="Straight Arrow Connector 7177">
            <a:extLst>
              <a:ext uri="{FF2B5EF4-FFF2-40B4-BE49-F238E27FC236}">
                <a16:creationId xmlns:a16="http://schemas.microsoft.com/office/drawing/2014/main" id="{990182BE-72D4-A480-3A45-CA8F90E28761}"/>
              </a:ext>
            </a:extLst>
          </p:cNvPr>
          <p:cNvCxnSpPr>
            <a:cxnSpLocks/>
            <a:stCxn id="7173" idx="3"/>
            <a:endCxn id="20" idx="6"/>
          </p:cNvCxnSpPr>
          <p:nvPr/>
        </p:nvCxnSpPr>
        <p:spPr>
          <a:xfrm flipH="1">
            <a:off x="6392196" y="984049"/>
            <a:ext cx="1069644" cy="1311491"/>
          </a:xfrm>
          <a:prstGeom prst="straightConnector1">
            <a:avLst/>
          </a:prstGeom>
          <a:noFill/>
          <a:ln w="38100" cap="flat" cmpd="sng" algn="ctr">
            <a:solidFill>
              <a:srgbClr val="0078D4"/>
            </a:solidFill>
            <a:prstDash val="dash"/>
            <a:headEnd type="triangle" w="med" len="med"/>
            <a:tailEnd type="none"/>
          </a:ln>
          <a:effectLst/>
        </p:spPr>
      </p:cxnSp>
      <p:sp>
        <p:nvSpPr>
          <p:cNvPr id="11" name="Oval 10">
            <a:extLst>
              <a:ext uri="{FF2B5EF4-FFF2-40B4-BE49-F238E27FC236}">
                <a16:creationId xmlns:a16="http://schemas.microsoft.com/office/drawing/2014/main" id="{E24CCC6B-481F-3554-2E78-01F00F007D67}"/>
              </a:ext>
            </a:extLst>
          </p:cNvPr>
          <p:cNvSpPr/>
          <p:nvPr/>
        </p:nvSpPr>
        <p:spPr>
          <a:xfrm>
            <a:off x="6767576" y="138094"/>
            <a:ext cx="196770" cy="20592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17" name="Oval 16">
            <a:extLst>
              <a:ext uri="{FF2B5EF4-FFF2-40B4-BE49-F238E27FC236}">
                <a16:creationId xmlns:a16="http://schemas.microsoft.com/office/drawing/2014/main" id="{A128138F-008F-267B-61B1-F18D612F3AF4}"/>
              </a:ext>
            </a:extLst>
          </p:cNvPr>
          <p:cNvSpPr/>
          <p:nvPr/>
        </p:nvSpPr>
        <p:spPr>
          <a:xfrm>
            <a:off x="6749797" y="1438634"/>
            <a:ext cx="196770" cy="20592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2" name="Oval 21">
            <a:extLst>
              <a:ext uri="{FF2B5EF4-FFF2-40B4-BE49-F238E27FC236}">
                <a16:creationId xmlns:a16="http://schemas.microsoft.com/office/drawing/2014/main" id="{3212412E-410F-7C42-80B5-FAEDF7C05BC5}"/>
              </a:ext>
            </a:extLst>
          </p:cNvPr>
          <p:cNvSpPr/>
          <p:nvPr/>
        </p:nvSpPr>
        <p:spPr>
          <a:xfrm>
            <a:off x="5488095" y="409439"/>
            <a:ext cx="196770" cy="20592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24" name="Oval 23">
            <a:extLst>
              <a:ext uri="{FF2B5EF4-FFF2-40B4-BE49-F238E27FC236}">
                <a16:creationId xmlns:a16="http://schemas.microsoft.com/office/drawing/2014/main" id="{DF7B4CD2-1A08-2AFC-89FC-CD5220130BDB}"/>
              </a:ext>
            </a:extLst>
          </p:cNvPr>
          <p:cNvSpPr/>
          <p:nvPr/>
        </p:nvSpPr>
        <p:spPr>
          <a:xfrm>
            <a:off x="3883180" y="936171"/>
            <a:ext cx="196770" cy="20592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Tree>
    <p:extLst>
      <p:ext uri="{BB962C8B-B14F-4D97-AF65-F5344CB8AC3E}">
        <p14:creationId xmlns:p14="http://schemas.microsoft.com/office/powerpoint/2010/main" val="1147610374"/>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Group 69">
            <a:extLst>
              <a:ext uri="{FF2B5EF4-FFF2-40B4-BE49-F238E27FC236}">
                <a16:creationId xmlns:a16="http://schemas.microsoft.com/office/drawing/2014/main" id="{C35ED487-237B-1C10-30D6-9E006E921772}"/>
              </a:ext>
            </a:extLst>
          </p:cNvPr>
          <p:cNvGrpSpPr/>
          <p:nvPr/>
        </p:nvGrpSpPr>
        <p:grpSpPr>
          <a:xfrm>
            <a:off x="6991626" y="1484509"/>
            <a:ext cx="2101276" cy="3926843"/>
            <a:chOff x="7019589" y="1536889"/>
            <a:chExt cx="2101276" cy="3955056"/>
          </a:xfrm>
        </p:grpSpPr>
        <p:sp>
          <p:nvSpPr>
            <p:cNvPr id="85" name="Rectangle 84">
              <a:extLst>
                <a:ext uri="{FF2B5EF4-FFF2-40B4-BE49-F238E27FC236}">
                  <a16:creationId xmlns:a16="http://schemas.microsoft.com/office/drawing/2014/main" id="{CA1FDF63-603E-4923-B1A0-E1EA4D270132}"/>
                </a:ext>
              </a:extLst>
            </p:cNvPr>
            <p:cNvSpPr/>
            <p:nvPr/>
          </p:nvSpPr>
          <p:spPr bwMode="auto">
            <a:xfrm>
              <a:off x="7064880" y="1536889"/>
              <a:ext cx="2055985" cy="3955056"/>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1A1A1A"/>
                  </a:solidFill>
                  <a:effectLst/>
                  <a:uLnTx/>
                  <a:uFillTx/>
                  <a:latin typeface="Segoe UI Semibold"/>
                  <a:ea typeface="+mj-ea"/>
                  <a:cs typeface="+mj-cs"/>
                </a:rPr>
                <a:t>Publish</a:t>
              </a:r>
              <a:r>
                <a:rPr kumimoji="0" lang="en-US" sz="1400" b="0" i="0" u="none" strike="noStrike" kern="0" cap="none" spc="0" normalizeH="0" baseline="0" noProof="0" dirty="0">
                  <a:ln>
                    <a:noFill/>
                  </a:ln>
                  <a:solidFill>
                    <a:srgbClr val="1A1A1A"/>
                  </a:solidFill>
                  <a:effectLst/>
                  <a:uLnTx/>
                  <a:uFillTx/>
                  <a:latin typeface="Segoe UI Semibold"/>
                  <a:ea typeface="+mj-ea"/>
                  <a:cs typeface="+mj-cs"/>
                </a:rPr>
                <a:t>/Gold</a:t>
              </a:r>
              <a:endParaRPr kumimoji="0" lang="da-DK" sz="180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pic>
          <p:nvPicPr>
            <p:cNvPr id="42" name="Graphic 41">
              <a:extLst>
                <a:ext uri="{FF2B5EF4-FFF2-40B4-BE49-F238E27FC236}">
                  <a16:creationId xmlns:a16="http://schemas.microsoft.com/office/drawing/2014/main" id="{C885BEC3-B2E7-457E-8FDC-9C3BBB8035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97635" y="2933000"/>
              <a:ext cx="376287" cy="353332"/>
            </a:xfrm>
            <a:prstGeom prst="rect">
              <a:avLst/>
            </a:prstGeom>
          </p:spPr>
        </p:pic>
        <p:pic>
          <p:nvPicPr>
            <p:cNvPr id="39" name="Picture 2" descr="Azure Data Lake Storage">
              <a:extLst>
                <a:ext uri="{FF2B5EF4-FFF2-40B4-BE49-F238E27FC236}">
                  <a16:creationId xmlns:a16="http://schemas.microsoft.com/office/drawing/2014/main" id="{EA533A05-8733-42CE-A2C0-A88D5E19048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89716" y="3863352"/>
              <a:ext cx="535588" cy="402332"/>
            </a:xfrm>
            <a:prstGeom prst="rect">
              <a:avLst/>
            </a:prstGeom>
            <a:noFill/>
            <a:extLst>
              <a:ext uri="{909E8E84-426E-40DD-AFC4-6F175D3DCCD1}">
                <a14:hiddenFill xmlns:a14="http://schemas.microsoft.com/office/drawing/2010/main">
                  <a:solidFill>
                    <a:srgbClr val="FFFFFF"/>
                  </a:solidFill>
                </a14:hiddenFill>
              </a:ext>
            </a:extLst>
          </p:spPr>
        </p:pic>
        <p:pic>
          <p:nvPicPr>
            <p:cNvPr id="44" name="Graphic 43">
              <a:extLst>
                <a:ext uri="{FF2B5EF4-FFF2-40B4-BE49-F238E27FC236}">
                  <a16:creationId xmlns:a16="http://schemas.microsoft.com/office/drawing/2014/main" id="{FFD469C8-1163-46A3-B105-80E2D9627FD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13461" y="4175593"/>
              <a:ext cx="409673" cy="384682"/>
            </a:xfrm>
            <a:prstGeom prst="rect">
              <a:avLst/>
            </a:prstGeom>
          </p:spPr>
        </p:pic>
        <p:pic>
          <p:nvPicPr>
            <p:cNvPr id="45" name="Graphic 44">
              <a:extLst>
                <a:ext uri="{FF2B5EF4-FFF2-40B4-BE49-F238E27FC236}">
                  <a16:creationId xmlns:a16="http://schemas.microsoft.com/office/drawing/2014/main" id="{FD0B7DA6-BCE8-479E-94FC-CBC65CC6EAC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96313" y="2315250"/>
              <a:ext cx="374971" cy="372038"/>
            </a:xfrm>
            <a:prstGeom prst="rect">
              <a:avLst/>
            </a:prstGeom>
          </p:spPr>
        </p:pic>
        <p:cxnSp>
          <p:nvCxnSpPr>
            <p:cNvPr id="7187" name="Straight Arrow Connector 7186">
              <a:extLst>
                <a:ext uri="{FF2B5EF4-FFF2-40B4-BE49-F238E27FC236}">
                  <a16:creationId xmlns:a16="http://schemas.microsoft.com/office/drawing/2014/main" id="{5A2B1B65-0F24-4193-962C-C33A0A95F781}"/>
                </a:ext>
              </a:extLst>
            </p:cNvPr>
            <p:cNvCxnSpPr>
              <a:cxnSpLocks/>
            </p:cNvCxnSpPr>
            <p:nvPr/>
          </p:nvCxnSpPr>
          <p:spPr>
            <a:xfrm flipH="1" flipV="1">
              <a:off x="7019589" y="4726312"/>
              <a:ext cx="18132" cy="106933"/>
            </a:xfrm>
            <a:prstGeom prst="straightConnector1">
              <a:avLst/>
            </a:prstGeom>
            <a:noFill/>
            <a:ln w="9525" cap="flat" cmpd="sng" algn="ctr">
              <a:solidFill>
                <a:srgbClr val="0078D4"/>
              </a:solidFill>
              <a:prstDash val="dash"/>
              <a:headEnd type="none" w="med" len="med"/>
              <a:tailEnd type="none"/>
            </a:ln>
            <a:effectLst/>
          </p:spPr>
        </p:cxnSp>
        <p:sp>
          <p:nvSpPr>
            <p:cNvPr id="10" name="TextBox 9">
              <a:extLst>
                <a:ext uri="{FF2B5EF4-FFF2-40B4-BE49-F238E27FC236}">
                  <a16:creationId xmlns:a16="http://schemas.microsoft.com/office/drawing/2014/main" id="{303C0EE2-28F1-6AB6-8F7F-1351784CE9BA}"/>
                </a:ext>
              </a:extLst>
            </p:cNvPr>
            <p:cNvSpPr txBox="1"/>
            <p:nvPr/>
          </p:nvSpPr>
          <p:spPr>
            <a:xfrm>
              <a:off x="8571578" y="3111624"/>
              <a:ext cx="369332" cy="991335"/>
            </a:xfrm>
            <a:prstGeom prst="rect">
              <a:avLst/>
            </a:prstGeom>
            <a:noFill/>
          </p:spPr>
          <p:txBody>
            <a:bodyPr vert="vert" wrap="square" rtlCol="0">
              <a:spAutoFit/>
            </a:bodyPr>
            <a:lstStyle/>
            <a:p>
              <a:r>
                <a:rPr lang="en-US" sz="1200" i="1" dirty="0"/>
                <a:t>Data Marts</a:t>
              </a:r>
              <a:endParaRPr lang="en-DK" sz="1200" i="1"/>
            </a:p>
          </p:txBody>
        </p:sp>
        <p:pic>
          <p:nvPicPr>
            <p:cNvPr id="7222" name="Graphic 7221">
              <a:extLst>
                <a:ext uri="{FF2B5EF4-FFF2-40B4-BE49-F238E27FC236}">
                  <a16:creationId xmlns:a16="http://schemas.microsoft.com/office/drawing/2014/main" id="{6375FAEA-8311-5E2C-E3D9-3F934B8432D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165650" y="4463775"/>
              <a:ext cx="349916" cy="349916"/>
            </a:xfrm>
            <a:prstGeom prst="rect">
              <a:avLst/>
            </a:prstGeom>
          </p:spPr>
        </p:pic>
        <p:pic>
          <p:nvPicPr>
            <p:cNvPr id="7224" name="Graphic 7223">
              <a:extLst>
                <a:ext uri="{FF2B5EF4-FFF2-40B4-BE49-F238E27FC236}">
                  <a16:creationId xmlns:a16="http://schemas.microsoft.com/office/drawing/2014/main" id="{6F046A0F-C7B8-75B8-3622-F0C214CE1D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085388" y="3485547"/>
              <a:ext cx="345735" cy="345735"/>
            </a:xfrm>
            <a:prstGeom prst="rect">
              <a:avLst/>
            </a:prstGeom>
          </p:spPr>
        </p:pic>
        <p:pic>
          <p:nvPicPr>
            <p:cNvPr id="7228" name="Graphic 7227">
              <a:extLst>
                <a:ext uri="{FF2B5EF4-FFF2-40B4-BE49-F238E27FC236}">
                  <a16:creationId xmlns:a16="http://schemas.microsoft.com/office/drawing/2014/main" id="{A714D29F-962B-5869-CBC9-51E6BDECBBB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20597" y="4663529"/>
              <a:ext cx="355545" cy="355545"/>
            </a:xfrm>
            <a:prstGeom prst="rect">
              <a:avLst/>
            </a:prstGeom>
          </p:spPr>
        </p:pic>
        <p:pic>
          <p:nvPicPr>
            <p:cNvPr id="7230" name="Graphic 7229">
              <a:extLst>
                <a:ext uri="{FF2B5EF4-FFF2-40B4-BE49-F238E27FC236}">
                  <a16:creationId xmlns:a16="http://schemas.microsoft.com/office/drawing/2014/main" id="{BB0A45FF-6757-3219-C4E2-30050C87FDF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10813" y="4833245"/>
              <a:ext cx="371465" cy="371465"/>
            </a:xfrm>
            <a:prstGeom prst="rect">
              <a:avLst/>
            </a:prstGeom>
          </p:spPr>
        </p:pic>
      </p:grpSp>
      <p:grpSp>
        <p:nvGrpSpPr>
          <p:cNvPr id="69" name="Group 68">
            <a:extLst>
              <a:ext uri="{FF2B5EF4-FFF2-40B4-BE49-F238E27FC236}">
                <a16:creationId xmlns:a16="http://schemas.microsoft.com/office/drawing/2014/main" id="{88AC4AE9-0643-9DCD-E394-9E1D3B631AC9}"/>
              </a:ext>
            </a:extLst>
          </p:cNvPr>
          <p:cNvGrpSpPr/>
          <p:nvPr/>
        </p:nvGrpSpPr>
        <p:grpSpPr>
          <a:xfrm>
            <a:off x="9390558" y="1470403"/>
            <a:ext cx="2193335" cy="3940949"/>
            <a:chOff x="9459703" y="1518530"/>
            <a:chExt cx="2193335" cy="4011340"/>
          </a:xfrm>
        </p:grpSpPr>
        <p:sp>
          <p:nvSpPr>
            <p:cNvPr id="8" name="Rectangle 7">
              <a:extLst>
                <a:ext uri="{FF2B5EF4-FFF2-40B4-BE49-F238E27FC236}">
                  <a16:creationId xmlns:a16="http://schemas.microsoft.com/office/drawing/2014/main" id="{05DA7EE1-E43A-4DAB-A85F-AE3B0CF795BC}"/>
                </a:ext>
              </a:extLst>
            </p:cNvPr>
            <p:cNvSpPr/>
            <p:nvPr/>
          </p:nvSpPr>
          <p:spPr bwMode="auto">
            <a:xfrm>
              <a:off x="9459703" y="1518530"/>
              <a:ext cx="2193335" cy="4011340"/>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1A1A1A"/>
                  </a:solidFill>
                  <a:effectLst/>
                  <a:uLnTx/>
                  <a:uFillTx/>
                  <a:latin typeface="Segoe UI Semibold"/>
                  <a:ea typeface="+mj-ea"/>
                  <a:cs typeface="+mj-cs"/>
                </a:rPr>
                <a:t>Consume</a:t>
              </a:r>
              <a:endParaRPr kumimoji="0" lang="da-DK" sz="1800" b="0" i="0" u="none" strike="noStrike" kern="0" cap="none" spc="0" normalizeH="0" baseline="0" noProof="0" err="1">
                <a:ln>
                  <a:noFill/>
                </a:ln>
                <a:solidFill>
                  <a:srgbClr val="1A1A1A"/>
                </a:solidFill>
                <a:effectLst/>
                <a:uLnTx/>
                <a:uFillTx/>
                <a:latin typeface="Segoe UI Semibold"/>
                <a:ea typeface="Segoe UI" pitchFamily="34" charset="0"/>
                <a:cs typeface="Segoe UI" pitchFamily="34" charset="0"/>
              </a:endParaRPr>
            </a:p>
          </p:txBody>
        </p:sp>
        <p:pic>
          <p:nvPicPr>
            <p:cNvPr id="48" name="Picture 2" descr="PowerBi On premises installation | Microsoft BI Professionals Denmark">
              <a:extLst>
                <a:ext uri="{FF2B5EF4-FFF2-40B4-BE49-F238E27FC236}">
                  <a16:creationId xmlns:a16="http://schemas.microsoft.com/office/drawing/2014/main" id="{35E48C63-F657-4373-9B28-6FF7B25FAC71}"/>
                </a:ext>
              </a:extLst>
            </p:cNvPr>
            <p:cNvPicPr>
              <a:picLocks noChangeAspect="1" noChangeArrowheads="1"/>
            </p:cNvPicPr>
            <p:nvPr/>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556370" y="4353018"/>
              <a:ext cx="936014" cy="491408"/>
            </a:xfrm>
            <a:prstGeom prst="rect">
              <a:avLst/>
            </a:prstGeom>
            <a:noFill/>
            <a:extLst>
              <a:ext uri="{909E8E84-426E-40DD-AFC4-6F175D3DCCD1}">
                <a14:hiddenFill xmlns:a14="http://schemas.microsoft.com/office/drawing/2010/main">
                  <a:solidFill>
                    <a:srgbClr val="FFFFFF"/>
                  </a:solidFill>
                </a14:hiddenFill>
              </a:ext>
            </a:extLst>
          </p:spPr>
        </p:pic>
        <p:pic>
          <p:nvPicPr>
            <p:cNvPr id="66" name="Graphic 65">
              <a:extLst>
                <a:ext uri="{FF2B5EF4-FFF2-40B4-BE49-F238E27FC236}">
                  <a16:creationId xmlns:a16="http://schemas.microsoft.com/office/drawing/2014/main" id="{5C91CCD7-9A73-DC8A-5A5F-00DCC12E55B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898826" y="3538428"/>
              <a:ext cx="490993" cy="490993"/>
            </a:xfrm>
            <a:prstGeom prst="rect">
              <a:avLst/>
            </a:prstGeom>
          </p:spPr>
        </p:pic>
        <p:pic>
          <p:nvPicPr>
            <p:cNvPr id="68" name="Graphic 67">
              <a:extLst>
                <a:ext uri="{FF2B5EF4-FFF2-40B4-BE49-F238E27FC236}">
                  <a16:creationId xmlns:a16="http://schemas.microsoft.com/office/drawing/2014/main" id="{3E4617A0-2F90-4F8A-864A-9456B9F3B2E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675778" y="2926337"/>
              <a:ext cx="507087" cy="507087"/>
            </a:xfrm>
            <a:prstGeom prst="rect">
              <a:avLst/>
            </a:prstGeom>
          </p:spPr>
        </p:pic>
      </p:grpSp>
      <p:cxnSp>
        <p:nvCxnSpPr>
          <p:cNvPr id="21" name="Straight Arrow Connector 20">
            <a:extLst>
              <a:ext uri="{FF2B5EF4-FFF2-40B4-BE49-F238E27FC236}">
                <a16:creationId xmlns:a16="http://schemas.microsoft.com/office/drawing/2014/main" id="{03C1D77C-EE1D-1DBE-063A-EF9BEF1716EA}"/>
              </a:ext>
            </a:extLst>
          </p:cNvPr>
          <p:cNvCxnSpPr>
            <a:cxnSpLocks/>
            <a:stCxn id="17" idx="2"/>
            <a:endCxn id="8" idx="0"/>
          </p:cNvCxnSpPr>
          <p:nvPr/>
        </p:nvCxnSpPr>
        <p:spPr>
          <a:xfrm>
            <a:off x="3942906" y="830958"/>
            <a:ext cx="6544320" cy="6394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8B96040C-A504-6BA8-09B1-D030DB3FBD5C}"/>
              </a:ext>
            </a:extLst>
          </p:cNvPr>
          <p:cNvCxnSpPr>
            <a:cxnSpLocks/>
            <a:stCxn id="17" idx="2"/>
          </p:cNvCxnSpPr>
          <p:nvPr/>
        </p:nvCxnSpPr>
        <p:spPr>
          <a:xfrm>
            <a:off x="3942906" y="830958"/>
            <a:ext cx="4174203" cy="6417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72" name="Group 71">
            <a:extLst>
              <a:ext uri="{FF2B5EF4-FFF2-40B4-BE49-F238E27FC236}">
                <a16:creationId xmlns:a16="http://schemas.microsoft.com/office/drawing/2014/main" id="{0509AF11-1A7A-DCD6-A500-73D07D4203A7}"/>
              </a:ext>
            </a:extLst>
          </p:cNvPr>
          <p:cNvGrpSpPr/>
          <p:nvPr/>
        </p:nvGrpSpPr>
        <p:grpSpPr>
          <a:xfrm>
            <a:off x="1648612" y="1474493"/>
            <a:ext cx="2265627" cy="3918665"/>
            <a:chOff x="1606346" y="1518530"/>
            <a:chExt cx="2265627" cy="3918665"/>
          </a:xfrm>
        </p:grpSpPr>
        <p:sp>
          <p:nvSpPr>
            <p:cNvPr id="4" name="Rectangle 3">
              <a:extLst>
                <a:ext uri="{FF2B5EF4-FFF2-40B4-BE49-F238E27FC236}">
                  <a16:creationId xmlns:a16="http://schemas.microsoft.com/office/drawing/2014/main" id="{64B893EC-80E5-4345-A576-A8A61F389E4B}"/>
                </a:ext>
              </a:extLst>
            </p:cNvPr>
            <p:cNvSpPr/>
            <p:nvPr/>
          </p:nvSpPr>
          <p:spPr bwMode="auto">
            <a:xfrm>
              <a:off x="1695358" y="1518530"/>
              <a:ext cx="2176615" cy="3918665"/>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1A1A1A"/>
                  </a:solidFill>
                  <a:effectLst/>
                  <a:uLnTx/>
                  <a:uFillTx/>
                  <a:latin typeface="Segoe UI Semibold"/>
                  <a:ea typeface="+mj-ea"/>
                  <a:cs typeface="+mj-cs"/>
                </a:rPr>
                <a:t>Ingest</a:t>
              </a:r>
              <a:r>
                <a:rPr kumimoji="0" lang="en-US" sz="1400" b="0" i="0" u="none" strike="noStrike" kern="0" cap="none" spc="0" normalizeH="0" baseline="0" noProof="0" dirty="0">
                  <a:ln>
                    <a:noFill/>
                  </a:ln>
                  <a:solidFill>
                    <a:srgbClr val="1A1A1A"/>
                  </a:solidFill>
                  <a:effectLst/>
                  <a:uLnTx/>
                  <a:uFillTx/>
                  <a:latin typeface="Segoe UI Semibold"/>
                  <a:ea typeface="+mj-ea"/>
                  <a:cs typeface="+mj-cs"/>
                </a:rPr>
                <a:t>/Bronze</a:t>
              </a:r>
              <a:endParaRPr kumimoji="0" lang="da-DK" sz="180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sp>
          <p:nvSpPr>
            <p:cNvPr id="56" name="Oval 55">
              <a:extLst>
                <a:ext uri="{FF2B5EF4-FFF2-40B4-BE49-F238E27FC236}">
                  <a16:creationId xmlns:a16="http://schemas.microsoft.com/office/drawing/2014/main" id="{50D74AC3-4DE5-4AB9-9015-485CA14E8C4C}"/>
                </a:ext>
              </a:extLst>
            </p:cNvPr>
            <p:cNvSpPr>
              <a:spLocks noChangeAspect="1"/>
            </p:cNvSpPr>
            <p:nvPr/>
          </p:nvSpPr>
          <p:spPr bwMode="auto">
            <a:xfrm>
              <a:off x="2848211" y="4506014"/>
              <a:ext cx="543363" cy="434260"/>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da-DK" sz="1000" dirty="0" err="1">
                  <a:solidFill>
                    <a:srgbClr val="FFFFFF"/>
                  </a:solidFill>
                  <a:latin typeface="Tw Cen MT" panose="020B0602020104020603"/>
                  <a:ea typeface="Segoe UI" pitchFamily="34" charset="0"/>
                  <a:cs typeface="Segoe UI" pitchFamily="34" charset="0"/>
                </a:rPr>
                <a:t>Copy</a:t>
              </a:r>
              <a:endParaRPr kumimoji="0" lang="da-DK" sz="1000" b="0" i="0" u="none" strike="noStrike" kern="1200" cap="none" spc="0" normalizeH="0" baseline="0" noProof="0" dirty="0">
                <a:ln>
                  <a:noFill/>
                </a:ln>
                <a:solidFill>
                  <a:srgbClr val="FFFFFF"/>
                </a:solidFill>
                <a:effectLst/>
                <a:uLnTx/>
                <a:uFillTx/>
                <a:latin typeface="Tw Cen MT" panose="020B0602020104020603"/>
                <a:ea typeface="Segoe UI" pitchFamily="34" charset="0"/>
                <a:cs typeface="Segoe UI" pitchFamily="34" charset="0"/>
              </a:endParaRPr>
            </a:p>
          </p:txBody>
        </p:sp>
        <p:cxnSp>
          <p:nvCxnSpPr>
            <p:cNvPr id="121" name="Straight Arrow Connector 120">
              <a:extLst>
                <a:ext uri="{FF2B5EF4-FFF2-40B4-BE49-F238E27FC236}">
                  <a16:creationId xmlns:a16="http://schemas.microsoft.com/office/drawing/2014/main" id="{948DFADD-10F1-468A-8635-299B90F03FD2}"/>
                </a:ext>
              </a:extLst>
            </p:cNvPr>
            <p:cNvCxnSpPr>
              <a:cxnSpLocks/>
              <a:stCxn id="32" idx="1"/>
              <a:endCxn id="78" idx="3"/>
            </p:cNvCxnSpPr>
            <p:nvPr/>
          </p:nvCxnSpPr>
          <p:spPr>
            <a:xfrm flipH="1">
              <a:off x="2461012" y="2556202"/>
              <a:ext cx="469274" cy="23436"/>
            </a:xfrm>
            <a:prstGeom prst="straightConnector1">
              <a:avLst/>
            </a:prstGeom>
            <a:noFill/>
            <a:ln w="9525" cap="flat" cmpd="sng" algn="ctr">
              <a:solidFill>
                <a:srgbClr val="0078D4"/>
              </a:solidFill>
              <a:prstDash val="dash"/>
              <a:headEnd type="triangle" w="med" len="med"/>
              <a:tailEnd type="none"/>
            </a:ln>
            <a:effectLst/>
          </p:spPr>
        </p:cxnSp>
        <p:pic>
          <p:nvPicPr>
            <p:cNvPr id="7170" name="Picture 2" descr="Azure Data Lake Storage">
              <a:extLst>
                <a:ext uri="{FF2B5EF4-FFF2-40B4-BE49-F238E27FC236}">
                  <a16:creationId xmlns:a16="http://schemas.microsoft.com/office/drawing/2014/main" id="{5C78DE0C-699D-4A59-9875-779CAFD9588D}"/>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674344" y="3123382"/>
              <a:ext cx="899973" cy="727222"/>
            </a:xfrm>
            <a:prstGeom prst="rect">
              <a:avLst/>
            </a:prstGeom>
            <a:noFill/>
            <a:extLst>
              <a:ext uri="{909E8E84-426E-40DD-AFC4-6F175D3DCCD1}">
                <a14:hiddenFill xmlns:a14="http://schemas.microsoft.com/office/drawing/2010/main">
                  <a:solidFill>
                    <a:srgbClr val="FFFFFF"/>
                  </a:solidFill>
                </a14:hiddenFill>
              </a:ext>
            </a:extLst>
          </p:spPr>
        </p:pic>
        <p:cxnSp>
          <p:nvCxnSpPr>
            <p:cNvPr id="124" name="Straight Arrow Connector 123">
              <a:extLst>
                <a:ext uri="{FF2B5EF4-FFF2-40B4-BE49-F238E27FC236}">
                  <a16:creationId xmlns:a16="http://schemas.microsoft.com/office/drawing/2014/main" id="{862CF06F-A23E-4EC1-87E2-4ACBFE3390DF}"/>
                </a:ext>
              </a:extLst>
            </p:cNvPr>
            <p:cNvCxnSpPr>
              <a:cxnSpLocks/>
              <a:stCxn id="7170" idx="0"/>
              <a:endCxn id="32" idx="2"/>
            </p:cNvCxnSpPr>
            <p:nvPr/>
          </p:nvCxnSpPr>
          <p:spPr>
            <a:xfrm flipH="1" flipV="1">
              <a:off x="3122112" y="2734668"/>
              <a:ext cx="2219" cy="388714"/>
            </a:xfrm>
            <a:prstGeom prst="straightConnector1">
              <a:avLst/>
            </a:prstGeom>
            <a:noFill/>
            <a:ln w="9525" cap="flat" cmpd="sng" algn="ctr">
              <a:solidFill>
                <a:srgbClr val="0078D4"/>
              </a:solidFill>
              <a:prstDash val="dash"/>
              <a:headEnd type="triangle" w="med" len="med"/>
              <a:tailEnd type="none"/>
            </a:ln>
            <a:effectLst/>
          </p:spPr>
        </p:cxnSp>
        <p:cxnSp>
          <p:nvCxnSpPr>
            <p:cNvPr id="127" name="Straight Arrow Connector 126">
              <a:extLst>
                <a:ext uri="{FF2B5EF4-FFF2-40B4-BE49-F238E27FC236}">
                  <a16:creationId xmlns:a16="http://schemas.microsoft.com/office/drawing/2014/main" id="{43FBA4F6-4B4C-4E17-B014-DFDA90379D6C}"/>
                </a:ext>
              </a:extLst>
            </p:cNvPr>
            <p:cNvCxnSpPr>
              <a:cxnSpLocks/>
              <a:stCxn id="7170" idx="2"/>
              <a:endCxn id="56" idx="0"/>
            </p:cNvCxnSpPr>
            <p:nvPr/>
          </p:nvCxnSpPr>
          <p:spPr>
            <a:xfrm flipH="1">
              <a:off x="3119893" y="3850604"/>
              <a:ext cx="4438" cy="655410"/>
            </a:xfrm>
            <a:prstGeom prst="straightConnector1">
              <a:avLst/>
            </a:prstGeom>
            <a:noFill/>
            <a:ln w="9525" cap="flat" cmpd="sng" algn="ctr">
              <a:solidFill>
                <a:srgbClr val="0078D4"/>
              </a:solidFill>
              <a:prstDash val="dash"/>
              <a:headEnd type="triangle" w="med" len="med"/>
              <a:tailEnd type="none"/>
            </a:ln>
            <a:effectLst/>
          </p:spPr>
        </p:cxnSp>
        <p:pic>
          <p:nvPicPr>
            <p:cNvPr id="34" name="Graphic 33">
              <a:extLst>
                <a:ext uri="{FF2B5EF4-FFF2-40B4-BE49-F238E27FC236}">
                  <a16:creationId xmlns:a16="http://schemas.microsoft.com/office/drawing/2014/main" id="{D44F5C1B-875B-48DA-92FA-B02F937FE2C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422887" y="4809386"/>
              <a:ext cx="348838" cy="324544"/>
            </a:xfrm>
            <a:prstGeom prst="rect">
              <a:avLst/>
            </a:prstGeom>
          </p:spPr>
        </p:pic>
        <p:sp>
          <p:nvSpPr>
            <p:cNvPr id="78" name="TextBox 77">
              <a:extLst>
                <a:ext uri="{FF2B5EF4-FFF2-40B4-BE49-F238E27FC236}">
                  <a16:creationId xmlns:a16="http://schemas.microsoft.com/office/drawing/2014/main" id="{48B18DC4-9430-4DC9-8149-9AD1C298359E}"/>
                </a:ext>
              </a:extLst>
            </p:cNvPr>
            <p:cNvSpPr txBox="1"/>
            <p:nvPr/>
          </p:nvSpPr>
          <p:spPr>
            <a:xfrm>
              <a:off x="1637061" y="2456527"/>
              <a:ext cx="823951"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000" b="0" i="0" u="none" strike="noStrike" kern="1200" cap="none" spc="0" normalizeH="0" baseline="0" noProof="0" dirty="0">
                  <a:ln>
                    <a:noFill/>
                  </a:ln>
                  <a:solidFill>
                    <a:srgbClr val="4C4C51"/>
                  </a:solidFill>
                  <a:effectLst/>
                  <a:uLnTx/>
                  <a:uFillTx/>
                  <a:latin typeface="Segoe UI" panose="020B0502040204020203" pitchFamily="34" charset="0"/>
                  <a:ea typeface="+mn-ea"/>
                  <a:cs typeface="+mn-cs"/>
                </a:rPr>
                <a:t>besked</a:t>
              </a:r>
              <a:endParaRPr kumimoji="0" lang="da-DK" sz="1000" b="0" i="0" u="none" strike="noStrike" kern="1200" cap="none" spc="0" normalizeH="0" baseline="0" noProof="0" dirty="0">
                <a:ln>
                  <a:noFill/>
                </a:ln>
                <a:solidFill>
                  <a:prstClr val="white"/>
                </a:solidFill>
                <a:effectLst/>
                <a:uLnTx/>
                <a:uFillTx/>
                <a:latin typeface="Tw Cen MT" panose="020B0602020104020603"/>
                <a:ea typeface="+mn-ea"/>
                <a:cs typeface="+mn-cs"/>
              </a:endParaRPr>
            </a:p>
          </p:txBody>
        </p:sp>
        <p:sp>
          <p:nvSpPr>
            <p:cNvPr id="79" name="TextBox 78">
              <a:extLst>
                <a:ext uri="{FF2B5EF4-FFF2-40B4-BE49-F238E27FC236}">
                  <a16:creationId xmlns:a16="http://schemas.microsoft.com/office/drawing/2014/main" id="{BD0D36E8-9CCC-475F-AC9B-8F564BDAFBBE}"/>
                </a:ext>
              </a:extLst>
            </p:cNvPr>
            <p:cNvSpPr txBox="1"/>
            <p:nvPr/>
          </p:nvSpPr>
          <p:spPr>
            <a:xfrm>
              <a:off x="1606346" y="4592563"/>
              <a:ext cx="778336" cy="22907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000" b="0" i="0" u="none" strike="noStrike" kern="1200" cap="none" spc="0" normalizeH="0" baseline="0" noProof="0" dirty="0">
                  <a:ln>
                    <a:noFill/>
                  </a:ln>
                  <a:solidFill>
                    <a:srgbClr val="4C4C51"/>
                  </a:solidFill>
                  <a:effectLst/>
                  <a:uLnTx/>
                  <a:uFillTx/>
                  <a:latin typeface="Segoe UI" panose="020B0502040204020203" pitchFamily="34" charset="0"/>
                  <a:ea typeface="+mn-ea"/>
                  <a:cs typeface="+mn-cs"/>
                </a:rPr>
                <a:t>Batch</a:t>
              </a:r>
              <a:endParaRPr kumimoji="0" lang="da-DK" sz="1000" b="0" i="0" u="none" strike="noStrike" kern="1200" cap="none" spc="0" normalizeH="0" baseline="0" noProof="0" dirty="0">
                <a:ln>
                  <a:noFill/>
                </a:ln>
                <a:solidFill>
                  <a:prstClr val="white"/>
                </a:solidFill>
                <a:effectLst/>
                <a:uLnTx/>
                <a:uFillTx/>
                <a:latin typeface="Tw Cen MT" panose="020B0602020104020603"/>
                <a:ea typeface="+mn-ea"/>
                <a:cs typeface="+mn-cs"/>
              </a:endParaRPr>
            </a:p>
          </p:txBody>
        </p:sp>
        <p:sp>
          <p:nvSpPr>
            <p:cNvPr id="125" name="Oval 124">
              <a:extLst>
                <a:ext uri="{FF2B5EF4-FFF2-40B4-BE49-F238E27FC236}">
                  <a16:creationId xmlns:a16="http://schemas.microsoft.com/office/drawing/2014/main" id="{C36B4910-7025-4AA2-9B1F-839E5AB307FE}"/>
                </a:ext>
              </a:extLst>
            </p:cNvPr>
            <p:cNvSpPr>
              <a:spLocks noChangeAspect="1"/>
            </p:cNvSpPr>
            <p:nvPr/>
          </p:nvSpPr>
          <p:spPr bwMode="auto">
            <a:xfrm>
              <a:off x="3105534" y="2512447"/>
              <a:ext cx="543363" cy="434260"/>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da-DK" sz="1000" dirty="0" err="1">
                  <a:solidFill>
                    <a:srgbClr val="FFFFFF"/>
                  </a:solidFill>
                  <a:latin typeface="Tw Cen MT" panose="020B0602020104020603"/>
                  <a:ea typeface="Segoe UI" pitchFamily="34" charset="0"/>
                  <a:cs typeface="Segoe UI" pitchFamily="34" charset="0"/>
                </a:rPr>
                <a:t>Copy</a:t>
              </a:r>
              <a:endParaRPr kumimoji="0" lang="da-DK" sz="1000" b="0" i="0" u="none" strike="noStrike" kern="1200" cap="none" spc="0" normalizeH="0" baseline="0" noProof="0" dirty="0">
                <a:ln>
                  <a:noFill/>
                </a:ln>
                <a:solidFill>
                  <a:srgbClr val="FFFFFF"/>
                </a:solidFill>
                <a:effectLst/>
                <a:uLnTx/>
                <a:uFillTx/>
                <a:latin typeface="Tw Cen MT" panose="020B0602020104020603"/>
                <a:ea typeface="Segoe UI" pitchFamily="34" charset="0"/>
                <a:cs typeface="Segoe UI" pitchFamily="34" charset="0"/>
              </a:endParaRPr>
            </a:p>
          </p:txBody>
        </p:sp>
        <p:pic>
          <p:nvPicPr>
            <p:cNvPr id="24" name="Graphic 23">
              <a:extLst>
                <a:ext uri="{FF2B5EF4-FFF2-40B4-BE49-F238E27FC236}">
                  <a16:creationId xmlns:a16="http://schemas.microsoft.com/office/drawing/2014/main" id="{99DB0BF3-8725-4DCE-9723-123A8FDBF00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2255491" y="2670739"/>
              <a:ext cx="348838" cy="324544"/>
            </a:xfrm>
            <a:prstGeom prst="rect">
              <a:avLst/>
            </a:prstGeom>
          </p:spPr>
        </p:pic>
        <p:pic>
          <p:nvPicPr>
            <p:cNvPr id="32" name="Graphic 31">
              <a:extLst>
                <a:ext uri="{FF2B5EF4-FFF2-40B4-BE49-F238E27FC236}">
                  <a16:creationId xmlns:a16="http://schemas.microsoft.com/office/drawing/2014/main" id="{A3AED02A-3DF1-4086-94A8-72CD1BC336D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930286" y="2377735"/>
              <a:ext cx="383651" cy="356933"/>
            </a:xfrm>
            <a:prstGeom prst="rect">
              <a:avLst/>
            </a:prstGeom>
          </p:spPr>
        </p:pic>
      </p:grpSp>
      <p:sp>
        <p:nvSpPr>
          <p:cNvPr id="14" name="Rectangle 13">
            <a:extLst>
              <a:ext uri="{FF2B5EF4-FFF2-40B4-BE49-F238E27FC236}">
                <a16:creationId xmlns:a16="http://schemas.microsoft.com/office/drawing/2014/main" id="{EAB734FF-90F5-9022-E23F-83DEA28ED11B}"/>
              </a:ext>
            </a:extLst>
          </p:cNvPr>
          <p:cNvSpPr/>
          <p:nvPr/>
        </p:nvSpPr>
        <p:spPr bwMode="auto">
          <a:xfrm>
            <a:off x="1725601" y="5648320"/>
            <a:ext cx="9881179" cy="558801"/>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defRPr/>
            </a:pPr>
            <a:r>
              <a:rPr lang="en-US" sz="1000" kern="0">
                <a:solidFill>
                  <a:srgbClr val="1A1A1A"/>
                </a:solidFill>
                <a:latin typeface="Segoe UI Semibold"/>
                <a:ea typeface="+mn-ea"/>
                <a:cs typeface="Segoe UI" pitchFamily="34" charset="0"/>
              </a:rPr>
              <a:t>Supplemental Data Services</a:t>
            </a:r>
            <a:endParaRPr kumimoji="0" lang="en-US" sz="1000" b="0" i="0" u="none" strike="noStrike" kern="0" cap="none" spc="0" normalizeH="0" baseline="0" dirty="0">
              <a:ln>
                <a:noFill/>
              </a:ln>
              <a:solidFill>
                <a:srgbClr val="1A1A1A"/>
              </a:solidFill>
              <a:effectLst/>
              <a:uLnTx/>
              <a:uFillTx/>
              <a:latin typeface="Segoe UI Semibold"/>
              <a:ea typeface="+mn-ea"/>
              <a:cs typeface="Segoe UI" pitchFamily="34" charset="0"/>
            </a:endParaRPr>
          </a:p>
        </p:txBody>
      </p:sp>
      <p:sp>
        <p:nvSpPr>
          <p:cNvPr id="16" name="TextBox 15">
            <a:extLst>
              <a:ext uri="{FF2B5EF4-FFF2-40B4-BE49-F238E27FC236}">
                <a16:creationId xmlns:a16="http://schemas.microsoft.com/office/drawing/2014/main" id="{FAC02DF2-3239-5027-04BE-D56152E9CB2E}"/>
              </a:ext>
            </a:extLst>
          </p:cNvPr>
          <p:cNvSpPr txBox="1"/>
          <p:nvPr/>
        </p:nvSpPr>
        <p:spPr>
          <a:xfrm>
            <a:off x="3542819" y="5771511"/>
            <a:ext cx="7655297" cy="230832"/>
          </a:xfrm>
          <a:prstGeom prst="rect">
            <a:avLst/>
          </a:prstGeom>
          <a:noFill/>
        </p:spPr>
        <p:txBody>
          <a:bodyPr wrap="square">
            <a:spAutoFit/>
          </a:bodyPr>
          <a:lstStyle/>
          <a:p>
            <a:pPr algn="ctr"/>
            <a:r>
              <a:rPr lang="en-US" sz="900" b="0" i="0">
                <a:solidFill>
                  <a:srgbClr val="4C4C51"/>
                </a:solidFill>
                <a:effectLst/>
                <a:latin typeface="+mj-lt"/>
              </a:rPr>
              <a:t>Data Catalog | Common Data Model  |  Data Discovery  |  Data Lineage  </a:t>
            </a:r>
            <a:r>
              <a:rPr lang="en-US" sz="900">
                <a:solidFill>
                  <a:srgbClr val="4C4C51"/>
                </a:solidFill>
                <a:latin typeface="+mj-lt"/>
              </a:rPr>
              <a:t>|  </a:t>
            </a:r>
            <a:r>
              <a:rPr lang="en-US" sz="900" b="0" i="0">
                <a:solidFill>
                  <a:srgbClr val="4C4C51"/>
                </a:solidFill>
                <a:effectLst/>
                <a:latin typeface="+mj-lt"/>
              </a:rPr>
              <a:t>Data Governance  |  Master Data</a:t>
            </a:r>
            <a:endParaRPr lang="en-US" sz="900">
              <a:latin typeface="+mj-lt"/>
            </a:endParaRPr>
          </a:p>
        </p:txBody>
      </p:sp>
      <p:grpSp>
        <p:nvGrpSpPr>
          <p:cNvPr id="71" name="Group 70">
            <a:extLst>
              <a:ext uri="{FF2B5EF4-FFF2-40B4-BE49-F238E27FC236}">
                <a16:creationId xmlns:a16="http://schemas.microsoft.com/office/drawing/2014/main" id="{93851689-3911-B596-8558-56D5CB4EA6FD}"/>
              </a:ext>
            </a:extLst>
          </p:cNvPr>
          <p:cNvGrpSpPr/>
          <p:nvPr/>
        </p:nvGrpSpPr>
        <p:grpSpPr>
          <a:xfrm>
            <a:off x="4138289" y="1470404"/>
            <a:ext cx="2629287" cy="3926843"/>
            <a:chOff x="4179277" y="1536889"/>
            <a:chExt cx="2629287" cy="3926843"/>
          </a:xfrm>
        </p:grpSpPr>
        <p:sp>
          <p:nvSpPr>
            <p:cNvPr id="6" name="Rectangle 5">
              <a:extLst>
                <a:ext uri="{FF2B5EF4-FFF2-40B4-BE49-F238E27FC236}">
                  <a16:creationId xmlns:a16="http://schemas.microsoft.com/office/drawing/2014/main" id="{2AADBD70-2FFD-44D2-9B80-347D24354324}"/>
                </a:ext>
              </a:extLst>
            </p:cNvPr>
            <p:cNvSpPr/>
            <p:nvPr/>
          </p:nvSpPr>
          <p:spPr bwMode="auto">
            <a:xfrm>
              <a:off x="4179277" y="1536889"/>
              <a:ext cx="2617718" cy="3926843"/>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kern="0" dirty="0">
                  <a:solidFill>
                    <a:srgbClr val="1A1A1A"/>
                  </a:solidFill>
                  <a:latin typeface="Segoe UI Semibold"/>
                </a:rPr>
                <a:t>Transform</a:t>
              </a:r>
              <a:r>
                <a:rPr lang="en-US" sz="1400" kern="0" dirty="0">
                  <a:solidFill>
                    <a:srgbClr val="1A1A1A"/>
                  </a:solidFill>
                  <a:latin typeface="Segoe UI Semibold"/>
                </a:rPr>
                <a:t>/Silver</a:t>
              </a:r>
              <a:endParaRPr kumimoji="0" lang="da-DK" sz="180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sp>
          <p:nvSpPr>
            <p:cNvPr id="47" name="Oval 46">
              <a:extLst>
                <a:ext uri="{FF2B5EF4-FFF2-40B4-BE49-F238E27FC236}">
                  <a16:creationId xmlns:a16="http://schemas.microsoft.com/office/drawing/2014/main" id="{F18BBD64-5626-4518-AAD9-8879EEB85B3A}"/>
                </a:ext>
              </a:extLst>
            </p:cNvPr>
            <p:cNvSpPr>
              <a:spLocks noChangeAspect="1"/>
            </p:cNvSpPr>
            <p:nvPr/>
          </p:nvSpPr>
          <p:spPr bwMode="auto">
            <a:xfrm>
              <a:off x="4394947" y="3287958"/>
              <a:ext cx="623667" cy="466767"/>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00" b="0" i="0" u="none" strike="noStrike" kern="1200" cap="none" spc="0" normalizeH="0" baseline="0" noProof="0" dirty="0">
                  <a:ln>
                    <a:noFill/>
                  </a:ln>
                  <a:solidFill>
                    <a:srgbClr val="FFFFFF"/>
                  </a:solidFill>
                  <a:effectLst/>
                  <a:uLnTx/>
                  <a:uFillTx/>
                  <a:latin typeface="Tw Cen MT" panose="020B0602020104020603"/>
                  <a:ea typeface="Segoe UI" pitchFamily="34" charset="0"/>
                  <a:cs typeface="Segoe UI" pitchFamily="34" charset="0"/>
                </a:rPr>
                <a:t>Trans-form</a:t>
              </a:r>
            </a:p>
          </p:txBody>
        </p:sp>
        <p:cxnSp>
          <p:nvCxnSpPr>
            <p:cNvPr id="81" name="Straight Arrow Connector 80">
              <a:extLst>
                <a:ext uri="{FF2B5EF4-FFF2-40B4-BE49-F238E27FC236}">
                  <a16:creationId xmlns:a16="http://schemas.microsoft.com/office/drawing/2014/main" id="{BD53E458-57BD-4944-A8C0-83E563448292}"/>
                </a:ext>
              </a:extLst>
            </p:cNvPr>
            <p:cNvCxnSpPr>
              <a:cxnSpLocks/>
              <a:stCxn id="35" idx="1"/>
              <a:endCxn id="47" idx="0"/>
            </p:cNvCxnSpPr>
            <p:nvPr/>
          </p:nvCxnSpPr>
          <p:spPr>
            <a:xfrm flipH="1">
              <a:off x="4706781" y="2332728"/>
              <a:ext cx="513561" cy="955230"/>
            </a:xfrm>
            <a:prstGeom prst="straightConnector1">
              <a:avLst/>
            </a:prstGeom>
            <a:noFill/>
            <a:ln w="9525" cap="flat" cmpd="sng" algn="ctr">
              <a:solidFill>
                <a:srgbClr val="0078D4"/>
              </a:solidFill>
              <a:prstDash val="dash"/>
              <a:headEnd type="triangle" w="med" len="med"/>
              <a:tailEnd type="none"/>
            </a:ln>
            <a:effectLst/>
          </p:spPr>
        </p:cxnSp>
        <p:pic>
          <p:nvPicPr>
            <p:cNvPr id="38" name="Graphic 37">
              <a:extLst>
                <a:ext uri="{FF2B5EF4-FFF2-40B4-BE49-F238E27FC236}">
                  <a16:creationId xmlns:a16="http://schemas.microsoft.com/office/drawing/2014/main" id="{71549BBE-771D-422F-9D1C-B379E90937C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6230730" y="4456009"/>
              <a:ext cx="409673" cy="409673"/>
            </a:xfrm>
            <a:prstGeom prst="rect">
              <a:avLst/>
            </a:prstGeom>
          </p:spPr>
        </p:pic>
        <p:sp>
          <p:nvSpPr>
            <p:cNvPr id="52" name="Oval 51">
              <a:extLst>
                <a:ext uri="{FF2B5EF4-FFF2-40B4-BE49-F238E27FC236}">
                  <a16:creationId xmlns:a16="http://schemas.microsoft.com/office/drawing/2014/main" id="{A70F28BB-8FE4-4C6D-9959-CB9CD0E14BED}"/>
                </a:ext>
              </a:extLst>
            </p:cNvPr>
            <p:cNvSpPr>
              <a:spLocks noChangeAspect="1"/>
            </p:cNvSpPr>
            <p:nvPr/>
          </p:nvSpPr>
          <p:spPr bwMode="auto">
            <a:xfrm>
              <a:off x="5147303" y="4417698"/>
              <a:ext cx="643745" cy="466767"/>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00" b="0" i="0" u="none" strike="noStrike" kern="1200" cap="none" spc="0" normalizeH="0" baseline="0" noProof="0">
                  <a:ln>
                    <a:noFill/>
                  </a:ln>
                  <a:solidFill>
                    <a:srgbClr val="FFFFFF"/>
                  </a:solidFill>
                  <a:effectLst/>
                  <a:uLnTx/>
                  <a:uFillTx/>
                  <a:latin typeface="Tw Cen MT" panose="020B0602020104020603"/>
                  <a:ea typeface="Segoe UI" pitchFamily="34" charset="0"/>
                  <a:cs typeface="Segoe UI" pitchFamily="34" charset="0"/>
                </a:rPr>
                <a:t>Trans-form</a:t>
              </a:r>
            </a:p>
          </p:txBody>
        </p:sp>
        <p:cxnSp>
          <p:nvCxnSpPr>
            <p:cNvPr id="89" name="Straight Arrow Connector 88">
              <a:extLst>
                <a:ext uri="{FF2B5EF4-FFF2-40B4-BE49-F238E27FC236}">
                  <a16:creationId xmlns:a16="http://schemas.microsoft.com/office/drawing/2014/main" id="{CCDC071A-DB6C-4A17-8390-D9B5A25B38AF}"/>
                </a:ext>
              </a:extLst>
            </p:cNvPr>
            <p:cNvCxnSpPr>
              <a:cxnSpLocks/>
              <a:stCxn id="52" idx="0"/>
              <a:endCxn id="7179" idx="2"/>
            </p:cNvCxnSpPr>
            <p:nvPr/>
          </p:nvCxnSpPr>
          <p:spPr>
            <a:xfrm flipV="1">
              <a:off x="5469176" y="3725028"/>
              <a:ext cx="106447" cy="692670"/>
            </a:xfrm>
            <a:prstGeom prst="straightConnector1">
              <a:avLst/>
            </a:prstGeom>
            <a:noFill/>
            <a:ln w="9525" cap="flat" cmpd="sng" algn="ctr">
              <a:solidFill>
                <a:srgbClr val="0078D4"/>
              </a:solidFill>
              <a:prstDash val="dash"/>
              <a:headEnd type="triangle" w="med" len="med"/>
              <a:tailEnd type="none"/>
            </a:ln>
            <a:effectLst/>
          </p:spPr>
        </p:cxnSp>
        <p:cxnSp>
          <p:nvCxnSpPr>
            <p:cNvPr id="92" name="Straight Arrow Connector 91">
              <a:extLst>
                <a:ext uri="{FF2B5EF4-FFF2-40B4-BE49-F238E27FC236}">
                  <a16:creationId xmlns:a16="http://schemas.microsoft.com/office/drawing/2014/main" id="{28A4BD2F-806A-427E-93FA-8DC8EE2A4779}"/>
                </a:ext>
              </a:extLst>
            </p:cNvPr>
            <p:cNvCxnSpPr>
              <a:cxnSpLocks/>
              <a:stCxn id="38" idx="1"/>
              <a:endCxn id="52" idx="6"/>
            </p:cNvCxnSpPr>
            <p:nvPr/>
          </p:nvCxnSpPr>
          <p:spPr>
            <a:xfrm flipH="1" flipV="1">
              <a:off x="5791048" y="4651082"/>
              <a:ext cx="439682" cy="9764"/>
            </a:xfrm>
            <a:prstGeom prst="straightConnector1">
              <a:avLst/>
            </a:prstGeom>
            <a:noFill/>
            <a:ln w="9525" cap="flat" cmpd="sng" algn="ctr">
              <a:solidFill>
                <a:srgbClr val="0078D4"/>
              </a:solidFill>
              <a:prstDash val="dash"/>
              <a:headEnd type="triangle" w="med" len="med"/>
              <a:tailEnd type="none"/>
            </a:ln>
            <a:effectLst/>
          </p:spPr>
        </p:cxnSp>
        <p:sp>
          <p:nvSpPr>
            <p:cNvPr id="82" name="TextBox 81">
              <a:extLst>
                <a:ext uri="{FF2B5EF4-FFF2-40B4-BE49-F238E27FC236}">
                  <a16:creationId xmlns:a16="http://schemas.microsoft.com/office/drawing/2014/main" id="{15A487D9-732B-41A8-ABBB-1DEC0243311E}"/>
                </a:ext>
              </a:extLst>
            </p:cNvPr>
            <p:cNvSpPr txBox="1"/>
            <p:nvPr/>
          </p:nvSpPr>
          <p:spPr>
            <a:xfrm>
              <a:off x="5627468" y="4909680"/>
              <a:ext cx="1181096"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000" b="0" i="0" u="none" strike="noStrike" kern="1200" cap="none" spc="0" normalizeH="0" baseline="0" noProof="0" dirty="0">
                  <a:ln>
                    <a:noFill/>
                  </a:ln>
                  <a:effectLst/>
                  <a:uLnTx/>
                  <a:uFillTx/>
                  <a:latin typeface="Segoe UI" panose="020B0502040204020203" pitchFamily="34" charset="0"/>
                  <a:ea typeface="+mn-ea"/>
                  <a:cs typeface="+mn-cs"/>
                </a:rPr>
                <a:t>Enterprise Data Warehouse</a:t>
              </a:r>
              <a:endParaRPr kumimoji="0" lang="da-DK" sz="1000" b="0" i="0" u="none" strike="noStrike" kern="1200" cap="none" spc="0" normalizeH="0" baseline="0" noProof="0" dirty="0">
                <a:ln>
                  <a:noFill/>
                </a:ln>
                <a:effectLst/>
                <a:uLnTx/>
                <a:uFillTx/>
                <a:latin typeface="Tw Cen MT" panose="020B0602020104020603"/>
                <a:ea typeface="+mn-ea"/>
                <a:cs typeface="+mn-cs"/>
              </a:endParaRPr>
            </a:p>
          </p:txBody>
        </p:sp>
        <p:pic>
          <p:nvPicPr>
            <p:cNvPr id="7179" name="Picture 2" descr="Azure Data Lake Storage">
              <a:extLst>
                <a:ext uri="{FF2B5EF4-FFF2-40B4-BE49-F238E27FC236}">
                  <a16:creationId xmlns:a16="http://schemas.microsoft.com/office/drawing/2014/main" id="{33F114E5-EC40-C5C4-5436-4D9352E3BCB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07829" y="3296558"/>
              <a:ext cx="535588" cy="428470"/>
            </a:xfrm>
            <a:prstGeom prst="rect">
              <a:avLst/>
            </a:prstGeom>
            <a:noFill/>
            <a:extLst>
              <a:ext uri="{909E8E84-426E-40DD-AFC4-6F175D3DCCD1}">
                <a14:hiddenFill xmlns:a14="http://schemas.microsoft.com/office/drawing/2010/main">
                  <a:solidFill>
                    <a:srgbClr val="FFFFFF"/>
                  </a:solidFill>
                </a14:hiddenFill>
              </a:ext>
            </a:extLst>
          </p:spPr>
        </p:pic>
        <p:pic>
          <p:nvPicPr>
            <p:cNvPr id="7180" name="Picture 2" descr="Azure Data Lake Storage">
              <a:extLst>
                <a:ext uri="{FF2B5EF4-FFF2-40B4-BE49-F238E27FC236}">
                  <a16:creationId xmlns:a16="http://schemas.microsoft.com/office/drawing/2014/main" id="{EBA41F0E-13B3-B7BA-C007-875C4CF2BE2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30397" y="2666629"/>
              <a:ext cx="535588" cy="42847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Azure Data Lake Storage">
              <a:extLst>
                <a:ext uri="{FF2B5EF4-FFF2-40B4-BE49-F238E27FC236}">
                  <a16:creationId xmlns:a16="http://schemas.microsoft.com/office/drawing/2014/main" id="{DE36D1E6-78FC-492E-B5B4-35B0B0AB0DA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20342" y="2118493"/>
              <a:ext cx="535588" cy="428470"/>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Arrow: Right 12">
            <a:extLst>
              <a:ext uri="{FF2B5EF4-FFF2-40B4-BE49-F238E27FC236}">
                <a16:creationId xmlns:a16="http://schemas.microsoft.com/office/drawing/2014/main" id="{3E554DEB-93CA-BCEB-AB08-2AB17A737214}"/>
              </a:ext>
            </a:extLst>
          </p:cNvPr>
          <p:cNvSpPr/>
          <p:nvPr/>
        </p:nvSpPr>
        <p:spPr>
          <a:xfrm>
            <a:off x="3857606" y="3297211"/>
            <a:ext cx="407707" cy="291952"/>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8" name="Arrow: Right 17">
            <a:extLst>
              <a:ext uri="{FF2B5EF4-FFF2-40B4-BE49-F238E27FC236}">
                <a16:creationId xmlns:a16="http://schemas.microsoft.com/office/drawing/2014/main" id="{20C4090F-C4B7-E21C-3BD8-651630A9DEE0}"/>
              </a:ext>
            </a:extLst>
          </p:cNvPr>
          <p:cNvSpPr/>
          <p:nvPr/>
        </p:nvSpPr>
        <p:spPr>
          <a:xfrm>
            <a:off x="6729980" y="3297211"/>
            <a:ext cx="407707" cy="291952"/>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9" name="Arrow: Right 18">
            <a:extLst>
              <a:ext uri="{FF2B5EF4-FFF2-40B4-BE49-F238E27FC236}">
                <a16:creationId xmlns:a16="http://schemas.microsoft.com/office/drawing/2014/main" id="{43441148-056D-AC54-5F95-72FCE93655C7}"/>
              </a:ext>
            </a:extLst>
          </p:cNvPr>
          <p:cNvSpPr/>
          <p:nvPr/>
        </p:nvSpPr>
        <p:spPr>
          <a:xfrm>
            <a:off x="9072619" y="3297211"/>
            <a:ext cx="407707" cy="291952"/>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grpSp>
        <p:nvGrpSpPr>
          <p:cNvPr id="23" name="Group 22">
            <a:extLst>
              <a:ext uri="{FF2B5EF4-FFF2-40B4-BE49-F238E27FC236}">
                <a16:creationId xmlns:a16="http://schemas.microsoft.com/office/drawing/2014/main" id="{C13028EA-9672-E4FB-4A05-E9A3D4C6C7F3}"/>
              </a:ext>
            </a:extLst>
          </p:cNvPr>
          <p:cNvGrpSpPr/>
          <p:nvPr/>
        </p:nvGrpSpPr>
        <p:grpSpPr>
          <a:xfrm>
            <a:off x="6331180" y="253807"/>
            <a:ext cx="5652578" cy="1605969"/>
            <a:chOff x="5882373" y="40312"/>
            <a:chExt cx="6091913" cy="1798891"/>
          </a:xfrm>
        </p:grpSpPr>
        <p:grpSp>
          <p:nvGrpSpPr>
            <p:cNvPr id="22" name="Group 21">
              <a:extLst>
                <a:ext uri="{FF2B5EF4-FFF2-40B4-BE49-F238E27FC236}">
                  <a16:creationId xmlns:a16="http://schemas.microsoft.com/office/drawing/2014/main" id="{B015A11C-84C5-3220-5FFD-27E2EA03AF07}"/>
                </a:ext>
              </a:extLst>
            </p:cNvPr>
            <p:cNvGrpSpPr/>
            <p:nvPr/>
          </p:nvGrpSpPr>
          <p:grpSpPr>
            <a:xfrm>
              <a:off x="5882373" y="40312"/>
              <a:ext cx="6091913" cy="1798891"/>
              <a:chOff x="5882373" y="40312"/>
              <a:chExt cx="6091913" cy="1798891"/>
            </a:xfrm>
          </p:grpSpPr>
          <p:sp>
            <p:nvSpPr>
              <p:cNvPr id="20" name="Rectangle: Rounded Corners 19">
                <a:extLst>
                  <a:ext uri="{FF2B5EF4-FFF2-40B4-BE49-F238E27FC236}">
                    <a16:creationId xmlns:a16="http://schemas.microsoft.com/office/drawing/2014/main" id="{D411F6BA-A965-AF48-AF18-7724AA61909E}"/>
                  </a:ext>
                </a:extLst>
              </p:cNvPr>
              <p:cNvSpPr/>
              <p:nvPr/>
            </p:nvSpPr>
            <p:spPr>
              <a:xfrm>
                <a:off x="5882373" y="40312"/>
                <a:ext cx="6091913" cy="1047609"/>
              </a:xfrm>
              <a:prstGeom prst="roundRect">
                <a:avLst/>
              </a:prstGeom>
              <a:solidFill>
                <a:schemeClr val="tx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130" name="Straight Arrow Connector 129">
                <a:extLst>
                  <a:ext uri="{FF2B5EF4-FFF2-40B4-BE49-F238E27FC236}">
                    <a16:creationId xmlns:a16="http://schemas.microsoft.com/office/drawing/2014/main" id="{E5FA0D87-BC87-4E53-8D40-28AAA777EEC7}"/>
                  </a:ext>
                </a:extLst>
              </p:cNvPr>
              <p:cNvCxnSpPr>
                <a:cxnSpLocks/>
                <a:stCxn id="129" idx="4"/>
                <a:endCxn id="5" idx="0"/>
              </p:cNvCxnSpPr>
              <p:nvPr/>
            </p:nvCxnSpPr>
            <p:spPr>
              <a:xfrm flipH="1">
                <a:off x="5965370" y="857075"/>
                <a:ext cx="382202" cy="982128"/>
              </a:xfrm>
              <a:prstGeom prst="straightConnector1">
                <a:avLst/>
              </a:prstGeom>
              <a:noFill/>
              <a:ln w="38100" cap="flat" cmpd="sng" algn="ctr">
                <a:solidFill>
                  <a:srgbClr val="0078D4"/>
                </a:solidFill>
                <a:prstDash val="dash"/>
                <a:headEnd type="triangle" w="med" len="med"/>
                <a:tailEnd type="none"/>
              </a:ln>
              <a:effectLst/>
            </p:spPr>
          </p:cxnSp>
          <p:grpSp>
            <p:nvGrpSpPr>
              <p:cNvPr id="7182" name="Group 7181">
                <a:extLst>
                  <a:ext uri="{FF2B5EF4-FFF2-40B4-BE49-F238E27FC236}">
                    <a16:creationId xmlns:a16="http://schemas.microsoft.com/office/drawing/2014/main" id="{F7074E37-198B-4100-972B-79EE777F3699}"/>
                  </a:ext>
                </a:extLst>
              </p:cNvPr>
              <p:cNvGrpSpPr/>
              <p:nvPr/>
            </p:nvGrpSpPr>
            <p:grpSpPr>
              <a:xfrm>
                <a:off x="6054394" y="201275"/>
                <a:ext cx="5793608" cy="778373"/>
                <a:chOff x="5585903" y="2173784"/>
                <a:chExt cx="5793608" cy="778373"/>
              </a:xfrm>
            </p:grpSpPr>
            <p:sp>
              <p:nvSpPr>
                <p:cNvPr id="59" name="Rectangle 58">
                  <a:hlinkClick r:id="" action="ppaction://noaction"/>
                  <a:extLst>
                    <a:ext uri="{FF2B5EF4-FFF2-40B4-BE49-F238E27FC236}">
                      <a16:creationId xmlns:a16="http://schemas.microsoft.com/office/drawing/2014/main" id="{3F965651-8ADD-4DBA-A8C5-6148F7C1224F}"/>
                    </a:ext>
                  </a:extLst>
                </p:cNvPr>
                <p:cNvSpPr/>
                <p:nvPr/>
              </p:nvSpPr>
              <p:spPr bwMode="auto">
                <a:xfrm>
                  <a:off x="7925316" y="2173784"/>
                  <a:ext cx="3454195" cy="765888"/>
                </a:xfrm>
                <a:prstGeom prst="rect">
                  <a:avLst/>
                </a:prstGeom>
                <a:solidFill>
                  <a:schemeClr val="tx1">
                    <a:lumMod val="65000"/>
                  </a:schemeClr>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1A1A1A"/>
                    </a:solidFill>
                    <a:effectLst/>
                    <a:uLnTx/>
                    <a:uFillTx/>
                    <a:latin typeface="Segoe UI Semibold"/>
                    <a:ea typeface="+mj-ea"/>
                    <a:cs typeface="Segoe UI" pitchFamily="34" charset="0"/>
                  </a:endParaRPr>
                </a:p>
              </p:txBody>
            </p:sp>
            <p:sp>
              <p:nvSpPr>
                <p:cNvPr id="7" name="TextBox 6">
                  <a:extLst>
                    <a:ext uri="{FF2B5EF4-FFF2-40B4-BE49-F238E27FC236}">
                      <a16:creationId xmlns:a16="http://schemas.microsoft.com/office/drawing/2014/main" id="{FB0966DE-D2CF-472E-BDAD-69C1A07ECA1F}"/>
                    </a:ext>
                  </a:extLst>
                </p:cNvPr>
                <p:cNvSpPr txBox="1"/>
                <p:nvPr/>
              </p:nvSpPr>
              <p:spPr>
                <a:xfrm>
                  <a:off x="9032080" y="2641882"/>
                  <a:ext cx="1018174" cy="310275"/>
                </a:xfrm>
                <a:prstGeom prst="rect">
                  <a:avLst/>
                </a:prstGeom>
                <a:noFill/>
              </p:spPr>
              <p:txBody>
                <a:bodyPr wrap="none" rtlCol="0">
                  <a:spAutoFit/>
                </a:bodyPr>
                <a:lstStyle/>
                <a:p>
                  <a:pPr lvl="0" defTabSz="914400">
                    <a:defRPr/>
                  </a:pPr>
                  <a:r>
                    <a:rPr lang="da-DK" sz="1200" dirty="0">
                      <a:latin typeface="Tw Cen MT" panose="020B0602020104020603"/>
                    </a:rPr>
                    <a:t>Project </a:t>
                  </a:r>
                  <a:r>
                    <a:rPr lang="da-DK" sz="1200" dirty="0" err="1">
                      <a:latin typeface="Tw Cen MT" panose="020B0602020104020603"/>
                    </a:rPr>
                    <a:t>room</a:t>
                  </a:r>
                  <a:endParaRPr kumimoji="0" lang="en-US" sz="1200" b="0" i="0" u="none" strike="noStrike" kern="1200" cap="none" spc="0" normalizeH="0" baseline="0" noProof="0" dirty="0">
                    <a:ln>
                      <a:noFill/>
                    </a:ln>
                    <a:effectLst/>
                    <a:uLnTx/>
                    <a:uFillTx/>
                    <a:latin typeface="Tw Cen MT" panose="020B0602020104020603"/>
                    <a:ea typeface="+mn-ea"/>
                    <a:cs typeface="+mn-cs"/>
                  </a:endParaRPr>
                </a:p>
              </p:txBody>
            </p:sp>
            <p:pic>
              <p:nvPicPr>
                <p:cNvPr id="61" name="Picture 2" descr="PowerBi On premises installation | Microsoft BI Professionals Denmark">
                  <a:extLst>
                    <a:ext uri="{FF2B5EF4-FFF2-40B4-BE49-F238E27FC236}">
                      <a16:creationId xmlns:a16="http://schemas.microsoft.com/office/drawing/2014/main" id="{56DB73F8-E3E8-4E7A-92A6-B9913F33EEEE}"/>
                    </a:ext>
                  </a:extLst>
                </p:cNvPr>
                <p:cNvPicPr>
                  <a:picLocks noChangeAspect="1" noChangeArrowheads="1"/>
                </p:cNvPicPr>
                <p:nvPr/>
              </p:nvPicPr>
              <p:blipFill>
                <a:blip r:embed="rId19"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375883" y="2210446"/>
                  <a:ext cx="936014" cy="491408"/>
                </a:xfrm>
                <a:prstGeom prst="rect">
                  <a:avLst/>
                </a:prstGeom>
                <a:noFill/>
                <a:extLst>
                  <a:ext uri="{909E8E84-426E-40DD-AFC4-6F175D3DCCD1}">
                    <a14:hiddenFill xmlns:a14="http://schemas.microsoft.com/office/drawing/2010/main">
                      <a:solidFill>
                        <a:srgbClr val="FFFFFF"/>
                      </a:solidFill>
                    </a14:hiddenFill>
                  </a:ext>
                </a:extLst>
              </p:spPr>
            </p:pic>
            <p:pic>
              <p:nvPicPr>
                <p:cNvPr id="7177" name="Graphic 7176">
                  <a:extLst>
                    <a:ext uri="{FF2B5EF4-FFF2-40B4-BE49-F238E27FC236}">
                      <a16:creationId xmlns:a16="http://schemas.microsoft.com/office/drawing/2014/main" id="{F90667C3-D685-4BDF-B1DC-DCFA5BBA3C0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993824" y="2191794"/>
                  <a:ext cx="535586" cy="535586"/>
                </a:xfrm>
                <a:prstGeom prst="rect">
                  <a:avLst/>
                </a:prstGeom>
              </p:spPr>
            </p:pic>
            <p:pic>
              <p:nvPicPr>
                <p:cNvPr id="9218" name="Picture 2" descr="Azure Machine Learning: a complete toolbox for AI?">
                  <a:extLst>
                    <a:ext uri="{FF2B5EF4-FFF2-40B4-BE49-F238E27FC236}">
                      <a16:creationId xmlns:a16="http://schemas.microsoft.com/office/drawing/2014/main" id="{E6C7A834-942F-45D6-BF26-F3C94FB76A14}"/>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10337883" y="2332524"/>
                  <a:ext cx="455806" cy="490447"/>
                </a:xfrm>
                <a:prstGeom prst="rect">
                  <a:avLst/>
                </a:prstGeom>
                <a:noFill/>
                <a:extLst>
                  <a:ext uri="{909E8E84-426E-40DD-AFC4-6F175D3DCCD1}">
                    <a14:hiddenFill xmlns:a14="http://schemas.microsoft.com/office/drawing/2010/main">
                      <a:solidFill>
                        <a:srgbClr val="FFFFFF"/>
                      </a:solidFill>
                    </a14:hiddenFill>
                  </a:ext>
                </a:extLst>
              </p:spPr>
            </p:pic>
            <p:pic>
              <p:nvPicPr>
                <p:cNvPr id="7194" name="Picture 2" descr="Azure Data Lake Storage">
                  <a:extLst>
                    <a:ext uri="{FF2B5EF4-FFF2-40B4-BE49-F238E27FC236}">
                      <a16:creationId xmlns:a16="http://schemas.microsoft.com/office/drawing/2014/main" id="{E2C57540-A594-4B68-9D2E-D7FD1CF97B2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3818" y="2390488"/>
                  <a:ext cx="535588" cy="428470"/>
                </a:xfrm>
                <a:prstGeom prst="rect">
                  <a:avLst/>
                </a:prstGeom>
                <a:noFill/>
                <a:extLst>
                  <a:ext uri="{909E8E84-426E-40DD-AFC4-6F175D3DCCD1}">
                    <a14:hiddenFill xmlns:a14="http://schemas.microsoft.com/office/drawing/2010/main">
                      <a:solidFill>
                        <a:srgbClr val="FFFFFF"/>
                      </a:solidFill>
                    </a14:hiddenFill>
                  </a:ext>
                </a:extLst>
              </p:spPr>
            </p:pic>
            <p:pic>
              <p:nvPicPr>
                <p:cNvPr id="7195" name="Graphic 7194">
                  <a:extLst>
                    <a:ext uri="{FF2B5EF4-FFF2-40B4-BE49-F238E27FC236}">
                      <a16:creationId xmlns:a16="http://schemas.microsoft.com/office/drawing/2014/main" id="{8F4B18C9-F436-4E26-A580-43A53988244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523567" y="2362074"/>
                  <a:ext cx="166812" cy="166812"/>
                </a:xfrm>
                <a:prstGeom prst="rect">
                  <a:avLst/>
                </a:prstGeom>
              </p:spPr>
            </p:pic>
            <p:sp>
              <p:nvSpPr>
                <p:cNvPr id="7196" name="Rectangle 7195">
                  <a:extLst>
                    <a:ext uri="{FF2B5EF4-FFF2-40B4-BE49-F238E27FC236}">
                      <a16:creationId xmlns:a16="http://schemas.microsoft.com/office/drawing/2014/main" id="{C4F5ABE7-33A3-4501-9895-460D8180CE4A}"/>
                    </a:ext>
                  </a:extLst>
                </p:cNvPr>
                <p:cNvSpPr/>
                <p:nvPr/>
              </p:nvSpPr>
              <p:spPr bwMode="auto">
                <a:xfrm>
                  <a:off x="8267017" y="2327890"/>
                  <a:ext cx="423362" cy="540000"/>
                </a:xfrm>
                <a:prstGeom prst="rect">
                  <a:avLst/>
                </a:prstGeom>
                <a:noFill/>
                <a:ln w="31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da-DK" sz="2000" b="0" i="0" u="none" strike="noStrike" kern="1200" cap="none" spc="0" normalizeH="0" baseline="0" noProof="0" err="1">
                    <a:ln>
                      <a:noFill/>
                    </a:ln>
                    <a:solidFill>
                      <a:srgbClr val="FFFFFF"/>
                    </a:solidFill>
                    <a:effectLst/>
                    <a:uLnTx/>
                    <a:uFillTx/>
                    <a:latin typeface="Tw Cen MT" panose="020B0602020104020603"/>
                    <a:ea typeface="Segoe UI" pitchFamily="34" charset="0"/>
                    <a:cs typeface="Segoe UI" pitchFamily="34" charset="0"/>
                  </a:endParaRPr>
                </a:p>
              </p:txBody>
            </p:sp>
            <p:sp>
              <p:nvSpPr>
                <p:cNvPr id="7197" name="Rectangle 7196">
                  <a:extLst>
                    <a:ext uri="{FF2B5EF4-FFF2-40B4-BE49-F238E27FC236}">
                      <a16:creationId xmlns:a16="http://schemas.microsoft.com/office/drawing/2014/main" id="{4BDC3C88-781D-4CFA-88AE-691570E83469}"/>
                    </a:ext>
                  </a:extLst>
                </p:cNvPr>
                <p:cNvSpPr/>
                <p:nvPr/>
              </p:nvSpPr>
              <p:spPr bwMode="auto">
                <a:xfrm>
                  <a:off x="8690534" y="2327890"/>
                  <a:ext cx="141633" cy="108000"/>
                </a:xfrm>
                <a:prstGeom prst="rect">
                  <a:avLst/>
                </a:prstGeom>
                <a:noFill/>
                <a:ln w="31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da-DK" sz="2000" b="0" i="0" u="none" strike="noStrike" kern="1200" cap="none" spc="0" normalizeH="0" baseline="0" noProof="0" err="1">
                    <a:ln>
                      <a:noFill/>
                    </a:ln>
                    <a:solidFill>
                      <a:srgbClr val="FFFFFF"/>
                    </a:solidFill>
                    <a:effectLst/>
                    <a:uLnTx/>
                    <a:uFillTx/>
                    <a:latin typeface="Tw Cen MT" panose="020B0602020104020603"/>
                    <a:ea typeface="Segoe UI" pitchFamily="34" charset="0"/>
                    <a:cs typeface="Segoe UI" pitchFamily="34" charset="0"/>
                  </a:endParaRPr>
                </a:p>
              </p:txBody>
            </p:sp>
            <p:sp>
              <p:nvSpPr>
                <p:cNvPr id="7198" name="Rectangle 7197">
                  <a:extLst>
                    <a:ext uri="{FF2B5EF4-FFF2-40B4-BE49-F238E27FC236}">
                      <a16:creationId xmlns:a16="http://schemas.microsoft.com/office/drawing/2014/main" id="{4E7693CA-DC3F-48FB-9735-2817181B445D}"/>
                    </a:ext>
                  </a:extLst>
                </p:cNvPr>
                <p:cNvSpPr/>
                <p:nvPr/>
              </p:nvSpPr>
              <p:spPr bwMode="auto">
                <a:xfrm>
                  <a:off x="8690534" y="2435890"/>
                  <a:ext cx="141633" cy="108000"/>
                </a:xfrm>
                <a:prstGeom prst="rect">
                  <a:avLst/>
                </a:prstGeom>
                <a:solidFill>
                  <a:schemeClr val="bg1"/>
                </a:solidFill>
                <a:ln w="31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da-DK" sz="2000" b="0" i="0" u="none" strike="noStrike" kern="1200" cap="none" spc="0" normalizeH="0" baseline="0" noProof="0" err="1">
                    <a:ln>
                      <a:noFill/>
                    </a:ln>
                    <a:solidFill>
                      <a:srgbClr val="FFFFFF"/>
                    </a:solidFill>
                    <a:effectLst/>
                    <a:uLnTx/>
                    <a:uFillTx/>
                    <a:latin typeface="Tw Cen MT" panose="020B0602020104020603"/>
                    <a:ea typeface="Segoe UI" pitchFamily="34" charset="0"/>
                    <a:cs typeface="Segoe UI" pitchFamily="34" charset="0"/>
                  </a:endParaRPr>
                </a:p>
              </p:txBody>
            </p:sp>
            <p:sp>
              <p:nvSpPr>
                <p:cNvPr id="7199" name="Rectangle 7198">
                  <a:extLst>
                    <a:ext uri="{FF2B5EF4-FFF2-40B4-BE49-F238E27FC236}">
                      <a16:creationId xmlns:a16="http://schemas.microsoft.com/office/drawing/2014/main" id="{89D2F82E-6DC8-46ED-A521-22129F589F57}"/>
                    </a:ext>
                  </a:extLst>
                </p:cNvPr>
                <p:cNvSpPr/>
                <p:nvPr/>
              </p:nvSpPr>
              <p:spPr bwMode="auto">
                <a:xfrm>
                  <a:off x="8690379" y="2543890"/>
                  <a:ext cx="141633" cy="108000"/>
                </a:xfrm>
                <a:prstGeom prst="rect">
                  <a:avLst/>
                </a:prstGeom>
                <a:noFill/>
                <a:ln w="31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da-DK" sz="2000" b="0" i="0" u="none" strike="noStrike" kern="1200" cap="none" spc="0" normalizeH="0" baseline="0" noProof="0" err="1">
                    <a:ln>
                      <a:noFill/>
                    </a:ln>
                    <a:solidFill>
                      <a:srgbClr val="FFFFFF"/>
                    </a:solidFill>
                    <a:effectLst/>
                    <a:uLnTx/>
                    <a:uFillTx/>
                    <a:latin typeface="Tw Cen MT" panose="020B0602020104020603"/>
                    <a:ea typeface="Segoe UI" pitchFamily="34" charset="0"/>
                    <a:cs typeface="Segoe UI" pitchFamily="34" charset="0"/>
                  </a:endParaRPr>
                </a:p>
              </p:txBody>
            </p:sp>
            <p:sp>
              <p:nvSpPr>
                <p:cNvPr id="7200" name="Rectangle 7199">
                  <a:extLst>
                    <a:ext uri="{FF2B5EF4-FFF2-40B4-BE49-F238E27FC236}">
                      <a16:creationId xmlns:a16="http://schemas.microsoft.com/office/drawing/2014/main" id="{F3561302-F35D-4339-9D29-57BFCEFC1AA9}"/>
                    </a:ext>
                  </a:extLst>
                </p:cNvPr>
                <p:cNvSpPr/>
                <p:nvPr/>
              </p:nvSpPr>
              <p:spPr bwMode="auto">
                <a:xfrm>
                  <a:off x="8690379" y="2651890"/>
                  <a:ext cx="141633" cy="108000"/>
                </a:xfrm>
                <a:prstGeom prst="rect">
                  <a:avLst/>
                </a:prstGeom>
                <a:solidFill>
                  <a:schemeClr val="accent3">
                    <a:lumMod val="20000"/>
                    <a:lumOff val="80000"/>
                  </a:schemeClr>
                </a:solidFill>
                <a:ln w="31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da-DK" sz="2000" b="0" i="0" u="none" strike="noStrike" kern="1200" cap="none" spc="0" normalizeH="0" baseline="0" noProof="0" err="1">
                    <a:ln>
                      <a:noFill/>
                    </a:ln>
                    <a:solidFill>
                      <a:srgbClr val="FFFFFF"/>
                    </a:solidFill>
                    <a:effectLst/>
                    <a:uLnTx/>
                    <a:uFillTx/>
                    <a:latin typeface="Tw Cen MT" panose="020B0602020104020603"/>
                    <a:ea typeface="Segoe UI" pitchFamily="34" charset="0"/>
                    <a:cs typeface="Segoe UI" pitchFamily="34" charset="0"/>
                  </a:endParaRPr>
                </a:p>
              </p:txBody>
            </p:sp>
            <p:sp>
              <p:nvSpPr>
                <p:cNvPr id="7201" name="Rectangle 7200">
                  <a:extLst>
                    <a:ext uri="{FF2B5EF4-FFF2-40B4-BE49-F238E27FC236}">
                      <a16:creationId xmlns:a16="http://schemas.microsoft.com/office/drawing/2014/main" id="{076634B9-C0D4-42E2-9727-D5F18531CCE4}"/>
                    </a:ext>
                  </a:extLst>
                </p:cNvPr>
                <p:cNvSpPr/>
                <p:nvPr/>
              </p:nvSpPr>
              <p:spPr bwMode="auto">
                <a:xfrm>
                  <a:off x="8690378" y="2759891"/>
                  <a:ext cx="141633" cy="108000"/>
                </a:xfrm>
                <a:prstGeom prst="rect">
                  <a:avLst/>
                </a:prstGeom>
                <a:noFill/>
                <a:ln w="31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da-DK" sz="2000" b="0" i="0" u="none" strike="noStrike" kern="1200" cap="none" spc="0" normalizeH="0" baseline="0" noProof="0" err="1">
                    <a:ln>
                      <a:noFill/>
                    </a:ln>
                    <a:solidFill>
                      <a:srgbClr val="FFFFFF"/>
                    </a:solidFill>
                    <a:effectLst/>
                    <a:uLnTx/>
                    <a:uFillTx/>
                    <a:latin typeface="Tw Cen MT" panose="020B0602020104020603"/>
                    <a:ea typeface="Segoe UI" pitchFamily="34" charset="0"/>
                    <a:cs typeface="Segoe UI" pitchFamily="34" charset="0"/>
                  </a:endParaRPr>
                </a:p>
              </p:txBody>
            </p:sp>
            <p:cxnSp>
              <p:nvCxnSpPr>
                <p:cNvPr id="131" name="Straight Arrow Connector 130">
                  <a:extLst>
                    <a:ext uri="{FF2B5EF4-FFF2-40B4-BE49-F238E27FC236}">
                      <a16:creationId xmlns:a16="http://schemas.microsoft.com/office/drawing/2014/main" id="{C794108F-239C-4AF2-9C7D-8D3B136B3766}"/>
                    </a:ext>
                  </a:extLst>
                </p:cNvPr>
                <p:cNvCxnSpPr>
                  <a:cxnSpLocks/>
                </p:cNvCxnSpPr>
                <p:nvPr/>
              </p:nvCxnSpPr>
              <p:spPr>
                <a:xfrm>
                  <a:off x="8832011" y="2610565"/>
                  <a:ext cx="1035889" cy="0"/>
                </a:xfrm>
                <a:prstGeom prst="straightConnector1">
                  <a:avLst/>
                </a:prstGeom>
                <a:noFill/>
                <a:ln w="9525" cap="flat" cmpd="sng" algn="ctr">
                  <a:solidFill>
                    <a:srgbClr val="0078D4"/>
                  </a:solidFill>
                  <a:prstDash val="dash"/>
                  <a:headEnd type="triangle" w="med" len="med"/>
                  <a:tailEnd type="none"/>
                </a:ln>
                <a:effectLst/>
              </p:spPr>
            </p:cxnSp>
            <p:cxnSp>
              <p:nvCxnSpPr>
                <p:cNvPr id="112" name="Straight Arrow Connector 111">
                  <a:extLst>
                    <a:ext uri="{FF2B5EF4-FFF2-40B4-BE49-F238E27FC236}">
                      <a16:creationId xmlns:a16="http://schemas.microsoft.com/office/drawing/2014/main" id="{D87EA376-9B0E-4B3D-8759-8F2865C46BA8}"/>
                    </a:ext>
                  </a:extLst>
                </p:cNvPr>
                <p:cNvCxnSpPr>
                  <a:cxnSpLocks/>
                  <a:stCxn id="7194" idx="1"/>
                  <a:endCxn id="129" idx="6"/>
                </p:cNvCxnSpPr>
                <p:nvPr/>
              </p:nvCxnSpPr>
              <p:spPr>
                <a:xfrm flipH="1" flipV="1">
                  <a:off x="6172257" y="2596201"/>
                  <a:ext cx="2031561" cy="8522"/>
                </a:xfrm>
                <a:prstGeom prst="straightConnector1">
                  <a:avLst/>
                </a:prstGeom>
                <a:noFill/>
                <a:ln w="9525" cap="flat" cmpd="sng" algn="ctr">
                  <a:solidFill>
                    <a:srgbClr val="0078D4"/>
                  </a:solidFill>
                  <a:prstDash val="dash"/>
                  <a:headEnd type="triangle" w="med" len="med"/>
                  <a:tailEnd type="none"/>
                </a:ln>
                <a:effectLst/>
              </p:spPr>
            </p:cxnSp>
            <p:sp>
              <p:nvSpPr>
                <p:cNvPr id="129" name="Oval 128">
                  <a:extLst>
                    <a:ext uri="{FF2B5EF4-FFF2-40B4-BE49-F238E27FC236}">
                      <a16:creationId xmlns:a16="http://schemas.microsoft.com/office/drawing/2014/main" id="{A06DAFC3-3729-4BDD-9AAE-D841B3DE91D3}"/>
                    </a:ext>
                  </a:extLst>
                </p:cNvPr>
                <p:cNvSpPr>
                  <a:spLocks noChangeAspect="1"/>
                </p:cNvSpPr>
                <p:nvPr/>
              </p:nvSpPr>
              <p:spPr bwMode="auto">
                <a:xfrm>
                  <a:off x="5585903" y="2362817"/>
                  <a:ext cx="586354" cy="466767"/>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00" b="0" i="0" u="none" strike="noStrike" kern="1200" cap="none" spc="0" normalizeH="0" baseline="0" noProof="0">
                      <a:ln>
                        <a:noFill/>
                      </a:ln>
                      <a:solidFill>
                        <a:srgbClr val="FFFFFF"/>
                      </a:solidFill>
                      <a:effectLst/>
                      <a:uLnTx/>
                      <a:uFillTx/>
                      <a:latin typeface="Tw Cen MT" panose="020B0602020104020603"/>
                      <a:ea typeface="Segoe UI" pitchFamily="34" charset="0"/>
                      <a:cs typeface="Segoe UI" pitchFamily="34" charset="0"/>
                    </a:rPr>
                    <a:t>Trans-form</a:t>
                  </a:r>
                </a:p>
              </p:txBody>
            </p:sp>
          </p:grpSp>
        </p:grpSp>
        <p:sp>
          <p:nvSpPr>
            <p:cNvPr id="7169" name="TextBox 7168">
              <a:extLst>
                <a:ext uri="{FF2B5EF4-FFF2-40B4-BE49-F238E27FC236}">
                  <a16:creationId xmlns:a16="http://schemas.microsoft.com/office/drawing/2014/main" id="{5E096E72-7FF5-4794-854B-C79D09B3A487}"/>
                </a:ext>
              </a:extLst>
            </p:cNvPr>
            <p:cNvSpPr txBox="1"/>
            <p:nvPr/>
          </p:nvSpPr>
          <p:spPr>
            <a:xfrm>
              <a:off x="7000692" y="348227"/>
              <a:ext cx="1316772" cy="646405"/>
            </a:xfrm>
            <a:prstGeom prst="rect">
              <a:avLst/>
            </a:prstGeom>
            <a:noFill/>
          </p:spPr>
          <p:txBody>
            <a:bodyPr wrap="none" rtlCol="0">
              <a:spAutoFit/>
            </a:bodyPr>
            <a:lstStyle/>
            <a:p>
              <a:r>
                <a:rPr lang="en-GB" sz="1050" dirty="0">
                  <a:solidFill>
                    <a:schemeClr val="bg1"/>
                  </a:solidFill>
                </a:rPr>
                <a:t>Limitation</a:t>
              </a:r>
              <a:br>
                <a:rPr lang="en-GB" sz="1050" dirty="0">
                  <a:solidFill>
                    <a:schemeClr val="bg1"/>
                  </a:solidFill>
                </a:rPr>
              </a:br>
              <a:r>
                <a:rPr lang="en-GB" sz="1050" dirty="0">
                  <a:solidFill>
                    <a:schemeClr val="bg1"/>
                  </a:solidFill>
                </a:rPr>
                <a:t>Anonymization</a:t>
              </a:r>
              <a:br>
                <a:rPr lang="en-GB" sz="1050" dirty="0">
                  <a:solidFill>
                    <a:schemeClr val="bg1"/>
                  </a:solidFill>
                </a:rPr>
              </a:br>
              <a:r>
                <a:rPr lang="en-GB" sz="1050" dirty="0" err="1">
                  <a:solidFill>
                    <a:schemeClr val="bg1"/>
                  </a:solidFill>
                </a:rPr>
                <a:t>Pseudomisization</a:t>
              </a:r>
              <a:endParaRPr lang="en-DK" sz="1050" dirty="0">
                <a:solidFill>
                  <a:schemeClr val="bg1"/>
                </a:solidFill>
              </a:endParaRPr>
            </a:p>
          </p:txBody>
        </p:sp>
      </p:grpSp>
      <p:cxnSp>
        <p:nvCxnSpPr>
          <p:cNvPr id="28" name="Straight Arrow Connector 27">
            <a:extLst>
              <a:ext uri="{FF2B5EF4-FFF2-40B4-BE49-F238E27FC236}">
                <a16:creationId xmlns:a16="http://schemas.microsoft.com/office/drawing/2014/main" id="{6D0FE7BF-4482-805F-7AB4-053F53685EA5}"/>
              </a:ext>
            </a:extLst>
          </p:cNvPr>
          <p:cNvCxnSpPr>
            <a:cxnSpLocks/>
            <a:stCxn id="7180" idx="1"/>
          </p:cNvCxnSpPr>
          <p:nvPr/>
        </p:nvCxnSpPr>
        <p:spPr>
          <a:xfrm flipH="1">
            <a:off x="4892187" y="2814379"/>
            <a:ext cx="497222" cy="438507"/>
          </a:xfrm>
          <a:prstGeom prst="straightConnector1">
            <a:avLst/>
          </a:prstGeom>
          <a:noFill/>
          <a:ln w="9525" cap="flat" cmpd="sng" algn="ctr">
            <a:solidFill>
              <a:srgbClr val="0078D4"/>
            </a:solidFill>
            <a:prstDash val="dash"/>
            <a:headEnd type="triangle" w="med" len="med"/>
            <a:tailEnd type="none"/>
          </a:ln>
          <a:effectLst/>
        </p:spPr>
      </p:cxnSp>
      <p:cxnSp>
        <p:nvCxnSpPr>
          <p:cNvPr id="31" name="Straight Arrow Connector 30">
            <a:extLst>
              <a:ext uri="{FF2B5EF4-FFF2-40B4-BE49-F238E27FC236}">
                <a16:creationId xmlns:a16="http://schemas.microsoft.com/office/drawing/2014/main" id="{69EAB5F5-D251-317E-6F96-CDE66E7D880F}"/>
              </a:ext>
            </a:extLst>
          </p:cNvPr>
          <p:cNvCxnSpPr>
            <a:cxnSpLocks/>
            <a:stCxn id="7179" idx="1"/>
            <a:endCxn id="47" idx="6"/>
          </p:cNvCxnSpPr>
          <p:nvPr/>
        </p:nvCxnSpPr>
        <p:spPr>
          <a:xfrm flipH="1">
            <a:off x="4977626" y="3444308"/>
            <a:ext cx="289215" cy="10549"/>
          </a:xfrm>
          <a:prstGeom prst="straightConnector1">
            <a:avLst/>
          </a:prstGeom>
          <a:noFill/>
          <a:ln w="9525" cap="flat" cmpd="sng" algn="ctr">
            <a:solidFill>
              <a:srgbClr val="0078D4"/>
            </a:solidFill>
            <a:prstDash val="dash"/>
            <a:headEnd type="triangle" w="med" len="med"/>
            <a:tailEnd type="none"/>
          </a:ln>
          <a:effectLst/>
        </p:spPr>
      </p:cxnSp>
      <p:sp>
        <p:nvSpPr>
          <p:cNvPr id="40" name="Rectangle 39">
            <a:extLst>
              <a:ext uri="{FF2B5EF4-FFF2-40B4-BE49-F238E27FC236}">
                <a16:creationId xmlns:a16="http://schemas.microsoft.com/office/drawing/2014/main" id="{B4C4DEAB-1C39-6F23-C6AB-33BF61395A2B}"/>
              </a:ext>
            </a:extLst>
          </p:cNvPr>
          <p:cNvSpPr/>
          <p:nvPr/>
        </p:nvSpPr>
        <p:spPr bwMode="auto">
          <a:xfrm>
            <a:off x="503889" y="4037102"/>
            <a:ext cx="836330" cy="1284010"/>
          </a:xfrm>
          <a:prstGeom prst="rect">
            <a:avLst/>
          </a:prstGeom>
          <a:solidFill>
            <a:srgbClr val="00B050"/>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32472" fontAlgn="base">
              <a:spcBef>
                <a:spcPct val="0"/>
              </a:spcBef>
              <a:spcAft>
                <a:spcPct val="0"/>
              </a:spcAft>
            </a:pPr>
            <a:r>
              <a:rPr lang="da-DK" sz="1000" dirty="0">
                <a:solidFill>
                  <a:srgbClr val="FFFFFF"/>
                </a:solidFill>
                <a:ea typeface="Segoe UI" pitchFamily="34" charset="0"/>
                <a:cs typeface="Segoe UI" pitchFamily="34" charset="0"/>
              </a:rPr>
              <a:t>Source system</a:t>
            </a:r>
          </a:p>
          <a:p>
            <a:pPr algn="ctr" defTabSz="932472" fontAlgn="base">
              <a:spcBef>
                <a:spcPct val="0"/>
              </a:spcBef>
              <a:spcAft>
                <a:spcPct val="0"/>
              </a:spcAft>
            </a:pPr>
            <a:r>
              <a:rPr lang="da-DK" sz="1000" dirty="0">
                <a:solidFill>
                  <a:srgbClr val="FFFFFF"/>
                </a:solidFill>
                <a:ea typeface="Segoe UI" pitchFamily="34" charset="0"/>
                <a:cs typeface="Segoe UI" pitchFamily="34" charset="0"/>
              </a:rPr>
              <a:t>
Batch</a:t>
            </a:r>
          </a:p>
        </p:txBody>
      </p:sp>
      <p:sp>
        <p:nvSpPr>
          <p:cNvPr id="41" name="Rectangle 40">
            <a:extLst>
              <a:ext uri="{FF2B5EF4-FFF2-40B4-BE49-F238E27FC236}">
                <a16:creationId xmlns:a16="http://schemas.microsoft.com/office/drawing/2014/main" id="{673C88E1-E20A-973E-6353-B9AE95CD6EBF}"/>
              </a:ext>
            </a:extLst>
          </p:cNvPr>
          <p:cNvSpPr/>
          <p:nvPr/>
        </p:nvSpPr>
        <p:spPr bwMode="auto">
          <a:xfrm>
            <a:off x="513249" y="1561031"/>
            <a:ext cx="826970" cy="1284010"/>
          </a:xfrm>
          <a:prstGeom prst="rect">
            <a:avLst/>
          </a:prstGeom>
          <a:solidFill>
            <a:srgbClr val="00B050"/>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32472" fontAlgn="base">
              <a:spcBef>
                <a:spcPct val="0"/>
              </a:spcBef>
              <a:spcAft>
                <a:spcPct val="0"/>
              </a:spcAft>
            </a:pPr>
            <a:r>
              <a:rPr lang="da-DK" sz="1000" dirty="0">
                <a:solidFill>
                  <a:schemeClr val="tx1"/>
                </a:solidFill>
                <a:ea typeface="Segoe UI" pitchFamily="34" charset="0"/>
                <a:cs typeface="Segoe UI" pitchFamily="34" charset="0"/>
              </a:rPr>
              <a:t>Source systems</a:t>
            </a:r>
          </a:p>
          <a:p>
            <a:pPr algn="ctr" defTabSz="932472" fontAlgn="base">
              <a:spcBef>
                <a:spcPct val="0"/>
              </a:spcBef>
              <a:spcAft>
                <a:spcPct val="0"/>
              </a:spcAft>
            </a:pPr>
            <a:r>
              <a:rPr lang="da-DK" sz="1000" dirty="0">
                <a:solidFill>
                  <a:schemeClr val="tx1"/>
                </a:solidFill>
                <a:ea typeface="Segoe UI" pitchFamily="34" charset="0"/>
                <a:cs typeface="Segoe UI" pitchFamily="34" charset="0"/>
              </a:rPr>
              <a:t>
Streaming/</a:t>
            </a:r>
            <a:br>
              <a:rPr lang="da-DK" sz="1000" dirty="0">
                <a:solidFill>
                  <a:schemeClr val="tx1"/>
                </a:solidFill>
                <a:ea typeface="Segoe UI" pitchFamily="34" charset="0"/>
                <a:cs typeface="Segoe UI" pitchFamily="34" charset="0"/>
              </a:rPr>
            </a:br>
            <a:r>
              <a:rPr lang="da-DK" sz="1000" dirty="0">
                <a:solidFill>
                  <a:schemeClr val="tx1"/>
                </a:solidFill>
                <a:ea typeface="Segoe UI" pitchFamily="34" charset="0"/>
                <a:cs typeface="Segoe UI" pitchFamily="34" charset="0"/>
              </a:rPr>
              <a:t>Events</a:t>
            </a:r>
          </a:p>
        </p:txBody>
      </p:sp>
      <p:sp>
        <p:nvSpPr>
          <p:cNvPr id="43" name="Arrow: Right 42">
            <a:extLst>
              <a:ext uri="{FF2B5EF4-FFF2-40B4-BE49-F238E27FC236}">
                <a16:creationId xmlns:a16="http://schemas.microsoft.com/office/drawing/2014/main" id="{69367112-06AA-DCE1-FCA3-61F48E0EA6A0}"/>
              </a:ext>
            </a:extLst>
          </p:cNvPr>
          <p:cNvSpPr/>
          <p:nvPr/>
        </p:nvSpPr>
        <p:spPr>
          <a:xfrm>
            <a:off x="1340219" y="2304288"/>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6" name="Arrow: Right 45">
            <a:extLst>
              <a:ext uri="{FF2B5EF4-FFF2-40B4-BE49-F238E27FC236}">
                <a16:creationId xmlns:a16="http://schemas.microsoft.com/office/drawing/2014/main" id="{3D4C8314-F6C0-6C6C-4C2D-27821488EA73}"/>
              </a:ext>
            </a:extLst>
          </p:cNvPr>
          <p:cNvSpPr/>
          <p:nvPr/>
        </p:nvSpPr>
        <p:spPr>
          <a:xfrm>
            <a:off x="1340219" y="4498471"/>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63" name="Straight Arrow Connector 62">
            <a:extLst>
              <a:ext uri="{FF2B5EF4-FFF2-40B4-BE49-F238E27FC236}">
                <a16:creationId xmlns:a16="http://schemas.microsoft.com/office/drawing/2014/main" id="{C3032100-DDA4-9A90-DC91-9E2942A691C3}"/>
              </a:ext>
            </a:extLst>
          </p:cNvPr>
          <p:cNvCxnSpPr>
            <a:cxnSpLocks/>
            <a:stCxn id="56" idx="2"/>
            <a:endCxn id="79" idx="3"/>
          </p:cNvCxnSpPr>
          <p:nvPr/>
        </p:nvCxnSpPr>
        <p:spPr>
          <a:xfrm flipH="1" flipV="1">
            <a:off x="2426948" y="4663063"/>
            <a:ext cx="463529" cy="16044"/>
          </a:xfrm>
          <a:prstGeom prst="straightConnector1">
            <a:avLst/>
          </a:prstGeom>
          <a:noFill/>
          <a:ln w="9525" cap="flat" cmpd="sng" algn="ctr">
            <a:solidFill>
              <a:srgbClr val="0078D4"/>
            </a:solidFill>
            <a:prstDash val="dash"/>
            <a:headEnd type="triangle" w="med" len="med"/>
            <a:tailEnd type="none"/>
          </a:ln>
          <a:effectLst/>
        </p:spPr>
      </p:cxnSp>
      <p:pic>
        <p:nvPicPr>
          <p:cNvPr id="2" name="Graphic 1">
            <a:extLst>
              <a:ext uri="{FF2B5EF4-FFF2-40B4-BE49-F238E27FC236}">
                <a16:creationId xmlns:a16="http://schemas.microsoft.com/office/drawing/2014/main" id="{DC72B164-92F0-AEFB-E90E-0051E147F1BE}"/>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730476" y="2722716"/>
            <a:ext cx="348838" cy="324544"/>
          </a:xfrm>
          <a:prstGeom prst="rect">
            <a:avLst/>
          </a:prstGeom>
        </p:spPr>
      </p:pic>
      <p:pic>
        <p:nvPicPr>
          <p:cNvPr id="3" name="Graphic 2">
            <a:extLst>
              <a:ext uri="{FF2B5EF4-FFF2-40B4-BE49-F238E27FC236}">
                <a16:creationId xmlns:a16="http://schemas.microsoft.com/office/drawing/2014/main" id="{411EC573-5BF6-05ED-F35F-B6424102AF9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765033" y="3891635"/>
            <a:ext cx="348838" cy="324544"/>
          </a:xfrm>
          <a:prstGeom prst="rect">
            <a:avLst/>
          </a:prstGeom>
        </p:spPr>
      </p:pic>
      <p:pic>
        <p:nvPicPr>
          <p:cNvPr id="5" name="Graphic 4">
            <a:extLst>
              <a:ext uri="{FF2B5EF4-FFF2-40B4-BE49-F238E27FC236}">
                <a16:creationId xmlns:a16="http://schemas.microsoft.com/office/drawing/2014/main" id="{96A13FC0-FA6D-885E-31F2-E2851673BD4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233772" y="1941699"/>
            <a:ext cx="348838" cy="324544"/>
          </a:xfrm>
          <a:prstGeom prst="rect">
            <a:avLst/>
          </a:prstGeom>
        </p:spPr>
      </p:pic>
      <p:cxnSp>
        <p:nvCxnSpPr>
          <p:cNvPr id="11" name="Straight Arrow Connector 10">
            <a:extLst>
              <a:ext uri="{FF2B5EF4-FFF2-40B4-BE49-F238E27FC236}">
                <a16:creationId xmlns:a16="http://schemas.microsoft.com/office/drawing/2014/main" id="{47EBA55B-EF8B-04B4-CFBF-6195CB57E5A2}"/>
              </a:ext>
            </a:extLst>
          </p:cNvPr>
          <p:cNvCxnSpPr>
            <a:cxnSpLocks/>
          </p:cNvCxnSpPr>
          <p:nvPr/>
        </p:nvCxnSpPr>
        <p:spPr>
          <a:xfrm flipH="1">
            <a:off x="5833958" y="2307556"/>
            <a:ext cx="497222" cy="438507"/>
          </a:xfrm>
          <a:prstGeom prst="straightConnector1">
            <a:avLst/>
          </a:prstGeom>
          <a:noFill/>
          <a:ln w="9525" cap="flat" cmpd="sng" algn="ctr">
            <a:solidFill>
              <a:srgbClr val="0078D4"/>
            </a:solidFill>
            <a:prstDash val="dash"/>
            <a:headEnd type="triangle" w="med" len="med"/>
            <a:tailEnd type="none"/>
          </a:ln>
          <a:effectLst/>
        </p:spPr>
      </p:cxnSp>
      <p:pic>
        <p:nvPicPr>
          <p:cNvPr id="12" name="Picture 11" descr="A green and blue logo&#10;&#10;Description automatically generated">
            <a:extLst>
              <a:ext uri="{FF2B5EF4-FFF2-40B4-BE49-F238E27FC236}">
                <a16:creationId xmlns:a16="http://schemas.microsoft.com/office/drawing/2014/main" id="{E6ACE24A-D92E-F9DD-E6A8-4FA61C12E96E}"/>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0037810" y="2285874"/>
            <a:ext cx="567632" cy="567632"/>
          </a:xfrm>
          <a:prstGeom prst="rect">
            <a:avLst/>
          </a:prstGeom>
        </p:spPr>
      </p:pic>
      <p:pic>
        <p:nvPicPr>
          <p:cNvPr id="15" name="Graphic 14">
            <a:extLst>
              <a:ext uri="{FF2B5EF4-FFF2-40B4-BE49-F238E27FC236}">
                <a16:creationId xmlns:a16="http://schemas.microsoft.com/office/drawing/2014/main" id="{6BEEC256-14B0-79FD-4617-440C8150DDC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671153" y="4539202"/>
            <a:ext cx="550691" cy="550691"/>
          </a:xfrm>
          <a:prstGeom prst="rect">
            <a:avLst/>
          </a:prstGeom>
        </p:spPr>
      </p:pic>
      <p:sp>
        <p:nvSpPr>
          <p:cNvPr id="17" name="Rounded Rectangle 16">
            <a:extLst>
              <a:ext uri="{FF2B5EF4-FFF2-40B4-BE49-F238E27FC236}">
                <a16:creationId xmlns:a16="http://schemas.microsoft.com/office/drawing/2014/main" id="{E3ABA95C-ACF8-503D-0294-04103F272762}"/>
              </a:ext>
            </a:extLst>
          </p:cNvPr>
          <p:cNvSpPr/>
          <p:nvPr/>
        </p:nvSpPr>
        <p:spPr>
          <a:xfrm>
            <a:off x="2863813" y="322775"/>
            <a:ext cx="2158185" cy="5081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Azure DevOps/</a:t>
            </a:r>
          </a:p>
          <a:p>
            <a:pPr algn="ctr"/>
            <a:r>
              <a:rPr lang="en-US" dirty="0" err="1"/>
              <a:t>Github</a:t>
            </a:r>
            <a:endParaRPr lang="en-US" dirty="0"/>
          </a:p>
        </p:txBody>
      </p:sp>
      <p:cxnSp>
        <p:nvCxnSpPr>
          <p:cNvPr id="25" name="Straight Arrow Connector 24">
            <a:extLst>
              <a:ext uri="{FF2B5EF4-FFF2-40B4-BE49-F238E27FC236}">
                <a16:creationId xmlns:a16="http://schemas.microsoft.com/office/drawing/2014/main" id="{2788DE63-621E-47AC-E7DA-00394CB953A0}"/>
              </a:ext>
            </a:extLst>
          </p:cNvPr>
          <p:cNvCxnSpPr>
            <a:cxnSpLocks/>
            <a:stCxn id="20" idx="1"/>
            <a:endCxn id="17" idx="3"/>
          </p:cNvCxnSpPr>
          <p:nvPr/>
        </p:nvCxnSpPr>
        <p:spPr>
          <a:xfrm flipH="1" flipV="1">
            <a:off x="5021998" y="576867"/>
            <a:ext cx="1309182" cy="1445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Curved Connector 25">
            <a:extLst>
              <a:ext uri="{FF2B5EF4-FFF2-40B4-BE49-F238E27FC236}">
                <a16:creationId xmlns:a16="http://schemas.microsoft.com/office/drawing/2014/main" id="{F6F0C9DF-2E00-1137-10A1-29B7773CC019}"/>
              </a:ext>
            </a:extLst>
          </p:cNvPr>
          <p:cNvCxnSpPr>
            <a:cxnSpLocks/>
            <a:stCxn id="17" idx="0"/>
            <a:endCxn id="20" idx="0"/>
          </p:cNvCxnSpPr>
          <p:nvPr/>
        </p:nvCxnSpPr>
        <p:spPr>
          <a:xfrm rot="5400000" flipH="1" flipV="1">
            <a:off x="6515703" y="-2318990"/>
            <a:ext cx="68968" cy="5214563"/>
          </a:xfrm>
          <a:prstGeom prst="curvedConnector3">
            <a:avLst>
              <a:gd name="adj1" fmla="val 431458"/>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14746EB-4108-0B37-B790-383276312F91}"/>
              </a:ext>
            </a:extLst>
          </p:cNvPr>
          <p:cNvCxnSpPr>
            <a:cxnSpLocks/>
            <a:stCxn id="17" idx="2"/>
            <a:endCxn id="4" idx="0"/>
          </p:cNvCxnSpPr>
          <p:nvPr/>
        </p:nvCxnSpPr>
        <p:spPr>
          <a:xfrm flipH="1">
            <a:off x="2825932" y="830958"/>
            <a:ext cx="1116974" cy="6435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FA89B13A-5EEA-867A-06AB-2BAE4AC12524}"/>
              </a:ext>
            </a:extLst>
          </p:cNvPr>
          <p:cNvCxnSpPr>
            <a:cxnSpLocks/>
            <a:stCxn id="17" idx="2"/>
            <a:endCxn id="6" idx="0"/>
          </p:cNvCxnSpPr>
          <p:nvPr/>
        </p:nvCxnSpPr>
        <p:spPr>
          <a:xfrm>
            <a:off x="3942906" y="830958"/>
            <a:ext cx="1504242" cy="6394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4BFCD2D6-E68C-5BD5-BA5E-5CAF8E5820FB}"/>
              </a:ext>
            </a:extLst>
          </p:cNvPr>
          <p:cNvSpPr txBox="1"/>
          <p:nvPr/>
        </p:nvSpPr>
        <p:spPr>
          <a:xfrm>
            <a:off x="314260" y="210264"/>
            <a:ext cx="1965025" cy="430887"/>
          </a:xfrm>
          <a:prstGeom prst="rect">
            <a:avLst/>
          </a:prstGeom>
          <a:noFill/>
        </p:spPr>
        <p:txBody>
          <a:bodyPr wrap="none" lIns="0" tIns="0" rIns="0" bIns="0" rtlCol="0">
            <a:spAutoFit/>
          </a:bodyPr>
          <a:lstStyle/>
          <a:p>
            <a:pPr algn="l"/>
            <a:r>
              <a:rPr lang="en-US" sz="2800" dirty="0">
                <a:solidFill>
                  <a:schemeClr val="bg1"/>
                </a:solidFill>
              </a:rPr>
              <a:t>Azure (PaaS)</a:t>
            </a:r>
          </a:p>
        </p:txBody>
      </p:sp>
    </p:spTree>
    <p:extLst>
      <p:ext uri="{BB962C8B-B14F-4D97-AF65-F5344CB8AC3E}">
        <p14:creationId xmlns:p14="http://schemas.microsoft.com/office/powerpoint/2010/main" val="44193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Group 68">
            <a:extLst>
              <a:ext uri="{FF2B5EF4-FFF2-40B4-BE49-F238E27FC236}">
                <a16:creationId xmlns:a16="http://schemas.microsoft.com/office/drawing/2014/main" id="{88AC4AE9-0643-9DCD-E394-9E1D3B631AC9}"/>
              </a:ext>
            </a:extLst>
          </p:cNvPr>
          <p:cNvGrpSpPr/>
          <p:nvPr/>
        </p:nvGrpSpPr>
        <p:grpSpPr>
          <a:xfrm>
            <a:off x="9390558" y="1470403"/>
            <a:ext cx="2193335" cy="3940949"/>
            <a:chOff x="9459703" y="1518530"/>
            <a:chExt cx="2193335" cy="4011340"/>
          </a:xfrm>
        </p:grpSpPr>
        <p:sp>
          <p:nvSpPr>
            <p:cNvPr id="8" name="Rectangle 7">
              <a:extLst>
                <a:ext uri="{FF2B5EF4-FFF2-40B4-BE49-F238E27FC236}">
                  <a16:creationId xmlns:a16="http://schemas.microsoft.com/office/drawing/2014/main" id="{05DA7EE1-E43A-4DAB-A85F-AE3B0CF795BC}"/>
                </a:ext>
              </a:extLst>
            </p:cNvPr>
            <p:cNvSpPr/>
            <p:nvPr/>
          </p:nvSpPr>
          <p:spPr bwMode="auto">
            <a:xfrm>
              <a:off x="9459703" y="1518530"/>
              <a:ext cx="2193335" cy="4011340"/>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1A1A1A"/>
                  </a:solidFill>
                  <a:effectLst/>
                  <a:uLnTx/>
                  <a:uFillTx/>
                  <a:latin typeface="Segoe UI Semibold"/>
                  <a:ea typeface="+mj-ea"/>
                  <a:cs typeface="+mj-cs"/>
                </a:rPr>
                <a:t>Consume</a:t>
              </a:r>
              <a:endParaRPr kumimoji="0" lang="da-DK" sz="1800" b="0" i="0" u="none" strike="noStrike" kern="0" cap="none" spc="0" normalizeH="0" baseline="0" noProof="0" err="1">
                <a:ln>
                  <a:noFill/>
                </a:ln>
                <a:solidFill>
                  <a:srgbClr val="1A1A1A"/>
                </a:solidFill>
                <a:effectLst/>
                <a:uLnTx/>
                <a:uFillTx/>
                <a:latin typeface="Segoe UI Semibold"/>
                <a:ea typeface="Segoe UI" pitchFamily="34" charset="0"/>
                <a:cs typeface="Segoe UI" pitchFamily="34" charset="0"/>
              </a:endParaRPr>
            </a:p>
          </p:txBody>
        </p:sp>
        <p:pic>
          <p:nvPicPr>
            <p:cNvPr id="48" name="Picture 2" descr="PowerBi On premises installation | Microsoft BI Professionals Denmark">
              <a:extLst>
                <a:ext uri="{FF2B5EF4-FFF2-40B4-BE49-F238E27FC236}">
                  <a16:creationId xmlns:a16="http://schemas.microsoft.com/office/drawing/2014/main" id="{35E48C63-F657-4373-9B28-6FF7B25FAC71}"/>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095830" y="3961348"/>
              <a:ext cx="936014" cy="491408"/>
            </a:xfrm>
            <a:prstGeom prst="rect">
              <a:avLst/>
            </a:prstGeom>
            <a:noFill/>
            <a:extLst>
              <a:ext uri="{909E8E84-426E-40DD-AFC4-6F175D3DCCD1}">
                <a14:hiddenFill xmlns:a14="http://schemas.microsoft.com/office/drawing/2010/main">
                  <a:solidFill>
                    <a:srgbClr val="FFFFFF"/>
                  </a:solidFill>
                </a14:hiddenFill>
              </a:ext>
            </a:extLst>
          </p:spPr>
        </p:pic>
        <p:pic>
          <p:nvPicPr>
            <p:cNvPr id="66" name="Graphic 65">
              <a:extLst>
                <a:ext uri="{FF2B5EF4-FFF2-40B4-BE49-F238E27FC236}">
                  <a16:creationId xmlns:a16="http://schemas.microsoft.com/office/drawing/2014/main" id="{5C91CCD7-9A73-DC8A-5A5F-00DCC12E55B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95306" y="2917721"/>
              <a:ext cx="490993" cy="490993"/>
            </a:xfrm>
            <a:prstGeom prst="rect">
              <a:avLst/>
            </a:prstGeom>
          </p:spPr>
        </p:pic>
        <p:pic>
          <p:nvPicPr>
            <p:cNvPr id="68" name="Graphic 67">
              <a:extLst>
                <a:ext uri="{FF2B5EF4-FFF2-40B4-BE49-F238E27FC236}">
                  <a16:creationId xmlns:a16="http://schemas.microsoft.com/office/drawing/2014/main" id="{3E4617A0-2F90-4F8A-864A-9456B9F3B2E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11702" y="3297502"/>
              <a:ext cx="507087" cy="507087"/>
            </a:xfrm>
            <a:prstGeom prst="rect">
              <a:avLst/>
            </a:prstGeom>
          </p:spPr>
        </p:pic>
      </p:grpSp>
      <p:grpSp>
        <p:nvGrpSpPr>
          <p:cNvPr id="70" name="Group 69">
            <a:extLst>
              <a:ext uri="{FF2B5EF4-FFF2-40B4-BE49-F238E27FC236}">
                <a16:creationId xmlns:a16="http://schemas.microsoft.com/office/drawing/2014/main" id="{C35ED487-237B-1C10-30D6-9E006E921772}"/>
              </a:ext>
            </a:extLst>
          </p:cNvPr>
          <p:cNvGrpSpPr/>
          <p:nvPr/>
        </p:nvGrpSpPr>
        <p:grpSpPr>
          <a:xfrm>
            <a:off x="6991626" y="1484509"/>
            <a:ext cx="2101276" cy="3926843"/>
            <a:chOff x="7019589" y="1536889"/>
            <a:chExt cx="2101276" cy="3955056"/>
          </a:xfrm>
        </p:grpSpPr>
        <p:sp>
          <p:nvSpPr>
            <p:cNvPr id="85" name="Rectangle 84">
              <a:extLst>
                <a:ext uri="{FF2B5EF4-FFF2-40B4-BE49-F238E27FC236}">
                  <a16:creationId xmlns:a16="http://schemas.microsoft.com/office/drawing/2014/main" id="{CA1FDF63-603E-4923-B1A0-E1EA4D270132}"/>
                </a:ext>
              </a:extLst>
            </p:cNvPr>
            <p:cNvSpPr/>
            <p:nvPr/>
          </p:nvSpPr>
          <p:spPr bwMode="auto">
            <a:xfrm>
              <a:off x="7064880" y="1536889"/>
              <a:ext cx="2055985" cy="3955056"/>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1A1A1A"/>
                  </a:solidFill>
                  <a:effectLst/>
                  <a:uLnTx/>
                  <a:uFillTx/>
                  <a:latin typeface="Segoe UI Semibold"/>
                  <a:ea typeface="+mj-ea"/>
                  <a:cs typeface="+mj-cs"/>
                </a:rPr>
                <a:t>Publish</a:t>
              </a:r>
              <a:r>
                <a:rPr kumimoji="0" lang="en-US" sz="1400" b="0" i="0" u="none" strike="noStrike" kern="0" cap="none" spc="0" normalizeH="0" baseline="0" noProof="0" dirty="0">
                  <a:ln>
                    <a:noFill/>
                  </a:ln>
                  <a:solidFill>
                    <a:srgbClr val="1A1A1A"/>
                  </a:solidFill>
                  <a:effectLst/>
                  <a:uLnTx/>
                  <a:uFillTx/>
                  <a:latin typeface="Segoe UI Semibold"/>
                  <a:ea typeface="+mj-ea"/>
                  <a:cs typeface="+mj-cs"/>
                </a:rPr>
                <a:t>/Gold</a:t>
              </a:r>
              <a:endParaRPr kumimoji="0" lang="da-DK" sz="180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pic>
          <p:nvPicPr>
            <p:cNvPr id="42" name="Graphic 41">
              <a:extLst>
                <a:ext uri="{FF2B5EF4-FFF2-40B4-BE49-F238E27FC236}">
                  <a16:creationId xmlns:a16="http://schemas.microsoft.com/office/drawing/2014/main" id="{C885BEC3-B2E7-457E-8FDC-9C3BBB8035D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37160" y="2135571"/>
              <a:ext cx="376287" cy="353332"/>
            </a:xfrm>
            <a:prstGeom prst="rect">
              <a:avLst/>
            </a:prstGeom>
          </p:spPr>
        </p:pic>
        <p:pic>
          <p:nvPicPr>
            <p:cNvPr id="39" name="Picture 2" descr="Azure Data Lake Storage">
              <a:extLst>
                <a:ext uri="{FF2B5EF4-FFF2-40B4-BE49-F238E27FC236}">
                  <a16:creationId xmlns:a16="http://schemas.microsoft.com/office/drawing/2014/main" id="{EA533A05-8733-42CE-A2C0-A88D5E19048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389716" y="3863352"/>
              <a:ext cx="535588" cy="402332"/>
            </a:xfrm>
            <a:prstGeom prst="rect">
              <a:avLst/>
            </a:prstGeom>
            <a:noFill/>
            <a:extLst>
              <a:ext uri="{909E8E84-426E-40DD-AFC4-6F175D3DCCD1}">
                <a14:hiddenFill xmlns:a14="http://schemas.microsoft.com/office/drawing/2010/main">
                  <a:solidFill>
                    <a:srgbClr val="FFFFFF"/>
                  </a:solidFill>
                </a14:hiddenFill>
              </a:ext>
            </a:extLst>
          </p:spPr>
        </p:pic>
        <p:pic>
          <p:nvPicPr>
            <p:cNvPr id="44" name="Graphic 43">
              <a:extLst>
                <a:ext uri="{FF2B5EF4-FFF2-40B4-BE49-F238E27FC236}">
                  <a16:creationId xmlns:a16="http://schemas.microsoft.com/office/drawing/2014/main" id="{FFD469C8-1163-46A3-B105-80E2D9627FD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82001" y="3696135"/>
              <a:ext cx="409673" cy="384682"/>
            </a:xfrm>
            <a:prstGeom prst="rect">
              <a:avLst/>
            </a:prstGeom>
          </p:spPr>
        </p:pic>
        <p:pic>
          <p:nvPicPr>
            <p:cNvPr id="45" name="Graphic 44">
              <a:extLst>
                <a:ext uri="{FF2B5EF4-FFF2-40B4-BE49-F238E27FC236}">
                  <a16:creationId xmlns:a16="http://schemas.microsoft.com/office/drawing/2014/main" id="{FD0B7DA6-BCE8-479E-94FC-CBC65CC6EAC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473539" y="3306990"/>
              <a:ext cx="374971" cy="372038"/>
            </a:xfrm>
            <a:prstGeom prst="rect">
              <a:avLst/>
            </a:prstGeom>
          </p:spPr>
        </p:pic>
        <p:cxnSp>
          <p:nvCxnSpPr>
            <p:cNvPr id="7187" name="Straight Arrow Connector 7186">
              <a:extLst>
                <a:ext uri="{FF2B5EF4-FFF2-40B4-BE49-F238E27FC236}">
                  <a16:creationId xmlns:a16="http://schemas.microsoft.com/office/drawing/2014/main" id="{5A2B1B65-0F24-4193-962C-C33A0A95F781}"/>
                </a:ext>
              </a:extLst>
            </p:cNvPr>
            <p:cNvCxnSpPr>
              <a:cxnSpLocks/>
            </p:cNvCxnSpPr>
            <p:nvPr/>
          </p:nvCxnSpPr>
          <p:spPr>
            <a:xfrm flipH="1" flipV="1">
              <a:off x="7019589" y="4726312"/>
              <a:ext cx="18132" cy="106933"/>
            </a:xfrm>
            <a:prstGeom prst="straightConnector1">
              <a:avLst/>
            </a:prstGeom>
            <a:noFill/>
            <a:ln w="9525" cap="flat" cmpd="sng" algn="ctr">
              <a:solidFill>
                <a:srgbClr val="0078D4"/>
              </a:solidFill>
              <a:prstDash val="dash"/>
              <a:headEnd type="none" w="med" len="med"/>
              <a:tailEnd type="none"/>
            </a:ln>
            <a:effectLst/>
          </p:spPr>
        </p:cxnSp>
        <p:sp>
          <p:nvSpPr>
            <p:cNvPr id="10" name="TextBox 9">
              <a:extLst>
                <a:ext uri="{FF2B5EF4-FFF2-40B4-BE49-F238E27FC236}">
                  <a16:creationId xmlns:a16="http://schemas.microsoft.com/office/drawing/2014/main" id="{303C0EE2-28F1-6AB6-8F7F-1351784CE9BA}"/>
                </a:ext>
              </a:extLst>
            </p:cNvPr>
            <p:cNvSpPr txBox="1"/>
            <p:nvPr/>
          </p:nvSpPr>
          <p:spPr>
            <a:xfrm>
              <a:off x="8571578" y="3111624"/>
              <a:ext cx="369332" cy="991335"/>
            </a:xfrm>
            <a:prstGeom prst="rect">
              <a:avLst/>
            </a:prstGeom>
            <a:noFill/>
          </p:spPr>
          <p:txBody>
            <a:bodyPr vert="vert" wrap="square" rtlCol="0">
              <a:spAutoFit/>
            </a:bodyPr>
            <a:lstStyle/>
            <a:p>
              <a:r>
                <a:rPr lang="en-US" sz="1200" i="1" dirty="0"/>
                <a:t>Data Marts</a:t>
              </a:r>
              <a:endParaRPr lang="en-DK" sz="1200" i="1"/>
            </a:p>
          </p:txBody>
        </p:sp>
        <p:pic>
          <p:nvPicPr>
            <p:cNvPr id="7222" name="Graphic 7221">
              <a:extLst>
                <a:ext uri="{FF2B5EF4-FFF2-40B4-BE49-F238E27FC236}">
                  <a16:creationId xmlns:a16="http://schemas.microsoft.com/office/drawing/2014/main" id="{6375FAEA-8311-5E2C-E3D9-3F934B8432D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165650" y="4463775"/>
              <a:ext cx="349916" cy="349916"/>
            </a:xfrm>
            <a:prstGeom prst="rect">
              <a:avLst/>
            </a:prstGeom>
          </p:spPr>
        </p:pic>
        <p:pic>
          <p:nvPicPr>
            <p:cNvPr id="7224" name="Graphic 7223">
              <a:extLst>
                <a:ext uri="{FF2B5EF4-FFF2-40B4-BE49-F238E27FC236}">
                  <a16:creationId xmlns:a16="http://schemas.microsoft.com/office/drawing/2014/main" id="{6F046A0F-C7B8-75B8-3622-F0C214CE1D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045888" y="2765672"/>
              <a:ext cx="345735" cy="345735"/>
            </a:xfrm>
            <a:prstGeom prst="rect">
              <a:avLst/>
            </a:prstGeom>
          </p:spPr>
        </p:pic>
        <p:pic>
          <p:nvPicPr>
            <p:cNvPr id="7228" name="Graphic 7227">
              <a:extLst>
                <a:ext uri="{FF2B5EF4-FFF2-40B4-BE49-F238E27FC236}">
                  <a16:creationId xmlns:a16="http://schemas.microsoft.com/office/drawing/2014/main" id="{A714D29F-962B-5869-CBC9-51E6BDECBBB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620597" y="4663529"/>
              <a:ext cx="355545" cy="355545"/>
            </a:xfrm>
            <a:prstGeom prst="rect">
              <a:avLst/>
            </a:prstGeom>
          </p:spPr>
        </p:pic>
        <p:pic>
          <p:nvPicPr>
            <p:cNvPr id="7230" name="Graphic 7229">
              <a:extLst>
                <a:ext uri="{FF2B5EF4-FFF2-40B4-BE49-F238E27FC236}">
                  <a16:creationId xmlns:a16="http://schemas.microsoft.com/office/drawing/2014/main" id="{BB0A45FF-6757-3219-C4E2-30050C87FDF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305941" y="4366815"/>
              <a:ext cx="371465" cy="371465"/>
            </a:xfrm>
            <a:prstGeom prst="rect">
              <a:avLst/>
            </a:prstGeom>
          </p:spPr>
        </p:pic>
      </p:grpSp>
      <p:cxnSp>
        <p:nvCxnSpPr>
          <p:cNvPr id="29" name="Straight Arrow Connector 28">
            <a:extLst>
              <a:ext uri="{FF2B5EF4-FFF2-40B4-BE49-F238E27FC236}">
                <a16:creationId xmlns:a16="http://schemas.microsoft.com/office/drawing/2014/main" id="{8BEDB90A-E595-7DB9-0E97-D902A5E821CB}"/>
              </a:ext>
            </a:extLst>
          </p:cNvPr>
          <p:cNvCxnSpPr>
            <a:cxnSpLocks/>
            <a:stCxn id="27" idx="2"/>
            <a:endCxn id="8" idx="0"/>
          </p:cNvCxnSpPr>
          <p:nvPr/>
        </p:nvCxnSpPr>
        <p:spPr>
          <a:xfrm>
            <a:off x="3898534" y="819083"/>
            <a:ext cx="6588692" cy="6513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4B2123B2-FE71-F44F-E613-CB800629458D}"/>
              </a:ext>
            </a:extLst>
          </p:cNvPr>
          <p:cNvCxnSpPr>
            <a:cxnSpLocks/>
            <a:stCxn id="27" idx="2"/>
            <a:endCxn id="85" idx="0"/>
          </p:cNvCxnSpPr>
          <p:nvPr/>
        </p:nvCxnSpPr>
        <p:spPr>
          <a:xfrm>
            <a:off x="3898534" y="819083"/>
            <a:ext cx="4166376" cy="6654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72" name="Group 71">
            <a:extLst>
              <a:ext uri="{FF2B5EF4-FFF2-40B4-BE49-F238E27FC236}">
                <a16:creationId xmlns:a16="http://schemas.microsoft.com/office/drawing/2014/main" id="{0509AF11-1A7A-DCD6-A500-73D07D4203A7}"/>
              </a:ext>
            </a:extLst>
          </p:cNvPr>
          <p:cNvGrpSpPr/>
          <p:nvPr/>
        </p:nvGrpSpPr>
        <p:grpSpPr>
          <a:xfrm>
            <a:off x="1648612" y="1474493"/>
            <a:ext cx="2265627" cy="3918665"/>
            <a:chOff x="1606346" y="1518530"/>
            <a:chExt cx="2265627" cy="3918665"/>
          </a:xfrm>
        </p:grpSpPr>
        <p:sp>
          <p:nvSpPr>
            <p:cNvPr id="4" name="Rectangle 3">
              <a:extLst>
                <a:ext uri="{FF2B5EF4-FFF2-40B4-BE49-F238E27FC236}">
                  <a16:creationId xmlns:a16="http://schemas.microsoft.com/office/drawing/2014/main" id="{64B893EC-80E5-4345-A576-A8A61F389E4B}"/>
                </a:ext>
              </a:extLst>
            </p:cNvPr>
            <p:cNvSpPr/>
            <p:nvPr/>
          </p:nvSpPr>
          <p:spPr bwMode="auto">
            <a:xfrm>
              <a:off x="1695358" y="1518530"/>
              <a:ext cx="2176615" cy="3918665"/>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1A1A1A"/>
                  </a:solidFill>
                  <a:effectLst/>
                  <a:uLnTx/>
                  <a:uFillTx/>
                  <a:latin typeface="Segoe UI Semibold"/>
                  <a:ea typeface="+mj-ea"/>
                  <a:cs typeface="+mj-cs"/>
                </a:rPr>
                <a:t>Ingest</a:t>
              </a:r>
              <a:r>
                <a:rPr kumimoji="0" lang="en-US" sz="1400" b="0" i="0" u="none" strike="noStrike" kern="0" cap="none" spc="0" normalizeH="0" baseline="0" noProof="0" dirty="0">
                  <a:ln>
                    <a:noFill/>
                  </a:ln>
                  <a:solidFill>
                    <a:srgbClr val="1A1A1A"/>
                  </a:solidFill>
                  <a:effectLst/>
                  <a:uLnTx/>
                  <a:uFillTx/>
                  <a:latin typeface="Segoe UI Semibold"/>
                  <a:ea typeface="+mj-ea"/>
                  <a:cs typeface="+mj-cs"/>
                </a:rPr>
                <a:t>/Bronze</a:t>
              </a:r>
              <a:endParaRPr kumimoji="0" lang="da-DK" sz="180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sp>
          <p:nvSpPr>
            <p:cNvPr id="56" name="Oval 55">
              <a:extLst>
                <a:ext uri="{FF2B5EF4-FFF2-40B4-BE49-F238E27FC236}">
                  <a16:creationId xmlns:a16="http://schemas.microsoft.com/office/drawing/2014/main" id="{50D74AC3-4DE5-4AB9-9015-485CA14E8C4C}"/>
                </a:ext>
              </a:extLst>
            </p:cNvPr>
            <p:cNvSpPr>
              <a:spLocks noChangeAspect="1"/>
            </p:cNvSpPr>
            <p:nvPr/>
          </p:nvSpPr>
          <p:spPr bwMode="auto">
            <a:xfrm>
              <a:off x="2848211" y="4506014"/>
              <a:ext cx="543363" cy="434260"/>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da-DK" sz="1000" dirty="0" err="1">
                  <a:solidFill>
                    <a:srgbClr val="FFFFFF"/>
                  </a:solidFill>
                  <a:latin typeface="Tw Cen MT" panose="020B0602020104020603"/>
                  <a:ea typeface="Segoe UI" pitchFamily="34" charset="0"/>
                  <a:cs typeface="Segoe UI" pitchFamily="34" charset="0"/>
                </a:rPr>
                <a:t>Copy</a:t>
              </a:r>
              <a:endParaRPr kumimoji="0" lang="da-DK" sz="1000" b="0" i="0" u="none" strike="noStrike" kern="1200" cap="none" spc="0" normalizeH="0" baseline="0" noProof="0" dirty="0">
                <a:ln>
                  <a:noFill/>
                </a:ln>
                <a:solidFill>
                  <a:srgbClr val="FFFFFF"/>
                </a:solidFill>
                <a:effectLst/>
                <a:uLnTx/>
                <a:uFillTx/>
                <a:latin typeface="Tw Cen MT" panose="020B0602020104020603"/>
                <a:ea typeface="Segoe UI" pitchFamily="34" charset="0"/>
                <a:cs typeface="Segoe UI" pitchFamily="34" charset="0"/>
              </a:endParaRPr>
            </a:p>
          </p:txBody>
        </p:sp>
        <p:cxnSp>
          <p:nvCxnSpPr>
            <p:cNvPr id="121" name="Straight Arrow Connector 120">
              <a:extLst>
                <a:ext uri="{FF2B5EF4-FFF2-40B4-BE49-F238E27FC236}">
                  <a16:creationId xmlns:a16="http://schemas.microsoft.com/office/drawing/2014/main" id="{948DFADD-10F1-468A-8635-299B90F03FD2}"/>
                </a:ext>
              </a:extLst>
            </p:cNvPr>
            <p:cNvCxnSpPr>
              <a:cxnSpLocks/>
              <a:stCxn id="32" idx="1"/>
              <a:endCxn id="78" idx="3"/>
            </p:cNvCxnSpPr>
            <p:nvPr/>
          </p:nvCxnSpPr>
          <p:spPr>
            <a:xfrm flipH="1">
              <a:off x="2461012" y="2556202"/>
              <a:ext cx="469274" cy="23436"/>
            </a:xfrm>
            <a:prstGeom prst="straightConnector1">
              <a:avLst/>
            </a:prstGeom>
            <a:noFill/>
            <a:ln w="9525" cap="flat" cmpd="sng" algn="ctr">
              <a:solidFill>
                <a:srgbClr val="0078D4"/>
              </a:solidFill>
              <a:prstDash val="dash"/>
              <a:headEnd type="triangle" w="med" len="med"/>
              <a:tailEnd type="none"/>
            </a:ln>
            <a:effectLst/>
          </p:spPr>
        </p:cxnSp>
        <p:pic>
          <p:nvPicPr>
            <p:cNvPr id="7170" name="Picture 2" descr="Azure Data Lake Storage">
              <a:extLst>
                <a:ext uri="{FF2B5EF4-FFF2-40B4-BE49-F238E27FC236}">
                  <a16:creationId xmlns:a16="http://schemas.microsoft.com/office/drawing/2014/main" id="{5C78DE0C-699D-4A59-9875-779CAFD9588D}"/>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674344" y="3123382"/>
              <a:ext cx="899973" cy="727222"/>
            </a:xfrm>
            <a:prstGeom prst="rect">
              <a:avLst/>
            </a:prstGeom>
            <a:noFill/>
            <a:extLst>
              <a:ext uri="{909E8E84-426E-40DD-AFC4-6F175D3DCCD1}">
                <a14:hiddenFill xmlns:a14="http://schemas.microsoft.com/office/drawing/2010/main">
                  <a:solidFill>
                    <a:srgbClr val="FFFFFF"/>
                  </a:solidFill>
                </a14:hiddenFill>
              </a:ext>
            </a:extLst>
          </p:spPr>
        </p:pic>
        <p:cxnSp>
          <p:nvCxnSpPr>
            <p:cNvPr id="124" name="Straight Arrow Connector 123">
              <a:extLst>
                <a:ext uri="{FF2B5EF4-FFF2-40B4-BE49-F238E27FC236}">
                  <a16:creationId xmlns:a16="http://schemas.microsoft.com/office/drawing/2014/main" id="{862CF06F-A23E-4EC1-87E2-4ACBFE3390DF}"/>
                </a:ext>
              </a:extLst>
            </p:cNvPr>
            <p:cNvCxnSpPr>
              <a:cxnSpLocks/>
              <a:stCxn id="7170" idx="0"/>
              <a:endCxn id="32" idx="2"/>
            </p:cNvCxnSpPr>
            <p:nvPr/>
          </p:nvCxnSpPr>
          <p:spPr>
            <a:xfrm flipH="1" flipV="1">
              <a:off x="3122112" y="2734668"/>
              <a:ext cx="2219" cy="388714"/>
            </a:xfrm>
            <a:prstGeom prst="straightConnector1">
              <a:avLst/>
            </a:prstGeom>
            <a:noFill/>
            <a:ln w="9525" cap="flat" cmpd="sng" algn="ctr">
              <a:solidFill>
                <a:srgbClr val="0078D4"/>
              </a:solidFill>
              <a:prstDash val="dash"/>
              <a:headEnd type="triangle" w="med" len="med"/>
              <a:tailEnd type="none"/>
            </a:ln>
            <a:effectLst/>
          </p:spPr>
        </p:cxnSp>
        <p:cxnSp>
          <p:nvCxnSpPr>
            <p:cNvPr id="127" name="Straight Arrow Connector 126">
              <a:extLst>
                <a:ext uri="{FF2B5EF4-FFF2-40B4-BE49-F238E27FC236}">
                  <a16:creationId xmlns:a16="http://schemas.microsoft.com/office/drawing/2014/main" id="{43FBA4F6-4B4C-4E17-B014-DFDA90379D6C}"/>
                </a:ext>
              </a:extLst>
            </p:cNvPr>
            <p:cNvCxnSpPr>
              <a:cxnSpLocks/>
              <a:stCxn id="7170" idx="2"/>
              <a:endCxn id="56" idx="0"/>
            </p:cNvCxnSpPr>
            <p:nvPr/>
          </p:nvCxnSpPr>
          <p:spPr>
            <a:xfrm flipH="1">
              <a:off x="3119893" y="3850604"/>
              <a:ext cx="4438" cy="655410"/>
            </a:xfrm>
            <a:prstGeom prst="straightConnector1">
              <a:avLst/>
            </a:prstGeom>
            <a:noFill/>
            <a:ln w="9525" cap="flat" cmpd="sng" algn="ctr">
              <a:solidFill>
                <a:srgbClr val="0078D4"/>
              </a:solidFill>
              <a:prstDash val="dash"/>
              <a:headEnd type="triangle" w="med" len="med"/>
              <a:tailEnd type="none"/>
            </a:ln>
            <a:effectLst/>
          </p:spPr>
        </p:cxnSp>
        <p:pic>
          <p:nvPicPr>
            <p:cNvPr id="34" name="Graphic 33">
              <a:extLst>
                <a:ext uri="{FF2B5EF4-FFF2-40B4-BE49-F238E27FC236}">
                  <a16:creationId xmlns:a16="http://schemas.microsoft.com/office/drawing/2014/main" id="{D44F5C1B-875B-48DA-92FA-B02F937FE2C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422887" y="4809386"/>
              <a:ext cx="348838" cy="324544"/>
            </a:xfrm>
            <a:prstGeom prst="rect">
              <a:avLst/>
            </a:prstGeom>
          </p:spPr>
        </p:pic>
        <p:sp>
          <p:nvSpPr>
            <p:cNvPr id="78" name="TextBox 77">
              <a:extLst>
                <a:ext uri="{FF2B5EF4-FFF2-40B4-BE49-F238E27FC236}">
                  <a16:creationId xmlns:a16="http://schemas.microsoft.com/office/drawing/2014/main" id="{48B18DC4-9430-4DC9-8149-9AD1C298359E}"/>
                </a:ext>
              </a:extLst>
            </p:cNvPr>
            <p:cNvSpPr txBox="1"/>
            <p:nvPr/>
          </p:nvSpPr>
          <p:spPr>
            <a:xfrm>
              <a:off x="1637061" y="2456527"/>
              <a:ext cx="823951"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000" b="0" i="0" u="none" strike="noStrike" kern="1200" cap="none" spc="0" normalizeH="0" baseline="0" noProof="0" dirty="0">
                  <a:ln>
                    <a:noFill/>
                  </a:ln>
                  <a:solidFill>
                    <a:srgbClr val="4C4C51"/>
                  </a:solidFill>
                  <a:effectLst/>
                  <a:uLnTx/>
                  <a:uFillTx/>
                  <a:latin typeface="Segoe UI" panose="020B0502040204020203" pitchFamily="34" charset="0"/>
                  <a:ea typeface="+mn-ea"/>
                  <a:cs typeface="+mn-cs"/>
                </a:rPr>
                <a:t>besked</a:t>
              </a:r>
              <a:endParaRPr kumimoji="0" lang="da-DK" sz="1000" b="0" i="0" u="none" strike="noStrike" kern="1200" cap="none" spc="0" normalizeH="0" baseline="0" noProof="0" dirty="0">
                <a:ln>
                  <a:noFill/>
                </a:ln>
                <a:solidFill>
                  <a:prstClr val="white"/>
                </a:solidFill>
                <a:effectLst/>
                <a:uLnTx/>
                <a:uFillTx/>
                <a:latin typeface="Tw Cen MT" panose="020B0602020104020603"/>
                <a:ea typeface="+mn-ea"/>
                <a:cs typeface="+mn-cs"/>
              </a:endParaRPr>
            </a:p>
          </p:txBody>
        </p:sp>
        <p:sp>
          <p:nvSpPr>
            <p:cNvPr id="79" name="TextBox 78">
              <a:extLst>
                <a:ext uri="{FF2B5EF4-FFF2-40B4-BE49-F238E27FC236}">
                  <a16:creationId xmlns:a16="http://schemas.microsoft.com/office/drawing/2014/main" id="{BD0D36E8-9CCC-475F-AC9B-8F564BDAFBBE}"/>
                </a:ext>
              </a:extLst>
            </p:cNvPr>
            <p:cNvSpPr txBox="1"/>
            <p:nvPr/>
          </p:nvSpPr>
          <p:spPr>
            <a:xfrm>
              <a:off x="1606346" y="4592563"/>
              <a:ext cx="778336" cy="22907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000" b="0" i="0" u="none" strike="noStrike" kern="1200" cap="none" spc="0" normalizeH="0" baseline="0" noProof="0" dirty="0">
                  <a:ln>
                    <a:noFill/>
                  </a:ln>
                  <a:solidFill>
                    <a:srgbClr val="4C4C51"/>
                  </a:solidFill>
                  <a:effectLst/>
                  <a:uLnTx/>
                  <a:uFillTx/>
                  <a:latin typeface="Segoe UI" panose="020B0502040204020203" pitchFamily="34" charset="0"/>
                  <a:ea typeface="+mn-ea"/>
                  <a:cs typeface="+mn-cs"/>
                </a:rPr>
                <a:t>Batch</a:t>
              </a:r>
              <a:endParaRPr kumimoji="0" lang="da-DK" sz="1000" b="0" i="0" u="none" strike="noStrike" kern="1200" cap="none" spc="0" normalizeH="0" baseline="0" noProof="0" dirty="0">
                <a:ln>
                  <a:noFill/>
                </a:ln>
                <a:solidFill>
                  <a:prstClr val="white"/>
                </a:solidFill>
                <a:effectLst/>
                <a:uLnTx/>
                <a:uFillTx/>
                <a:latin typeface="Tw Cen MT" panose="020B0602020104020603"/>
                <a:ea typeface="+mn-ea"/>
                <a:cs typeface="+mn-cs"/>
              </a:endParaRPr>
            </a:p>
          </p:txBody>
        </p:sp>
        <p:sp>
          <p:nvSpPr>
            <p:cNvPr id="125" name="Oval 124">
              <a:extLst>
                <a:ext uri="{FF2B5EF4-FFF2-40B4-BE49-F238E27FC236}">
                  <a16:creationId xmlns:a16="http://schemas.microsoft.com/office/drawing/2014/main" id="{C36B4910-7025-4AA2-9B1F-839E5AB307FE}"/>
                </a:ext>
              </a:extLst>
            </p:cNvPr>
            <p:cNvSpPr>
              <a:spLocks noChangeAspect="1"/>
            </p:cNvSpPr>
            <p:nvPr/>
          </p:nvSpPr>
          <p:spPr bwMode="auto">
            <a:xfrm>
              <a:off x="3105534" y="2512447"/>
              <a:ext cx="543363" cy="434260"/>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00" b="0" i="0" u="none" strike="noStrike" kern="1200" cap="none" spc="0" normalizeH="0" baseline="0" noProof="0" dirty="0" err="1">
                  <a:ln>
                    <a:noFill/>
                  </a:ln>
                  <a:solidFill>
                    <a:srgbClr val="FFFFFF"/>
                  </a:solidFill>
                  <a:effectLst/>
                  <a:uLnTx/>
                  <a:uFillTx/>
                  <a:latin typeface="Tw Cen MT" panose="020B0602020104020603"/>
                  <a:ea typeface="Segoe UI" pitchFamily="34" charset="0"/>
                  <a:cs typeface="Segoe UI" pitchFamily="34" charset="0"/>
                </a:rPr>
                <a:t>Copy</a:t>
              </a:r>
              <a:endParaRPr kumimoji="0" lang="da-DK" sz="1000" b="0" i="0" u="none" strike="noStrike" kern="1200" cap="none" spc="0" normalizeH="0" baseline="0" noProof="0" dirty="0">
                <a:ln>
                  <a:noFill/>
                </a:ln>
                <a:solidFill>
                  <a:srgbClr val="FFFFFF"/>
                </a:solidFill>
                <a:effectLst/>
                <a:uLnTx/>
                <a:uFillTx/>
                <a:latin typeface="Tw Cen MT" panose="020B0602020104020603"/>
                <a:ea typeface="Segoe UI" pitchFamily="34" charset="0"/>
                <a:cs typeface="Segoe UI" pitchFamily="34" charset="0"/>
              </a:endParaRPr>
            </a:p>
          </p:txBody>
        </p:sp>
        <p:pic>
          <p:nvPicPr>
            <p:cNvPr id="24" name="Graphic 23">
              <a:extLst>
                <a:ext uri="{FF2B5EF4-FFF2-40B4-BE49-F238E27FC236}">
                  <a16:creationId xmlns:a16="http://schemas.microsoft.com/office/drawing/2014/main" id="{99DB0BF3-8725-4DCE-9723-123A8FDBF00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2255491" y="2670739"/>
              <a:ext cx="348838" cy="324544"/>
            </a:xfrm>
            <a:prstGeom prst="rect">
              <a:avLst/>
            </a:prstGeom>
          </p:spPr>
        </p:pic>
        <p:pic>
          <p:nvPicPr>
            <p:cNvPr id="32" name="Graphic 31">
              <a:extLst>
                <a:ext uri="{FF2B5EF4-FFF2-40B4-BE49-F238E27FC236}">
                  <a16:creationId xmlns:a16="http://schemas.microsoft.com/office/drawing/2014/main" id="{A3AED02A-3DF1-4086-94A8-72CD1BC336D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930286" y="2377735"/>
              <a:ext cx="383651" cy="356933"/>
            </a:xfrm>
            <a:prstGeom prst="rect">
              <a:avLst/>
            </a:prstGeom>
          </p:spPr>
        </p:pic>
      </p:grpSp>
      <p:sp>
        <p:nvSpPr>
          <p:cNvPr id="14" name="Rectangle 13">
            <a:extLst>
              <a:ext uri="{FF2B5EF4-FFF2-40B4-BE49-F238E27FC236}">
                <a16:creationId xmlns:a16="http://schemas.microsoft.com/office/drawing/2014/main" id="{EAB734FF-90F5-9022-E23F-83DEA28ED11B}"/>
              </a:ext>
            </a:extLst>
          </p:cNvPr>
          <p:cNvSpPr/>
          <p:nvPr/>
        </p:nvSpPr>
        <p:spPr bwMode="auto">
          <a:xfrm>
            <a:off x="1725601" y="5648320"/>
            <a:ext cx="9881179" cy="558801"/>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defRPr/>
            </a:pPr>
            <a:r>
              <a:rPr lang="en-US" sz="1000" kern="0">
                <a:solidFill>
                  <a:srgbClr val="1A1A1A"/>
                </a:solidFill>
                <a:latin typeface="Segoe UI Semibold"/>
                <a:ea typeface="+mn-ea"/>
                <a:cs typeface="Segoe UI" pitchFamily="34" charset="0"/>
              </a:rPr>
              <a:t>Supplemental Data Services</a:t>
            </a:r>
            <a:endParaRPr kumimoji="0" lang="en-US" sz="1000" b="0" i="0" u="none" strike="noStrike" kern="0" cap="none" spc="0" normalizeH="0" baseline="0" dirty="0">
              <a:ln>
                <a:noFill/>
              </a:ln>
              <a:solidFill>
                <a:srgbClr val="1A1A1A"/>
              </a:solidFill>
              <a:effectLst/>
              <a:uLnTx/>
              <a:uFillTx/>
              <a:latin typeface="Segoe UI Semibold"/>
              <a:ea typeface="+mn-ea"/>
              <a:cs typeface="Segoe UI" pitchFamily="34" charset="0"/>
            </a:endParaRPr>
          </a:p>
        </p:txBody>
      </p:sp>
      <p:sp>
        <p:nvSpPr>
          <p:cNvPr id="16" name="TextBox 15">
            <a:extLst>
              <a:ext uri="{FF2B5EF4-FFF2-40B4-BE49-F238E27FC236}">
                <a16:creationId xmlns:a16="http://schemas.microsoft.com/office/drawing/2014/main" id="{FAC02DF2-3239-5027-04BE-D56152E9CB2E}"/>
              </a:ext>
            </a:extLst>
          </p:cNvPr>
          <p:cNvSpPr txBox="1"/>
          <p:nvPr/>
        </p:nvSpPr>
        <p:spPr>
          <a:xfrm>
            <a:off x="3542819" y="5771511"/>
            <a:ext cx="7655297" cy="230832"/>
          </a:xfrm>
          <a:prstGeom prst="rect">
            <a:avLst/>
          </a:prstGeom>
          <a:noFill/>
        </p:spPr>
        <p:txBody>
          <a:bodyPr wrap="square">
            <a:spAutoFit/>
          </a:bodyPr>
          <a:lstStyle/>
          <a:p>
            <a:pPr algn="ctr"/>
            <a:r>
              <a:rPr lang="en-US" sz="900" b="0" i="0">
                <a:solidFill>
                  <a:srgbClr val="4C4C51"/>
                </a:solidFill>
                <a:effectLst/>
                <a:latin typeface="+mj-lt"/>
              </a:rPr>
              <a:t>Data Catalog | Common Data Model  |  Data Discovery  |  Data Lineage  </a:t>
            </a:r>
            <a:r>
              <a:rPr lang="en-US" sz="900">
                <a:solidFill>
                  <a:srgbClr val="4C4C51"/>
                </a:solidFill>
                <a:latin typeface="+mj-lt"/>
              </a:rPr>
              <a:t>|  </a:t>
            </a:r>
            <a:r>
              <a:rPr lang="en-US" sz="900" b="0" i="0">
                <a:solidFill>
                  <a:srgbClr val="4C4C51"/>
                </a:solidFill>
                <a:effectLst/>
                <a:latin typeface="+mj-lt"/>
              </a:rPr>
              <a:t>Data Governance  |  Master Data</a:t>
            </a:r>
            <a:endParaRPr lang="en-US" sz="900">
              <a:latin typeface="+mj-lt"/>
            </a:endParaRPr>
          </a:p>
        </p:txBody>
      </p:sp>
      <p:grpSp>
        <p:nvGrpSpPr>
          <p:cNvPr id="71" name="Group 70">
            <a:extLst>
              <a:ext uri="{FF2B5EF4-FFF2-40B4-BE49-F238E27FC236}">
                <a16:creationId xmlns:a16="http://schemas.microsoft.com/office/drawing/2014/main" id="{93851689-3911-B596-8558-56D5CB4EA6FD}"/>
              </a:ext>
            </a:extLst>
          </p:cNvPr>
          <p:cNvGrpSpPr/>
          <p:nvPr/>
        </p:nvGrpSpPr>
        <p:grpSpPr>
          <a:xfrm>
            <a:off x="4138289" y="1470404"/>
            <a:ext cx="2629287" cy="3926843"/>
            <a:chOff x="4179277" y="1536889"/>
            <a:chExt cx="2629287" cy="3926843"/>
          </a:xfrm>
        </p:grpSpPr>
        <p:sp>
          <p:nvSpPr>
            <p:cNvPr id="6" name="Rectangle 5">
              <a:extLst>
                <a:ext uri="{FF2B5EF4-FFF2-40B4-BE49-F238E27FC236}">
                  <a16:creationId xmlns:a16="http://schemas.microsoft.com/office/drawing/2014/main" id="{2AADBD70-2FFD-44D2-9B80-347D24354324}"/>
                </a:ext>
              </a:extLst>
            </p:cNvPr>
            <p:cNvSpPr/>
            <p:nvPr/>
          </p:nvSpPr>
          <p:spPr bwMode="auto">
            <a:xfrm>
              <a:off x="4179277" y="1536889"/>
              <a:ext cx="2617718" cy="3926843"/>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kern="0" dirty="0">
                  <a:solidFill>
                    <a:srgbClr val="1A1A1A"/>
                  </a:solidFill>
                  <a:latin typeface="Segoe UI Semibold"/>
                </a:rPr>
                <a:t>Transform</a:t>
              </a:r>
              <a:r>
                <a:rPr lang="en-US" sz="1400" kern="0" dirty="0">
                  <a:solidFill>
                    <a:srgbClr val="1A1A1A"/>
                  </a:solidFill>
                  <a:latin typeface="Segoe UI Semibold"/>
                </a:rPr>
                <a:t>/Silver</a:t>
              </a:r>
              <a:endParaRPr kumimoji="0" lang="da-DK" sz="180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sp>
          <p:nvSpPr>
            <p:cNvPr id="47" name="Oval 46">
              <a:extLst>
                <a:ext uri="{FF2B5EF4-FFF2-40B4-BE49-F238E27FC236}">
                  <a16:creationId xmlns:a16="http://schemas.microsoft.com/office/drawing/2014/main" id="{F18BBD64-5626-4518-AAD9-8879EEB85B3A}"/>
                </a:ext>
              </a:extLst>
            </p:cNvPr>
            <p:cNvSpPr>
              <a:spLocks noChangeAspect="1"/>
            </p:cNvSpPr>
            <p:nvPr/>
          </p:nvSpPr>
          <p:spPr bwMode="auto">
            <a:xfrm>
              <a:off x="4394947" y="3287958"/>
              <a:ext cx="623667" cy="466767"/>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00" b="0" i="0" u="none" strike="noStrike" kern="1200" cap="none" spc="0" normalizeH="0" baseline="0" noProof="0" dirty="0">
                  <a:ln>
                    <a:noFill/>
                  </a:ln>
                  <a:solidFill>
                    <a:srgbClr val="FFFFFF"/>
                  </a:solidFill>
                  <a:effectLst/>
                  <a:uLnTx/>
                  <a:uFillTx/>
                  <a:latin typeface="Tw Cen MT" panose="020B0602020104020603"/>
                  <a:ea typeface="Segoe UI" pitchFamily="34" charset="0"/>
                  <a:cs typeface="Segoe UI" pitchFamily="34" charset="0"/>
                </a:rPr>
                <a:t>Trans-form</a:t>
              </a:r>
            </a:p>
          </p:txBody>
        </p:sp>
        <p:cxnSp>
          <p:nvCxnSpPr>
            <p:cNvPr id="81" name="Straight Arrow Connector 80">
              <a:extLst>
                <a:ext uri="{FF2B5EF4-FFF2-40B4-BE49-F238E27FC236}">
                  <a16:creationId xmlns:a16="http://schemas.microsoft.com/office/drawing/2014/main" id="{BD53E458-57BD-4944-A8C0-83E563448292}"/>
                </a:ext>
              </a:extLst>
            </p:cNvPr>
            <p:cNvCxnSpPr>
              <a:cxnSpLocks/>
              <a:stCxn id="35" idx="1"/>
              <a:endCxn id="47" idx="0"/>
            </p:cNvCxnSpPr>
            <p:nvPr/>
          </p:nvCxnSpPr>
          <p:spPr>
            <a:xfrm flipH="1">
              <a:off x="4706781" y="2332728"/>
              <a:ext cx="513561" cy="955230"/>
            </a:xfrm>
            <a:prstGeom prst="straightConnector1">
              <a:avLst/>
            </a:prstGeom>
            <a:noFill/>
            <a:ln w="9525" cap="flat" cmpd="sng" algn="ctr">
              <a:solidFill>
                <a:srgbClr val="0078D4"/>
              </a:solidFill>
              <a:prstDash val="dash"/>
              <a:headEnd type="triangle" w="med" len="med"/>
              <a:tailEnd type="none"/>
            </a:ln>
            <a:effectLst/>
          </p:spPr>
        </p:cxnSp>
        <p:pic>
          <p:nvPicPr>
            <p:cNvPr id="38" name="Graphic 37">
              <a:extLst>
                <a:ext uri="{FF2B5EF4-FFF2-40B4-BE49-F238E27FC236}">
                  <a16:creationId xmlns:a16="http://schemas.microsoft.com/office/drawing/2014/main" id="{71549BBE-771D-422F-9D1C-B379E90937C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6230730" y="4456009"/>
              <a:ext cx="409673" cy="409673"/>
            </a:xfrm>
            <a:prstGeom prst="rect">
              <a:avLst/>
            </a:prstGeom>
          </p:spPr>
        </p:pic>
        <p:sp>
          <p:nvSpPr>
            <p:cNvPr id="52" name="Oval 51">
              <a:extLst>
                <a:ext uri="{FF2B5EF4-FFF2-40B4-BE49-F238E27FC236}">
                  <a16:creationId xmlns:a16="http://schemas.microsoft.com/office/drawing/2014/main" id="{A70F28BB-8FE4-4C6D-9959-CB9CD0E14BED}"/>
                </a:ext>
              </a:extLst>
            </p:cNvPr>
            <p:cNvSpPr>
              <a:spLocks noChangeAspect="1"/>
            </p:cNvSpPr>
            <p:nvPr/>
          </p:nvSpPr>
          <p:spPr bwMode="auto">
            <a:xfrm>
              <a:off x="5147303" y="4417698"/>
              <a:ext cx="643745" cy="466767"/>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00" b="0" i="0" u="none" strike="noStrike" kern="1200" cap="none" spc="0" normalizeH="0" baseline="0" noProof="0">
                  <a:ln>
                    <a:noFill/>
                  </a:ln>
                  <a:solidFill>
                    <a:srgbClr val="FFFFFF"/>
                  </a:solidFill>
                  <a:effectLst/>
                  <a:uLnTx/>
                  <a:uFillTx/>
                  <a:latin typeface="Tw Cen MT" panose="020B0602020104020603"/>
                  <a:ea typeface="Segoe UI" pitchFamily="34" charset="0"/>
                  <a:cs typeface="Segoe UI" pitchFamily="34" charset="0"/>
                </a:rPr>
                <a:t>Trans-form</a:t>
              </a:r>
            </a:p>
          </p:txBody>
        </p:sp>
        <p:cxnSp>
          <p:nvCxnSpPr>
            <p:cNvPr id="89" name="Straight Arrow Connector 88">
              <a:extLst>
                <a:ext uri="{FF2B5EF4-FFF2-40B4-BE49-F238E27FC236}">
                  <a16:creationId xmlns:a16="http://schemas.microsoft.com/office/drawing/2014/main" id="{CCDC071A-DB6C-4A17-8390-D9B5A25B38AF}"/>
                </a:ext>
              </a:extLst>
            </p:cNvPr>
            <p:cNvCxnSpPr>
              <a:cxnSpLocks/>
              <a:stCxn id="52" idx="0"/>
              <a:endCxn id="7179" idx="2"/>
            </p:cNvCxnSpPr>
            <p:nvPr/>
          </p:nvCxnSpPr>
          <p:spPr>
            <a:xfrm flipV="1">
              <a:off x="5469176" y="3725028"/>
              <a:ext cx="106447" cy="692670"/>
            </a:xfrm>
            <a:prstGeom prst="straightConnector1">
              <a:avLst/>
            </a:prstGeom>
            <a:noFill/>
            <a:ln w="9525" cap="flat" cmpd="sng" algn="ctr">
              <a:solidFill>
                <a:srgbClr val="0078D4"/>
              </a:solidFill>
              <a:prstDash val="dash"/>
              <a:headEnd type="triangle" w="med" len="med"/>
              <a:tailEnd type="none"/>
            </a:ln>
            <a:effectLst/>
          </p:spPr>
        </p:cxnSp>
        <p:cxnSp>
          <p:nvCxnSpPr>
            <p:cNvPr id="92" name="Straight Arrow Connector 91">
              <a:extLst>
                <a:ext uri="{FF2B5EF4-FFF2-40B4-BE49-F238E27FC236}">
                  <a16:creationId xmlns:a16="http://schemas.microsoft.com/office/drawing/2014/main" id="{28A4BD2F-806A-427E-93FA-8DC8EE2A4779}"/>
                </a:ext>
              </a:extLst>
            </p:cNvPr>
            <p:cNvCxnSpPr>
              <a:cxnSpLocks/>
              <a:stCxn id="38" idx="1"/>
              <a:endCxn id="52" idx="6"/>
            </p:cNvCxnSpPr>
            <p:nvPr/>
          </p:nvCxnSpPr>
          <p:spPr>
            <a:xfrm flipH="1" flipV="1">
              <a:off x="5791048" y="4651082"/>
              <a:ext cx="439682" cy="9764"/>
            </a:xfrm>
            <a:prstGeom prst="straightConnector1">
              <a:avLst/>
            </a:prstGeom>
            <a:noFill/>
            <a:ln w="9525" cap="flat" cmpd="sng" algn="ctr">
              <a:solidFill>
                <a:srgbClr val="0078D4"/>
              </a:solidFill>
              <a:prstDash val="dash"/>
              <a:headEnd type="triangle" w="med" len="med"/>
              <a:tailEnd type="none"/>
            </a:ln>
            <a:effectLst/>
          </p:spPr>
        </p:cxnSp>
        <p:sp>
          <p:nvSpPr>
            <p:cNvPr id="82" name="TextBox 81">
              <a:extLst>
                <a:ext uri="{FF2B5EF4-FFF2-40B4-BE49-F238E27FC236}">
                  <a16:creationId xmlns:a16="http://schemas.microsoft.com/office/drawing/2014/main" id="{15A487D9-732B-41A8-ABBB-1DEC0243311E}"/>
                </a:ext>
              </a:extLst>
            </p:cNvPr>
            <p:cNvSpPr txBox="1"/>
            <p:nvPr/>
          </p:nvSpPr>
          <p:spPr>
            <a:xfrm>
              <a:off x="5627468" y="4909680"/>
              <a:ext cx="1181096"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000" b="0" i="0" u="none" strike="noStrike" kern="1200" cap="none" spc="0" normalizeH="0" baseline="0" noProof="0" dirty="0">
                  <a:ln>
                    <a:noFill/>
                  </a:ln>
                  <a:effectLst/>
                  <a:uLnTx/>
                  <a:uFillTx/>
                  <a:latin typeface="Segoe UI" panose="020B0502040204020203" pitchFamily="34" charset="0"/>
                  <a:ea typeface="+mn-ea"/>
                  <a:cs typeface="+mn-cs"/>
                </a:rPr>
                <a:t>Enterprise Data Warehouse</a:t>
              </a:r>
              <a:endParaRPr kumimoji="0" lang="da-DK" sz="1000" b="0" i="0" u="none" strike="noStrike" kern="1200" cap="none" spc="0" normalizeH="0" baseline="0" noProof="0" dirty="0">
                <a:ln>
                  <a:noFill/>
                </a:ln>
                <a:effectLst/>
                <a:uLnTx/>
                <a:uFillTx/>
                <a:latin typeface="Tw Cen MT" panose="020B0602020104020603"/>
                <a:ea typeface="+mn-ea"/>
                <a:cs typeface="+mn-cs"/>
              </a:endParaRPr>
            </a:p>
          </p:txBody>
        </p:sp>
        <p:pic>
          <p:nvPicPr>
            <p:cNvPr id="7179" name="Picture 2" descr="Azure Data Lake Storage">
              <a:extLst>
                <a:ext uri="{FF2B5EF4-FFF2-40B4-BE49-F238E27FC236}">
                  <a16:creationId xmlns:a16="http://schemas.microsoft.com/office/drawing/2014/main" id="{33F114E5-EC40-C5C4-5436-4D9352E3BCB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07829" y="3296558"/>
              <a:ext cx="535588" cy="428470"/>
            </a:xfrm>
            <a:prstGeom prst="rect">
              <a:avLst/>
            </a:prstGeom>
            <a:noFill/>
            <a:extLst>
              <a:ext uri="{909E8E84-426E-40DD-AFC4-6F175D3DCCD1}">
                <a14:hiddenFill xmlns:a14="http://schemas.microsoft.com/office/drawing/2010/main">
                  <a:solidFill>
                    <a:srgbClr val="FFFFFF"/>
                  </a:solidFill>
                </a14:hiddenFill>
              </a:ext>
            </a:extLst>
          </p:spPr>
        </p:pic>
        <p:pic>
          <p:nvPicPr>
            <p:cNvPr id="7180" name="Picture 2" descr="Azure Data Lake Storage">
              <a:extLst>
                <a:ext uri="{FF2B5EF4-FFF2-40B4-BE49-F238E27FC236}">
                  <a16:creationId xmlns:a16="http://schemas.microsoft.com/office/drawing/2014/main" id="{EBA41F0E-13B3-B7BA-C007-875C4CF2BE2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30397" y="2666629"/>
              <a:ext cx="535588" cy="42847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Azure Data Lake Storage">
              <a:extLst>
                <a:ext uri="{FF2B5EF4-FFF2-40B4-BE49-F238E27FC236}">
                  <a16:creationId xmlns:a16="http://schemas.microsoft.com/office/drawing/2014/main" id="{DE36D1E6-78FC-492E-B5B4-35B0B0AB0DA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20342" y="2118493"/>
              <a:ext cx="535588" cy="428470"/>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Arrow: Right 12">
            <a:extLst>
              <a:ext uri="{FF2B5EF4-FFF2-40B4-BE49-F238E27FC236}">
                <a16:creationId xmlns:a16="http://schemas.microsoft.com/office/drawing/2014/main" id="{3E554DEB-93CA-BCEB-AB08-2AB17A737214}"/>
              </a:ext>
            </a:extLst>
          </p:cNvPr>
          <p:cNvSpPr/>
          <p:nvPr/>
        </p:nvSpPr>
        <p:spPr>
          <a:xfrm>
            <a:off x="3857606" y="3297211"/>
            <a:ext cx="407707" cy="291952"/>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8" name="Arrow: Right 17">
            <a:extLst>
              <a:ext uri="{FF2B5EF4-FFF2-40B4-BE49-F238E27FC236}">
                <a16:creationId xmlns:a16="http://schemas.microsoft.com/office/drawing/2014/main" id="{20C4090F-C4B7-E21C-3BD8-651630A9DEE0}"/>
              </a:ext>
            </a:extLst>
          </p:cNvPr>
          <p:cNvSpPr/>
          <p:nvPr/>
        </p:nvSpPr>
        <p:spPr>
          <a:xfrm>
            <a:off x="6729980" y="3297211"/>
            <a:ext cx="407707" cy="291952"/>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9" name="Arrow: Right 18">
            <a:extLst>
              <a:ext uri="{FF2B5EF4-FFF2-40B4-BE49-F238E27FC236}">
                <a16:creationId xmlns:a16="http://schemas.microsoft.com/office/drawing/2014/main" id="{43441148-056D-AC54-5F95-72FCE93655C7}"/>
              </a:ext>
            </a:extLst>
          </p:cNvPr>
          <p:cNvSpPr/>
          <p:nvPr/>
        </p:nvSpPr>
        <p:spPr>
          <a:xfrm>
            <a:off x="9072619" y="3297211"/>
            <a:ext cx="407707" cy="291952"/>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28" name="Straight Arrow Connector 27">
            <a:extLst>
              <a:ext uri="{FF2B5EF4-FFF2-40B4-BE49-F238E27FC236}">
                <a16:creationId xmlns:a16="http://schemas.microsoft.com/office/drawing/2014/main" id="{6D0FE7BF-4482-805F-7AB4-053F53685EA5}"/>
              </a:ext>
            </a:extLst>
          </p:cNvPr>
          <p:cNvCxnSpPr>
            <a:cxnSpLocks/>
            <a:stCxn id="7180" idx="1"/>
          </p:cNvCxnSpPr>
          <p:nvPr/>
        </p:nvCxnSpPr>
        <p:spPr>
          <a:xfrm flipH="1">
            <a:off x="4892187" y="2814379"/>
            <a:ext cx="497222" cy="438507"/>
          </a:xfrm>
          <a:prstGeom prst="straightConnector1">
            <a:avLst/>
          </a:prstGeom>
          <a:noFill/>
          <a:ln w="9525" cap="flat" cmpd="sng" algn="ctr">
            <a:solidFill>
              <a:srgbClr val="0078D4"/>
            </a:solidFill>
            <a:prstDash val="dash"/>
            <a:headEnd type="triangle" w="med" len="med"/>
            <a:tailEnd type="none"/>
          </a:ln>
          <a:effectLst/>
        </p:spPr>
      </p:cxnSp>
      <p:cxnSp>
        <p:nvCxnSpPr>
          <p:cNvPr id="31" name="Straight Arrow Connector 30">
            <a:extLst>
              <a:ext uri="{FF2B5EF4-FFF2-40B4-BE49-F238E27FC236}">
                <a16:creationId xmlns:a16="http://schemas.microsoft.com/office/drawing/2014/main" id="{69EAB5F5-D251-317E-6F96-CDE66E7D880F}"/>
              </a:ext>
            </a:extLst>
          </p:cNvPr>
          <p:cNvCxnSpPr>
            <a:cxnSpLocks/>
            <a:stCxn id="7179" idx="1"/>
            <a:endCxn id="47" idx="6"/>
          </p:cNvCxnSpPr>
          <p:nvPr/>
        </p:nvCxnSpPr>
        <p:spPr>
          <a:xfrm flipH="1">
            <a:off x="4977626" y="3444308"/>
            <a:ext cx="289215" cy="10549"/>
          </a:xfrm>
          <a:prstGeom prst="straightConnector1">
            <a:avLst/>
          </a:prstGeom>
          <a:noFill/>
          <a:ln w="9525" cap="flat" cmpd="sng" algn="ctr">
            <a:solidFill>
              <a:srgbClr val="0078D4"/>
            </a:solidFill>
            <a:prstDash val="dash"/>
            <a:headEnd type="triangle" w="med" len="med"/>
            <a:tailEnd type="none"/>
          </a:ln>
          <a:effectLst/>
        </p:spPr>
      </p:cxnSp>
      <p:sp>
        <p:nvSpPr>
          <p:cNvPr id="40" name="Rectangle 39">
            <a:extLst>
              <a:ext uri="{FF2B5EF4-FFF2-40B4-BE49-F238E27FC236}">
                <a16:creationId xmlns:a16="http://schemas.microsoft.com/office/drawing/2014/main" id="{B4C4DEAB-1C39-6F23-C6AB-33BF61395A2B}"/>
              </a:ext>
            </a:extLst>
          </p:cNvPr>
          <p:cNvSpPr/>
          <p:nvPr/>
        </p:nvSpPr>
        <p:spPr bwMode="auto">
          <a:xfrm>
            <a:off x="600667" y="4037102"/>
            <a:ext cx="739552" cy="1284010"/>
          </a:xfrm>
          <a:prstGeom prst="rect">
            <a:avLst/>
          </a:prstGeom>
          <a:solidFill>
            <a:srgbClr val="00B050"/>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32472" fontAlgn="base">
              <a:spcBef>
                <a:spcPct val="0"/>
              </a:spcBef>
              <a:spcAft>
                <a:spcPct val="0"/>
              </a:spcAft>
            </a:pPr>
            <a:r>
              <a:rPr lang="da-DK" sz="1000">
                <a:solidFill>
                  <a:srgbClr val="FFFFFF"/>
                </a:solidFill>
                <a:ea typeface="Segoe UI" pitchFamily="34" charset="0"/>
                <a:cs typeface="Segoe UI" pitchFamily="34" charset="0"/>
              </a:rPr>
              <a:t>Source systems
Batch</a:t>
            </a:r>
            <a:endParaRPr lang="da-DK" sz="1000" dirty="0">
              <a:solidFill>
                <a:srgbClr val="FFFFFF"/>
              </a:soli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673C88E1-E20A-973E-6353-B9AE95CD6EBF}"/>
              </a:ext>
            </a:extLst>
          </p:cNvPr>
          <p:cNvSpPr/>
          <p:nvPr/>
        </p:nvSpPr>
        <p:spPr bwMode="auto">
          <a:xfrm>
            <a:off x="600667" y="1561031"/>
            <a:ext cx="739552" cy="1284010"/>
          </a:xfrm>
          <a:prstGeom prst="rect">
            <a:avLst/>
          </a:prstGeom>
          <a:solidFill>
            <a:srgbClr val="00B050"/>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32472" fontAlgn="base">
              <a:spcBef>
                <a:spcPct val="0"/>
              </a:spcBef>
              <a:spcAft>
                <a:spcPct val="0"/>
              </a:spcAft>
            </a:pPr>
            <a:r>
              <a:rPr lang="da-DK" sz="1000">
                <a:solidFill>
                  <a:srgbClr val="FFFFFF"/>
                </a:solidFill>
                <a:ea typeface="Segoe UI" pitchFamily="34" charset="0"/>
                <a:cs typeface="Segoe UI" pitchFamily="34" charset="0"/>
              </a:rPr>
              <a:t>Source systems
Streaming/Events</a:t>
            </a:r>
            <a:endParaRPr lang="da-DK" sz="1000" dirty="0">
              <a:solidFill>
                <a:srgbClr val="FFFFFF"/>
              </a:solidFill>
              <a:ea typeface="Segoe UI" pitchFamily="34" charset="0"/>
              <a:cs typeface="Segoe UI" pitchFamily="34" charset="0"/>
            </a:endParaRPr>
          </a:p>
        </p:txBody>
      </p:sp>
      <p:sp>
        <p:nvSpPr>
          <p:cNvPr id="43" name="Arrow: Right 42">
            <a:extLst>
              <a:ext uri="{FF2B5EF4-FFF2-40B4-BE49-F238E27FC236}">
                <a16:creationId xmlns:a16="http://schemas.microsoft.com/office/drawing/2014/main" id="{69367112-06AA-DCE1-FCA3-61F48E0EA6A0}"/>
              </a:ext>
            </a:extLst>
          </p:cNvPr>
          <p:cNvSpPr/>
          <p:nvPr/>
        </p:nvSpPr>
        <p:spPr>
          <a:xfrm>
            <a:off x="1340219" y="2304288"/>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6" name="Arrow: Right 45">
            <a:extLst>
              <a:ext uri="{FF2B5EF4-FFF2-40B4-BE49-F238E27FC236}">
                <a16:creationId xmlns:a16="http://schemas.microsoft.com/office/drawing/2014/main" id="{3D4C8314-F6C0-6C6C-4C2D-27821488EA73}"/>
              </a:ext>
            </a:extLst>
          </p:cNvPr>
          <p:cNvSpPr/>
          <p:nvPr/>
        </p:nvSpPr>
        <p:spPr>
          <a:xfrm>
            <a:off x="1340219" y="4498471"/>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63" name="Straight Arrow Connector 62">
            <a:extLst>
              <a:ext uri="{FF2B5EF4-FFF2-40B4-BE49-F238E27FC236}">
                <a16:creationId xmlns:a16="http://schemas.microsoft.com/office/drawing/2014/main" id="{C3032100-DDA4-9A90-DC91-9E2942A691C3}"/>
              </a:ext>
            </a:extLst>
          </p:cNvPr>
          <p:cNvCxnSpPr>
            <a:cxnSpLocks/>
            <a:stCxn id="56" idx="2"/>
            <a:endCxn id="79" idx="3"/>
          </p:cNvCxnSpPr>
          <p:nvPr/>
        </p:nvCxnSpPr>
        <p:spPr>
          <a:xfrm flipH="1" flipV="1">
            <a:off x="2426948" y="4663063"/>
            <a:ext cx="463529" cy="16044"/>
          </a:xfrm>
          <a:prstGeom prst="straightConnector1">
            <a:avLst/>
          </a:prstGeom>
          <a:noFill/>
          <a:ln w="9525" cap="flat" cmpd="sng" algn="ctr">
            <a:solidFill>
              <a:srgbClr val="0078D4"/>
            </a:solidFill>
            <a:prstDash val="dash"/>
            <a:headEnd type="triangle" w="med" len="med"/>
            <a:tailEnd type="none"/>
          </a:ln>
          <a:effectLst/>
        </p:spPr>
      </p:cxnSp>
      <p:pic>
        <p:nvPicPr>
          <p:cNvPr id="3" name="Graphic 2">
            <a:extLst>
              <a:ext uri="{FF2B5EF4-FFF2-40B4-BE49-F238E27FC236}">
                <a16:creationId xmlns:a16="http://schemas.microsoft.com/office/drawing/2014/main" id="{8B285E68-2A31-4437-1700-CA4A0C8DA7A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991680" y="3515747"/>
            <a:ext cx="303574" cy="303574"/>
          </a:xfrm>
          <a:prstGeom prst="rect">
            <a:avLst/>
          </a:prstGeom>
        </p:spPr>
      </p:pic>
      <p:pic>
        <p:nvPicPr>
          <p:cNvPr id="5" name="Graphic 4">
            <a:extLst>
              <a:ext uri="{FF2B5EF4-FFF2-40B4-BE49-F238E27FC236}">
                <a16:creationId xmlns:a16="http://schemas.microsoft.com/office/drawing/2014/main" id="{694FC2EA-7270-FFB2-E447-4BD25107689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203816" y="2090429"/>
            <a:ext cx="303574" cy="303574"/>
          </a:xfrm>
          <a:prstGeom prst="rect">
            <a:avLst/>
          </a:prstGeom>
        </p:spPr>
      </p:pic>
      <p:pic>
        <p:nvPicPr>
          <p:cNvPr id="11" name="Graphic 10">
            <a:extLst>
              <a:ext uri="{FF2B5EF4-FFF2-40B4-BE49-F238E27FC236}">
                <a16:creationId xmlns:a16="http://schemas.microsoft.com/office/drawing/2014/main" id="{34CC945A-6148-E8F8-99A0-84FBD3377F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839893" y="2347612"/>
            <a:ext cx="303574" cy="303574"/>
          </a:xfrm>
          <a:prstGeom prst="rect">
            <a:avLst/>
          </a:prstGeom>
        </p:spPr>
      </p:pic>
      <p:pic>
        <p:nvPicPr>
          <p:cNvPr id="12" name="Graphic 11">
            <a:extLst>
              <a:ext uri="{FF2B5EF4-FFF2-40B4-BE49-F238E27FC236}">
                <a16:creationId xmlns:a16="http://schemas.microsoft.com/office/drawing/2014/main" id="{99BC512D-D5D3-2627-C6D2-883F857C031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671153" y="4539202"/>
            <a:ext cx="550691" cy="550691"/>
          </a:xfrm>
          <a:prstGeom prst="rect">
            <a:avLst/>
          </a:prstGeom>
        </p:spPr>
      </p:pic>
      <p:pic>
        <p:nvPicPr>
          <p:cNvPr id="15" name="Graphic 14">
            <a:extLst>
              <a:ext uri="{FF2B5EF4-FFF2-40B4-BE49-F238E27FC236}">
                <a16:creationId xmlns:a16="http://schemas.microsoft.com/office/drawing/2014/main" id="{3B1EA62A-5BD1-45C4-BA28-F182458E4DC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024265" y="2814608"/>
            <a:ext cx="303574" cy="303574"/>
          </a:xfrm>
          <a:prstGeom prst="rect">
            <a:avLst/>
          </a:prstGeom>
        </p:spPr>
      </p:pic>
      <p:pic>
        <p:nvPicPr>
          <p:cNvPr id="17" name="Graphic 16">
            <a:extLst>
              <a:ext uri="{FF2B5EF4-FFF2-40B4-BE49-F238E27FC236}">
                <a16:creationId xmlns:a16="http://schemas.microsoft.com/office/drawing/2014/main" id="{0BFBDA22-D205-06C8-9AD7-4D0089498F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462684" y="3842803"/>
            <a:ext cx="303574" cy="303574"/>
          </a:xfrm>
          <a:prstGeom prst="rect">
            <a:avLst/>
          </a:prstGeom>
        </p:spPr>
      </p:pic>
      <p:cxnSp>
        <p:nvCxnSpPr>
          <p:cNvPr id="21" name="Straight Arrow Connector 20">
            <a:extLst>
              <a:ext uri="{FF2B5EF4-FFF2-40B4-BE49-F238E27FC236}">
                <a16:creationId xmlns:a16="http://schemas.microsoft.com/office/drawing/2014/main" id="{0CF08F7A-C807-1AFF-FAF5-7A4C0D524146}"/>
              </a:ext>
            </a:extLst>
          </p:cNvPr>
          <p:cNvCxnSpPr>
            <a:cxnSpLocks/>
          </p:cNvCxnSpPr>
          <p:nvPr/>
        </p:nvCxnSpPr>
        <p:spPr>
          <a:xfrm flipH="1">
            <a:off x="5796301" y="2394003"/>
            <a:ext cx="380727" cy="363799"/>
          </a:xfrm>
          <a:prstGeom prst="straightConnector1">
            <a:avLst/>
          </a:prstGeom>
          <a:noFill/>
          <a:ln w="9525" cap="flat" cmpd="sng" algn="ctr">
            <a:solidFill>
              <a:srgbClr val="0078D4"/>
            </a:solidFill>
            <a:prstDash val="dash"/>
            <a:headEnd type="triangle" w="med" len="med"/>
            <a:tailEnd type="none"/>
          </a:ln>
          <a:effectLst/>
        </p:spPr>
      </p:cxnSp>
      <p:pic>
        <p:nvPicPr>
          <p:cNvPr id="26" name="Picture 25" descr="A green and blue logo&#10;&#10;Description automatically generated">
            <a:extLst>
              <a:ext uri="{FF2B5EF4-FFF2-40B4-BE49-F238E27FC236}">
                <a16:creationId xmlns:a16="http://schemas.microsoft.com/office/drawing/2014/main" id="{2E237183-4C8D-9EA0-21F3-2B252C6849CC}"/>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0711142" y="2189810"/>
            <a:ext cx="554194" cy="554194"/>
          </a:xfrm>
          <a:prstGeom prst="rect">
            <a:avLst/>
          </a:prstGeom>
        </p:spPr>
      </p:pic>
      <p:sp>
        <p:nvSpPr>
          <p:cNvPr id="27" name="Rounded Rectangle 26">
            <a:extLst>
              <a:ext uri="{FF2B5EF4-FFF2-40B4-BE49-F238E27FC236}">
                <a16:creationId xmlns:a16="http://schemas.microsoft.com/office/drawing/2014/main" id="{5623DCF3-4CF4-5258-30CF-637DD51BA288}"/>
              </a:ext>
            </a:extLst>
          </p:cNvPr>
          <p:cNvSpPr/>
          <p:nvPr/>
        </p:nvSpPr>
        <p:spPr>
          <a:xfrm>
            <a:off x="2819441" y="310900"/>
            <a:ext cx="2158185" cy="5081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Azure DevOps/</a:t>
            </a:r>
          </a:p>
          <a:p>
            <a:pPr algn="ctr"/>
            <a:r>
              <a:rPr lang="en-US" dirty="0" err="1"/>
              <a:t>Github</a:t>
            </a:r>
            <a:endParaRPr lang="en-US" dirty="0"/>
          </a:p>
        </p:txBody>
      </p:sp>
      <p:cxnSp>
        <p:nvCxnSpPr>
          <p:cNvPr id="30" name="Straight Arrow Connector 29">
            <a:extLst>
              <a:ext uri="{FF2B5EF4-FFF2-40B4-BE49-F238E27FC236}">
                <a16:creationId xmlns:a16="http://schemas.microsoft.com/office/drawing/2014/main" id="{446340EE-2513-EC5D-077C-944D43043E23}"/>
              </a:ext>
            </a:extLst>
          </p:cNvPr>
          <p:cNvCxnSpPr>
            <a:cxnSpLocks/>
            <a:endCxn id="27" idx="3"/>
          </p:cNvCxnSpPr>
          <p:nvPr/>
        </p:nvCxnSpPr>
        <p:spPr>
          <a:xfrm flipH="1" flipV="1">
            <a:off x="4977626" y="564992"/>
            <a:ext cx="1226190" cy="2056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Curved Connector 32">
            <a:extLst>
              <a:ext uri="{FF2B5EF4-FFF2-40B4-BE49-F238E27FC236}">
                <a16:creationId xmlns:a16="http://schemas.microsoft.com/office/drawing/2014/main" id="{52927463-7CE1-DD24-2BE0-00337B58FE95}"/>
              </a:ext>
            </a:extLst>
          </p:cNvPr>
          <p:cNvCxnSpPr>
            <a:cxnSpLocks/>
            <a:stCxn id="27" idx="0"/>
          </p:cNvCxnSpPr>
          <p:nvPr/>
        </p:nvCxnSpPr>
        <p:spPr>
          <a:xfrm rot="5400000" flipH="1" flipV="1">
            <a:off x="6460351" y="-2258853"/>
            <a:ext cx="7936" cy="5131571"/>
          </a:xfrm>
          <a:prstGeom prst="curvedConnector3">
            <a:avLst>
              <a:gd name="adj1" fmla="val 2980544"/>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0FB08353-89B5-2F57-6181-4F2173FE8A7A}"/>
              </a:ext>
            </a:extLst>
          </p:cNvPr>
          <p:cNvCxnSpPr>
            <a:cxnSpLocks/>
            <a:stCxn id="27" idx="2"/>
            <a:endCxn id="4" idx="0"/>
          </p:cNvCxnSpPr>
          <p:nvPr/>
        </p:nvCxnSpPr>
        <p:spPr>
          <a:xfrm flipH="1">
            <a:off x="2825932" y="819083"/>
            <a:ext cx="1072602" cy="6554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981D5991-D0C9-24E3-7B5E-BFD5780AD219}"/>
              </a:ext>
            </a:extLst>
          </p:cNvPr>
          <p:cNvCxnSpPr>
            <a:cxnSpLocks/>
            <a:stCxn id="27" idx="2"/>
            <a:endCxn id="6" idx="0"/>
          </p:cNvCxnSpPr>
          <p:nvPr/>
        </p:nvCxnSpPr>
        <p:spPr>
          <a:xfrm>
            <a:off x="3898534" y="819083"/>
            <a:ext cx="1548614" cy="6513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95B5EA0E-FBDB-CE46-4FB4-7101F43D2783}"/>
              </a:ext>
            </a:extLst>
          </p:cNvPr>
          <p:cNvSpPr txBox="1"/>
          <p:nvPr/>
        </p:nvSpPr>
        <p:spPr>
          <a:xfrm>
            <a:off x="282645" y="195659"/>
            <a:ext cx="2335255" cy="738664"/>
          </a:xfrm>
          <a:prstGeom prst="rect">
            <a:avLst/>
          </a:prstGeom>
          <a:noFill/>
        </p:spPr>
        <p:txBody>
          <a:bodyPr wrap="none" lIns="0" tIns="0" rIns="0" bIns="0" rtlCol="0">
            <a:spAutoFit/>
          </a:bodyPr>
          <a:lstStyle/>
          <a:p>
            <a:pPr algn="l"/>
            <a:r>
              <a:rPr lang="en-US" sz="2400" dirty="0">
                <a:solidFill>
                  <a:schemeClr val="bg1"/>
                </a:solidFill>
              </a:rPr>
              <a:t>Azure </a:t>
            </a:r>
          </a:p>
          <a:p>
            <a:pPr algn="l"/>
            <a:r>
              <a:rPr lang="en-US" sz="2400" dirty="0">
                <a:solidFill>
                  <a:schemeClr val="bg1"/>
                </a:solidFill>
              </a:rPr>
              <a:t>Databricks (PaaS)</a:t>
            </a:r>
          </a:p>
        </p:txBody>
      </p:sp>
      <p:grpSp>
        <p:nvGrpSpPr>
          <p:cNvPr id="9" name="Group 8">
            <a:extLst>
              <a:ext uri="{FF2B5EF4-FFF2-40B4-BE49-F238E27FC236}">
                <a16:creationId xmlns:a16="http://schemas.microsoft.com/office/drawing/2014/main" id="{775CED93-8CF4-1A62-C8FA-D125CF65CF4B}"/>
              </a:ext>
            </a:extLst>
          </p:cNvPr>
          <p:cNvGrpSpPr/>
          <p:nvPr/>
        </p:nvGrpSpPr>
        <p:grpSpPr>
          <a:xfrm>
            <a:off x="6331180" y="253807"/>
            <a:ext cx="5652578" cy="1836622"/>
            <a:chOff x="5882373" y="40312"/>
            <a:chExt cx="6091913" cy="2057252"/>
          </a:xfrm>
        </p:grpSpPr>
        <p:grpSp>
          <p:nvGrpSpPr>
            <p:cNvPr id="25" name="Group 24">
              <a:extLst>
                <a:ext uri="{FF2B5EF4-FFF2-40B4-BE49-F238E27FC236}">
                  <a16:creationId xmlns:a16="http://schemas.microsoft.com/office/drawing/2014/main" id="{95A2DCD4-EEA8-B75A-6268-4992626CA6BC}"/>
                </a:ext>
              </a:extLst>
            </p:cNvPr>
            <p:cNvGrpSpPr/>
            <p:nvPr/>
          </p:nvGrpSpPr>
          <p:grpSpPr>
            <a:xfrm>
              <a:off x="5882373" y="40312"/>
              <a:ext cx="6091913" cy="2057252"/>
              <a:chOff x="5882373" y="40312"/>
              <a:chExt cx="6091913" cy="2057252"/>
            </a:xfrm>
          </p:grpSpPr>
          <p:sp>
            <p:nvSpPr>
              <p:cNvPr id="51" name="Rectangle: Rounded Corners 19">
                <a:extLst>
                  <a:ext uri="{FF2B5EF4-FFF2-40B4-BE49-F238E27FC236}">
                    <a16:creationId xmlns:a16="http://schemas.microsoft.com/office/drawing/2014/main" id="{EC659B12-DDA1-BFFA-446F-093CA69A07E7}"/>
                  </a:ext>
                </a:extLst>
              </p:cNvPr>
              <p:cNvSpPr/>
              <p:nvPr/>
            </p:nvSpPr>
            <p:spPr>
              <a:xfrm>
                <a:off x="5882373" y="40312"/>
                <a:ext cx="6091913" cy="1047609"/>
              </a:xfrm>
              <a:prstGeom prst="roundRect">
                <a:avLst/>
              </a:prstGeom>
              <a:solidFill>
                <a:schemeClr val="tx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53" name="Straight Arrow Connector 52">
                <a:extLst>
                  <a:ext uri="{FF2B5EF4-FFF2-40B4-BE49-F238E27FC236}">
                    <a16:creationId xmlns:a16="http://schemas.microsoft.com/office/drawing/2014/main" id="{A45ED46B-0E5D-A4A2-D25D-30EC82257762}"/>
                  </a:ext>
                </a:extLst>
              </p:cNvPr>
              <p:cNvCxnSpPr>
                <a:cxnSpLocks/>
                <a:stCxn id="7184" idx="4"/>
                <a:endCxn id="5" idx="0"/>
              </p:cNvCxnSpPr>
              <p:nvPr/>
            </p:nvCxnSpPr>
            <p:spPr>
              <a:xfrm flipH="1">
                <a:off x="5908694" y="857075"/>
                <a:ext cx="438877" cy="1240489"/>
              </a:xfrm>
              <a:prstGeom prst="straightConnector1">
                <a:avLst/>
              </a:prstGeom>
              <a:noFill/>
              <a:ln w="38100" cap="flat" cmpd="sng" algn="ctr">
                <a:solidFill>
                  <a:srgbClr val="0078D4"/>
                </a:solidFill>
                <a:prstDash val="dash"/>
                <a:headEnd type="triangle" w="med" len="med"/>
                <a:tailEnd type="none"/>
              </a:ln>
              <a:effectLst/>
            </p:spPr>
          </p:cxnSp>
          <p:grpSp>
            <p:nvGrpSpPr>
              <p:cNvPr id="54" name="Group 53">
                <a:extLst>
                  <a:ext uri="{FF2B5EF4-FFF2-40B4-BE49-F238E27FC236}">
                    <a16:creationId xmlns:a16="http://schemas.microsoft.com/office/drawing/2014/main" id="{F52F2064-223C-71A6-D727-BAE893FDB0DD}"/>
                  </a:ext>
                </a:extLst>
              </p:cNvPr>
              <p:cNvGrpSpPr/>
              <p:nvPr/>
            </p:nvGrpSpPr>
            <p:grpSpPr>
              <a:xfrm>
                <a:off x="6054394" y="201275"/>
                <a:ext cx="5793608" cy="778373"/>
                <a:chOff x="5585903" y="2173784"/>
                <a:chExt cx="5793608" cy="778373"/>
              </a:xfrm>
            </p:grpSpPr>
            <p:sp>
              <p:nvSpPr>
                <p:cNvPr id="55" name="Rectangle 54">
                  <a:hlinkClick r:id="" action="ppaction://noaction"/>
                  <a:extLst>
                    <a:ext uri="{FF2B5EF4-FFF2-40B4-BE49-F238E27FC236}">
                      <a16:creationId xmlns:a16="http://schemas.microsoft.com/office/drawing/2014/main" id="{B91953F9-6C01-DD97-AE79-7FDF9DFB4B6C}"/>
                    </a:ext>
                  </a:extLst>
                </p:cNvPr>
                <p:cNvSpPr/>
                <p:nvPr/>
              </p:nvSpPr>
              <p:spPr bwMode="auto">
                <a:xfrm>
                  <a:off x="7925316" y="2173784"/>
                  <a:ext cx="3454195" cy="765888"/>
                </a:xfrm>
                <a:prstGeom prst="rect">
                  <a:avLst/>
                </a:prstGeom>
                <a:solidFill>
                  <a:schemeClr val="tx1">
                    <a:lumMod val="65000"/>
                  </a:schemeClr>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1A1A1A"/>
                    </a:solidFill>
                    <a:effectLst/>
                    <a:uLnTx/>
                    <a:uFillTx/>
                    <a:latin typeface="Segoe UI Semibold"/>
                    <a:ea typeface="+mj-ea"/>
                    <a:cs typeface="Segoe UI" pitchFamily="34" charset="0"/>
                  </a:endParaRPr>
                </a:p>
              </p:txBody>
            </p:sp>
            <p:sp>
              <p:nvSpPr>
                <p:cNvPr id="57" name="TextBox 56">
                  <a:extLst>
                    <a:ext uri="{FF2B5EF4-FFF2-40B4-BE49-F238E27FC236}">
                      <a16:creationId xmlns:a16="http://schemas.microsoft.com/office/drawing/2014/main" id="{19B635B3-BF78-D006-DF52-2BC6C4183456}"/>
                    </a:ext>
                  </a:extLst>
                </p:cNvPr>
                <p:cNvSpPr txBox="1"/>
                <p:nvPr/>
              </p:nvSpPr>
              <p:spPr>
                <a:xfrm>
                  <a:off x="9032080" y="2641882"/>
                  <a:ext cx="1018174" cy="310275"/>
                </a:xfrm>
                <a:prstGeom prst="rect">
                  <a:avLst/>
                </a:prstGeom>
                <a:noFill/>
              </p:spPr>
              <p:txBody>
                <a:bodyPr wrap="none" rtlCol="0">
                  <a:spAutoFit/>
                </a:bodyPr>
                <a:lstStyle/>
                <a:p>
                  <a:pPr lvl="0" defTabSz="914400">
                    <a:defRPr/>
                  </a:pPr>
                  <a:r>
                    <a:rPr lang="da-DK" sz="1200" dirty="0">
                      <a:latin typeface="Tw Cen MT" panose="020B0602020104020603"/>
                    </a:rPr>
                    <a:t>Project </a:t>
                  </a:r>
                  <a:r>
                    <a:rPr lang="da-DK" sz="1200" dirty="0" err="1">
                      <a:latin typeface="Tw Cen MT" panose="020B0602020104020603"/>
                    </a:rPr>
                    <a:t>room</a:t>
                  </a:r>
                  <a:endParaRPr kumimoji="0" lang="en-US" sz="1200" b="0" i="0" u="none" strike="noStrike" kern="1200" cap="none" spc="0" normalizeH="0" baseline="0" noProof="0" dirty="0">
                    <a:ln>
                      <a:noFill/>
                    </a:ln>
                    <a:effectLst/>
                    <a:uLnTx/>
                    <a:uFillTx/>
                    <a:latin typeface="Tw Cen MT" panose="020B0602020104020603"/>
                    <a:ea typeface="+mn-ea"/>
                    <a:cs typeface="+mn-cs"/>
                  </a:endParaRPr>
                </a:p>
              </p:txBody>
            </p:sp>
            <p:pic>
              <p:nvPicPr>
                <p:cNvPr id="58" name="Picture 2" descr="PowerBi On premises installation | Microsoft BI Professionals Denmark">
                  <a:extLst>
                    <a:ext uri="{FF2B5EF4-FFF2-40B4-BE49-F238E27FC236}">
                      <a16:creationId xmlns:a16="http://schemas.microsoft.com/office/drawing/2014/main" id="{EC1756A5-F52B-BB55-9BD9-5870A6F97A1F}"/>
                    </a:ext>
                  </a:extLst>
                </p:cNvPr>
                <p:cNvPicPr>
                  <a:picLocks noChangeAspect="1" noChangeArrowheads="1"/>
                </p:cNvPicPr>
                <p:nvPr/>
              </p:nvPicPr>
              <p:blipFill>
                <a:blip r:embed="rId2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375883" y="2210446"/>
                  <a:ext cx="936014" cy="491408"/>
                </a:xfrm>
                <a:prstGeom prst="rect">
                  <a:avLst/>
                </a:prstGeom>
                <a:noFill/>
                <a:extLst>
                  <a:ext uri="{909E8E84-426E-40DD-AFC4-6F175D3DCCD1}">
                    <a14:hiddenFill xmlns:a14="http://schemas.microsoft.com/office/drawing/2010/main">
                      <a:solidFill>
                        <a:srgbClr val="FFFFFF"/>
                      </a:solidFill>
                    </a14:hiddenFill>
                  </a:ext>
                </a:extLst>
              </p:spPr>
            </p:pic>
            <p:pic>
              <p:nvPicPr>
                <p:cNvPr id="60" name="Graphic 59">
                  <a:extLst>
                    <a:ext uri="{FF2B5EF4-FFF2-40B4-BE49-F238E27FC236}">
                      <a16:creationId xmlns:a16="http://schemas.microsoft.com/office/drawing/2014/main" id="{4E024436-F369-6E87-773F-23E90A31020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93824" y="2191794"/>
                  <a:ext cx="535586" cy="535586"/>
                </a:xfrm>
                <a:prstGeom prst="rect">
                  <a:avLst/>
                </a:prstGeom>
              </p:spPr>
            </p:pic>
            <p:pic>
              <p:nvPicPr>
                <p:cNvPr id="62" name="Picture 2" descr="Azure Machine Learning: a complete toolbox for AI?">
                  <a:extLst>
                    <a:ext uri="{FF2B5EF4-FFF2-40B4-BE49-F238E27FC236}">
                      <a16:creationId xmlns:a16="http://schemas.microsoft.com/office/drawing/2014/main" id="{DBD1786A-9C76-2EBF-F96E-5F8567B3E7E2}"/>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10337883" y="2332524"/>
                  <a:ext cx="455806" cy="490447"/>
                </a:xfrm>
                <a:prstGeom prst="rect">
                  <a:avLst/>
                </a:prstGeom>
                <a:noFill/>
                <a:extLst>
                  <a:ext uri="{909E8E84-426E-40DD-AFC4-6F175D3DCCD1}">
                    <a14:hiddenFill xmlns:a14="http://schemas.microsoft.com/office/drawing/2010/main">
                      <a:solidFill>
                        <a:srgbClr val="FFFFFF"/>
                      </a:solidFill>
                    </a14:hiddenFill>
                  </a:ext>
                </a:extLst>
              </p:spPr>
            </p:pic>
            <p:pic>
              <p:nvPicPr>
                <p:cNvPr id="7168" name="Picture 2" descr="Azure Data Lake Storage">
                  <a:extLst>
                    <a:ext uri="{FF2B5EF4-FFF2-40B4-BE49-F238E27FC236}">
                      <a16:creationId xmlns:a16="http://schemas.microsoft.com/office/drawing/2014/main" id="{0EC67056-F436-74E1-182B-07B73EF248E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203818" y="2390488"/>
                  <a:ext cx="535588" cy="428470"/>
                </a:xfrm>
                <a:prstGeom prst="rect">
                  <a:avLst/>
                </a:prstGeom>
                <a:noFill/>
                <a:extLst>
                  <a:ext uri="{909E8E84-426E-40DD-AFC4-6F175D3DCCD1}">
                    <a14:hiddenFill xmlns:a14="http://schemas.microsoft.com/office/drawing/2010/main">
                      <a:solidFill>
                        <a:srgbClr val="FFFFFF"/>
                      </a:solidFill>
                    </a14:hiddenFill>
                  </a:ext>
                </a:extLst>
              </p:spPr>
            </p:pic>
            <p:pic>
              <p:nvPicPr>
                <p:cNvPr id="7171" name="Graphic 7170">
                  <a:extLst>
                    <a:ext uri="{FF2B5EF4-FFF2-40B4-BE49-F238E27FC236}">
                      <a16:creationId xmlns:a16="http://schemas.microsoft.com/office/drawing/2014/main" id="{18E7331B-C41F-ECC7-767F-31476FC134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523567" y="2362074"/>
                  <a:ext cx="166812" cy="166812"/>
                </a:xfrm>
                <a:prstGeom prst="rect">
                  <a:avLst/>
                </a:prstGeom>
              </p:spPr>
            </p:pic>
            <p:sp>
              <p:nvSpPr>
                <p:cNvPr id="7172" name="Rectangle 7171">
                  <a:extLst>
                    <a:ext uri="{FF2B5EF4-FFF2-40B4-BE49-F238E27FC236}">
                      <a16:creationId xmlns:a16="http://schemas.microsoft.com/office/drawing/2014/main" id="{16EC82C5-B8F2-449A-BFDF-BD2F58900B06}"/>
                    </a:ext>
                  </a:extLst>
                </p:cNvPr>
                <p:cNvSpPr/>
                <p:nvPr/>
              </p:nvSpPr>
              <p:spPr bwMode="auto">
                <a:xfrm>
                  <a:off x="8267017" y="2327890"/>
                  <a:ext cx="423362" cy="540000"/>
                </a:xfrm>
                <a:prstGeom prst="rect">
                  <a:avLst/>
                </a:prstGeom>
                <a:noFill/>
                <a:ln w="31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da-DK" sz="2000" b="0" i="0" u="none" strike="noStrike" kern="1200" cap="none" spc="0" normalizeH="0" baseline="0" noProof="0" err="1">
                    <a:ln>
                      <a:noFill/>
                    </a:ln>
                    <a:solidFill>
                      <a:srgbClr val="FFFFFF"/>
                    </a:solidFill>
                    <a:effectLst/>
                    <a:uLnTx/>
                    <a:uFillTx/>
                    <a:latin typeface="Tw Cen MT" panose="020B0602020104020603"/>
                    <a:ea typeface="Segoe UI" pitchFamily="34" charset="0"/>
                    <a:cs typeface="Segoe UI" pitchFamily="34" charset="0"/>
                  </a:endParaRPr>
                </a:p>
              </p:txBody>
            </p:sp>
            <p:sp>
              <p:nvSpPr>
                <p:cNvPr id="7173" name="Rectangle 7172">
                  <a:extLst>
                    <a:ext uri="{FF2B5EF4-FFF2-40B4-BE49-F238E27FC236}">
                      <a16:creationId xmlns:a16="http://schemas.microsoft.com/office/drawing/2014/main" id="{96852B17-7C28-4F35-413A-D89B28E8F969}"/>
                    </a:ext>
                  </a:extLst>
                </p:cNvPr>
                <p:cNvSpPr/>
                <p:nvPr/>
              </p:nvSpPr>
              <p:spPr bwMode="auto">
                <a:xfrm>
                  <a:off x="8690534" y="2327890"/>
                  <a:ext cx="141633" cy="108000"/>
                </a:xfrm>
                <a:prstGeom prst="rect">
                  <a:avLst/>
                </a:prstGeom>
                <a:noFill/>
                <a:ln w="31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da-DK" sz="2000" b="0" i="0" u="none" strike="noStrike" kern="1200" cap="none" spc="0" normalizeH="0" baseline="0" noProof="0" err="1">
                    <a:ln>
                      <a:noFill/>
                    </a:ln>
                    <a:solidFill>
                      <a:srgbClr val="FFFFFF"/>
                    </a:solidFill>
                    <a:effectLst/>
                    <a:uLnTx/>
                    <a:uFillTx/>
                    <a:latin typeface="Tw Cen MT" panose="020B0602020104020603"/>
                    <a:ea typeface="Segoe UI" pitchFamily="34" charset="0"/>
                    <a:cs typeface="Segoe UI" pitchFamily="34" charset="0"/>
                  </a:endParaRPr>
                </a:p>
              </p:txBody>
            </p:sp>
            <p:sp>
              <p:nvSpPr>
                <p:cNvPr id="7174" name="Rectangle 7173">
                  <a:extLst>
                    <a:ext uri="{FF2B5EF4-FFF2-40B4-BE49-F238E27FC236}">
                      <a16:creationId xmlns:a16="http://schemas.microsoft.com/office/drawing/2014/main" id="{F8F7FBD6-96C0-987D-F4A0-E9A1A94A5689}"/>
                    </a:ext>
                  </a:extLst>
                </p:cNvPr>
                <p:cNvSpPr/>
                <p:nvPr/>
              </p:nvSpPr>
              <p:spPr bwMode="auto">
                <a:xfrm>
                  <a:off x="8690534" y="2435890"/>
                  <a:ext cx="141633" cy="108000"/>
                </a:xfrm>
                <a:prstGeom prst="rect">
                  <a:avLst/>
                </a:prstGeom>
                <a:solidFill>
                  <a:schemeClr val="bg1"/>
                </a:solidFill>
                <a:ln w="31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da-DK" sz="2000" b="0" i="0" u="none" strike="noStrike" kern="1200" cap="none" spc="0" normalizeH="0" baseline="0" noProof="0" err="1">
                    <a:ln>
                      <a:noFill/>
                    </a:ln>
                    <a:solidFill>
                      <a:srgbClr val="FFFFFF"/>
                    </a:solidFill>
                    <a:effectLst/>
                    <a:uLnTx/>
                    <a:uFillTx/>
                    <a:latin typeface="Tw Cen MT" panose="020B0602020104020603"/>
                    <a:ea typeface="Segoe UI" pitchFamily="34" charset="0"/>
                    <a:cs typeface="Segoe UI" pitchFamily="34" charset="0"/>
                  </a:endParaRPr>
                </a:p>
              </p:txBody>
            </p:sp>
            <p:sp>
              <p:nvSpPr>
                <p:cNvPr id="7175" name="Rectangle 7174">
                  <a:extLst>
                    <a:ext uri="{FF2B5EF4-FFF2-40B4-BE49-F238E27FC236}">
                      <a16:creationId xmlns:a16="http://schemas.microsoft.com/office/drawing/2014/main" id="{C3AD255A-AD56-2CB0-87B3-A47D54162064}"/>
                    </a:ext>
                  </a:extLst>
                </p:cNvPr>
                <p:cNvSpPr/>
                <p:nvPr/>
              </p:nvSpPr>
              <p:spPr bwMode="auto">
                <a:xfrm>
                  <a:off x="8690379" y="2543890"/>
                  <a:ext cx="141633" cy="108000"/>
                </a:xfrm>
                <a:prstGeom prst="rect">
                  <a:avLst/>
                </a:prstGeom>
                <a:noFill/>
                <a:ln w="31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da-DK" sz="2000" b="0" i="0" u="none" strike="noStrike" kern="1200" cap="none" spc="0" normalizeH="0" baseline="0" noProof="0" err="1">
                    <a:ln>
                      <a:noFill/>
                    </a:ln>
                    <a:solidFill>
                      <a:srgbClr val="FFFFFF"/>
                    </a:solidFill>
                    <a:effectLst/>
                    <a:uLnTx/>
                    <a:uFillTx/>
                    <a:latin typeface="Tw Cen MT" panose="020B0602020104020603"/>
                    <a:ea typeface="Segoe UI" pitchFamily="34" charset="0"/>
                    <a:cs typeface="Segoe UI" pitchFamily="34" charset="0"/>
                  </a:endParaRPr>
                </a:p>
              </p:txBody>
            </p:sp>
            <p:sp>
              <p:nvSpPr>
                <p:cNvPr id="7176" name="Rectangle 7175">
                  <a:extLst>
                    <a:ext uri="{FF2B5EF4-FFF2-40B4-BE49-F238E27FC236}">
                      <a16:creationId xmlns:a16="http://schemas.microsoft.com/office/drawing/2014/main" id="{82A7612B-1A6B-E9FF-6200-BF40BE94956E}"/>
                    </a:ext>
                  </a:extLst>
                </p:cNvPr>
                <p:cNvSpPr/>
                <p:nvPr/>
              </p:nvSpPr>
              <p:spPr bwMode="auto">
                <a:xfrm>
                  <a:off x="8690379" y="2651890"/>
                  <a:ext cx="141633" cy="108000"/>
                </a:xfrm>
                <a:prstGeom prst="rect">
                  <a:avLst/>
                </a:prstGeom>
                <a:solidFill>
                  <a:schemeClr val="accent3">
                    <a:lumMod val="20000"/>
                    <a:lumOff val="80000"/>
                  </a:schemeClr>
                </a:solidFill>
                <a:ln w="31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da-DK" sz="2000" b="0" i="0" u="none" strike="noStrike" kern="1200" cap="none" spc="0" normalizeH="0" baseline="0" noProof="0" err="1">
                    <a:ln>
                      <a:noFill/>
                    </a:ln>
                    <a:solidFill>
                      <a:srgbClr val="FFFFFF"/>
                    </a:solidFill>
                    <a:effectLst/>
                    <a:uLnTx/>
                    <a:uFillTx/>
                    <a:latin typeface="Tw Cen MT" panose="020B0602020104020603"/>
                    <a:ea typeface="Segoe UI" pitchFamily="34" charset="0"/>
                    <a:cs typeface="Segoe UI" pitchFamily="34" charset="0"/>
                  </a:endParaRPr>
                </a:p>
              </p:txBody>
            </p:sp>
            <p:sp>
              <p:nvSpPr>
                <p:cNvPr id="7178" name="Rectangle 7177">
                  <a:extLst>
                    <a:ext uri="{FF2B5EF4-FFF2-40B4-BE49-F238E27FC236}">
                      <a16:creationId xmlns:a16="http://schemas.microsoft.com/office/drawing/2014/main" id="{01F0101B-495E-1E70-1492-44118A60FB3F}"/>
                    </a:ext>
                  </a:extLst>
                </p:cNvPr>
                <p:cNvSpPr/>
                <p:nvPr/>
              </p:nvSpPr>
              <p:spPr bwMode="auto">
                <a:xfrm>
                  <a:off x="8690378" y="2759891"/>
                  <a:ext cx="141633" cy="108000"/>
                </a:xfrm>
                <a:prstGeom prst="rect">
                  <a:avLst/>
                </a:prstGeom>
                <a:noFill/>
                <a:ln w="31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da-DK" sz="2000" b="0" i="0" u="none" strike="noStrike" kern="1200" cap="none" spc="0" normalizeH="0" baseline="0" noProof="0" err="1">
                    <a:ln>
                      <a:noFill/>
                    </a:ln>
                    <a:solidFill>
                      <a:srgbClr val="FFFFFF"/>
                    </a:solidFill>
                    <a:effectLst/>
                    <a:uLnTx/>
                    <a:uFillTx/>
                    <a:latin typeface="Tw Cen MT" panose="020B0602020104020603"/>
                    <a:ea typeface="Segoe UI" pitchFamily="34" charset="0"/>
                    <a:cs typeface="Segoe UI" pitchFamily="34" charset="0"/>
                  </a:endParaRPr>
                </a:p>
              </p:txBody>
            </p:sp>
            <p:cxnSp>
              <p:nvCxnSpPr>
                <p:cNvPr id="7181" name="Straight Arrow Connector 7180">
                  <a:extLst>
                    <a:ext uri="{FF2B5EF4-FFF2-40B4-BE49-F238E27FC236}">
                      <a16:creationId xmlns:a16="http://schemas.microsoft.com/office/drawing/2014/main" id="{97F843FA-0948-BF31-EE65-496164E08966}"/>
                    </a:ext>
                  </a:extLst>
                </p:cNvPr>
                <p:cNvCxnSpPr>
                  <a:cxnSpLocks/>
                </p:cNvCxnSpPr>
                <p:nvPr/>
              </p:nvCxnSpPr>
              <p:spPr>
                <a:xfrm>
                  <a:off x="8832011" y="2610565"/>
                  <a:ext cx="1035889" cy="0"/>
                </a:xfrm>
                <a:prstGeom prst="straightConnector1">
                  <a:avLst/>
                </a:prstGeom>
                <a:noFill/>
                <a:ln w="9525" cap="flat" cmpd="sng" algn="ctr">
                  <a:solidFill>
                    <a:srgbClr val="0078D4"/>
                  </a:solidFill>
                  <a:prstDash val="dash"/>
                  <a:headEnd type="triangle" w="med" len="med"/>
                  <a:tailEnd type="none"/>
                </a:ln>
                <a:effectLst/>
              </p:spPr>
            </p:cxnSp>
            <p:cxnSp>
              <p:nvCxnSpPr>
                <p:cNvPr id="7183" name="Straight Arrow Connector 7182">
                  <a:extLst>
                    <a:ext uri="{FF2B5EF4-FFF2-40B4-BE49-F238E27FC236}">
                      <a16:creationId xmlns:a16="http://schemas.microsoft.com/office/drawing/2014/main" id="{C536CD61-F8F7-781D-C1C3-16FEA21965AC}"/>
                    </a:ext>
                  </a:extLst>
                </p:cNvPr>
                <p:cNvCxnSpPr>
                  <a:cxnSpLocks/>
                  <a:stCxn id="7168" idx="1"/>
                  <a:endCxn id="7184" idx="6"/>
                </p:cNvCxnSpPr>
                <p:nvPr/>
              </p:nvCxnSpPr>
              <p:spPr>
                <a:xfrm flipH="1" flipV="1">
                  <a:off x="6172257" y="2596201"/>
                  <a:ext cx="2031561" cy="8522"/>
                </a:xfrm>
                <a:prstGeom prst="straightConnector1">
                  <a:avLst/>
                </a:prstGeom>
                <a:noFill/>
                <a:ln w="9525" cap="flat" cmpd="sng" algn="ctr">
                  <a:solidFill>
                    <a:srgbClr val="0078D4"/>
                  </a:solidFill>
                  <a:prstDash val="dash"/>
                  <a:headEnd type="triangle" w="med" len="med"/>
                  <a:tailEnd type="none"/>
                </a:ln>
                <a:effectLst/>
              </p:spPr>
            </p:cxnSp>
            <p:sp>
              <p:nvSpPr>
                <p:cNvPr id="7184" name="Oval 7183">
                  <a:extLst>
                    <a:ext uri="{FF2B5EF4-FFF2-40B4-BE49-F238E27FC236}">
                      <a16:creationId xmlns:a16="http://schemas.microsoft.com/office/drawing/2014/main" id="{6485E039-DD7E-133D-C7BD-B8197ACFF23D}"/>
                    </a:ext>
                  </a:extLst>
                </p:cNvPr>
                <p:cNvSpPr>
                  <a:spLocks noChangeAspect="1"/>
                </p:cNvSpPr>
                <p:nvPr/>
              </p:nvSpPr>
              <p:spPr bwMode="auto">
                <a:xfrm>
                  <a:off x="5585903" y="2362817"/>
                  <a:ext cx="586354" cy="466767"/>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00" b="0" i="0" u="none" strike="noStrike" kern="1200" cap="none" spc="0" normalizeH="0" baseline="0" noProof="0">
                      <a:ln>
                        <a:noFill/>
                      </a:ln>
                      <a:solidFill>
                        <a:srgbClr val="FFFFFF"/>
                      </a:solidFill>
                      <a:effectLst/>
                      <a:uLnTx/>
                      <a:uFillTx/>
                      <a:latin typeface="Tw Cen MT" panose="020B0602020104020603"/>
                      <a:ea typeface="Segoe UI" pitchFamily="34" charset="0"/>
                      <a:cs typeface="Segoe UI" pitchFamily="34" charset="0"/>
                    </a:rPr>
                    <a:t>Trans-form</a:t>
                  </a:r>
                </a:p>
              </p:txBody>
            </p:sp>
          </p:grpSp>
        </p:grpSp>
        <p:sp>
          <p:nvSpPr>
            <p:cNvPr id="50" name="TextBox 49">
              <a:extLst>
                <a:ext uri="{FF2B5EF4-FFF2-40B4-BE49-F238E27FC236}">
                  <a16:creationId xmlns:a16="http://schemas.microsoft.com/office/drawing/2014/main" id="{1B6796C7-8589-2D19-73FD-00BF6E53DDCE}"/>
                </a:ext>
              </a:extLst>
            </p:cNvPr>
            <p:cNvSpPr txBox="1"/>
            <p:nvPr/>
          </p:nvSpPr>
          <p:spPr>
            <a:xfrm>
              <a:off x="7000692" y="348227"/>
              <a:ext cx="1316772" cy="646405"/>
            </a:xfrm>
            <a:prstGeom prst="rect">
              <a:avLst/>
            </a:prstGeom>
            <a:noFill/>
          </p:spPr>
          <p:txBody>
            <a:bodyPr wrap="none" rtlCol="0">
              <a:spAutoFit/>
            </a:bodyPr>
            <a:lstStyle/>
            <a:p>
              <a:r>
                <a:rPr lang="en-GB" sz="1050" dirty="0">
                  <a:solidFill>
                    <a:schemeClr val="bg1"/>
                  </a:solidFill>
                </a:rPr>
                <a:t>Limitation</a:t>
              </a:r>
              <a:br>
                <a:rPr lang="en-GB" sz="1050" dirty="0">
                  <a:solidFill>
                    <a:schemeClr val="bg1"/>
                  </a:solidFill>
                </a:rPr>
              </a:br>
              <a:r>
                <a:rPr lang="en-GB" sz="1050" dirty="0">
                  <a:solidFill>
                    <a:schemeClr val="bg1"/>
                  </a:solidFill>
                </a:rPr>
                <a:t>Anonymization</a:t>
              </a:r>
              <a:br>
                <a:rPr lang="en-GB" sz="1050" dirty="0">
                  <a:solidFill>
                    <a:schemeClr val="bg1"/>
                  </a:solidFill>
                </a:rPr>
              </a:br>
              <a:r>
                <a:rPr lang="en-GB" sz="1050" dirty="0" err="1">
                  <a:solidFill>
                    <a:schemeClr val="bg1"/>
                  </a:solidFill>
                </a:rPr>
                <a:t>Pseudomisization</a:t>
              </a:r>
              <a:endParaRPr lang="en-DK" sz="1050" dirty="0">
                <a:solidFill>
                  <a:schemeClr val="bg1"/>
                </a:solidFill>
              </a:endParaRPr>
            </a:p>
          </p:txBody>
        </p:sp>
      </p:grpSp>
    </p:spTree>
    <p:extLst>
      <p:ext uri="{BB962C8B-B14F-4D97-AF65-F5344CB8AC3E}">
        <p14:creationId xmlns:p14="http://schemas.microsoft.com/office/powerpoint/2010/main" val="133883817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ight Arrow 1">
            <a:extLst>
              <a:ext uri="{FF2B5EF4-FFF2-40B4-BE49-F238E27FC236}">
                <a16:creationId xmlns:a16="http://schemas.microsoft.com/office/drawing/2014/main" id="{092C865B-51DC-77E9-A8EA-A9923E629803}"/>
              </a:ext>
            </a:extLst>
          </p:cNvPr>
          <p:cNvSpPr/>
          <p:nvPr/>
        </p:nvSpPr>
        <p:spPr bwMode="auto">
          <a:xfrm>
            <a:off x="2235200" y="2633472"/>
            <a:ext cx="8331200" cy="1684528"/>
          </a:xfrm>
          <a:prstGeom prst="rightArrow">
            <a:avLst/>
          </a:prstGeom>
          <a:solidFill>
            <a:schemeClr val="accent1">
              <a:alpha val="39505"/>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000000"/>
              </a:solidFill>
              <a:ea typeface="Segoe UI" pitchFamily="34" charset="0"/>
              <a:cs typeface="Segoe UI" pitchFamily="34" charset="0"/>
            </a:endParaRPr>
          </a:p>
        </p:txBody>
      </p:sp>
      <p:grpSp>
        <p:nvGrpSpPr>
          <p:cNvPr id="70" name="Group 69">
            <a:extLst>
              <a:ext uri="{FF2B5EF4-FFF2-40B4-BE49-F238E27FC236}">
                <a16:creationId xmlns:a16="http://schemas.microsoft.com/office/drawing/2014/main" id="{C35ED487-237B-1C10-30D6-9E006E921772}"/>
              </a:ext>
            </a:extLst>
          </p:cNvPr>
          <p:cNvGrpSpPr/>
          <p:nvPr/>
        </p:nvGrpSpPr>
        <p:grpSpPr>
          <a:xfrm>
            <a:off x="7028429" y="1484509"/>
            <a:ext cx="2101276" cy="3926843"/>
            <a:chOff x="7019589" y="1536889"/>
            <a:chExt cx="2101276" cy="3955056"/>
          </a:xfrm>
        </p:grpSpPr>
        <p:sp>
          <p:nvSpPr>
            <p:cNvPr id="85" name="Rectangle 84">
              <a:extLst>
                <a:ext uri="{FF2B5EF4-FFF2-40B4-BE49-F238E27FC236}">
                  <a16:creationId xmlns:a16="http://schemas.microsoft.com/office/drawing/2014/main" id="{CA1FDF63-603E-4923-B1A0-E1EA4D270132}"/>
                </a:ext>
              </a:extLst>
            </p:cNvPr>
            <p:cNvSpPr/>
            <p:nvPr/>
          </p:nvSpPr>
          <p:spPr bwMode="auto">
            <a:xfrm>
              <a:off x="7064880" y="1536889"/>
              <a:ext cx="2055985" cy="3955056"/>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1A1A1A"/>
                  </a:solidFill>
                  <a:effectLst/>
                  <a:uLnTx/>
                  <a:uFillTx/>
                  <a:latin typeface="Segoe UI Semibold"/>
                  <a:ea typeface="+mj-ea"/>
                  <a:cs typeface="+mj-cs"/>
                </a:rPr>
                <a:t>Publish/Gold</a:t>
              </a:r>
              <a:endParaRPr kumimoji="0" lang="da-DK" sz="180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cxnSp>
          <p:nvCxnSpPr>
            <p:cNvPr id="7187" name="Straight Arrow Connector 7186">
              <a:extLst>
                <a:ext uri="{FF2B5EF4-FFF2-40B4-BE49-F238E27FC236}">
                  <a16:creationId xmlns:a16="http://schemas.microsoft.com/office/drawing/2014/main" id="{5A2B1B65-0F24-4193-962C-C33A0A95F781}"/>
                </a:ext>
              </a:extLst>
            </p:cNvPr>
            <p:cNvCxnSpPr>
              <a:cxnSpLocks/>
            </p:cNvCxnSpPr>
            <p:nvPr/>
          </p:nvCxnSpPr>
          <p:spPr>
            <a:xfrm flipH="1" flipV="1">
              <a:off x="7019589" y="4726312"/>
              <a:ext cx="18132" cy="106933"/>
            </a:xfrm>
            <a:prstGeom prst="straightConnector1">
              <a:avLst/>
            </a:prstGeom>
            <a:noFill/>
            <a:ln w="9525" cap="flat" cmpd="sng" algn="ctr">
              <a:solidFill>
                <a:srgbClr val="0078D4"/>
              </a:solidFill>
              <a:prstDash val="dash"/>
              <a:headEnd type="none" w="med" len="med"/>
              <a:tailEnd type="none"/>
            </a:ln>
            <a:effectLst/>
          </p:spPr>
        </p:cxnSp>
        <p:sp>
          <p:nvSpPr>
            <p:cNvPr id="10" name="TextBox 9">
              <a:extLst>
                <a:ext uri="{FF2B5EF4-FFF2-40B4-BE49-F238E27FC236}">
                  <a16:creationId xmlns:a16="http://schemas.microsoft.com/office/drawing/2014/main" id="{303C0EE2-28F1-6AB6-8F7F-1351784CE9BA}"/>
                </a:ext>
              </a:extLst>
            </p:cNvPr>
            <p:cNvSpPr txBox="1"/>
            <p:nvPr/>
          </p:nvSpPr>
          <p:spPr>
            <a:xfrm>
              <a:off x="8571578" y="3111624"/>
              <a:ext cx="369332" cy="991335"/>
            </a:xfrm>
            <a:prstGeom prst="rect">
              <a:avLst/>
            </a:prstGeom>
            <a:noFill/>
          </p:spPr>
          <p:txBody>
            <a:bodyPr vert="vert" wrap="square" rtlCol="0">
              <a:spAutoFit/>
            </a:bodyPr>
            <a:lstStyle/>
            <a:p>
              <a:r>
                <a:rPr lang="en-US" sz="1200" i="1">
                  <a:solidFill>
                    <a:schemeClr val="bg1"/>
                  </a:solidFill>
                </a:rPr>
                <a:t>Data Marts</a:t>
              </a:r>
              <a:endParaRPr lang="en-DK" sz="1200" i="1">
                <a:solidFill>
                  <a:schemeClr val="bg1"/>
                </a:solidFill>
              </a:endParaRPr>
            </a:p>
          </p:txBody>
        </p:sp>
      </p:grpSp>
      <p:grpSp>
        <p:nvGrpSpPr>
          <p:cNvPr id="25" name="Group 24">
            <a:extLst>
              <a:ext uri="{FF2B5EF4-FFF2-40B4-BE49-F238E27FC236}">
                <a16:creationId xmlns:a16="http://schemas.microsoft.com/office/drawing/2014/main" id="{183B9692-EAB5-DB92-6F9C-FC499A1EBC93}"/>
              </a:ext>
            </a:extLst>
          </p:cNvPr>
          <p:cNvGrpSpPr/>
          <p:nvPr/>
        </p:nvGrpSpPr>
        <p:grpSpPr>
          <a:xfrm>
            <a:off x="4138289" y="1470404"/>
            <a:ext cx="2629287" cy="3926843"/>
            <a:chOff x="4138289" y="1470404"/>
            <a:chExt cx="2629287" cy="3926843"/>
          </a:xfrm>
        </p:grpSpPr>
        <p:grpSp>
          <p:nvGrpSpPr>
            <p:cNvPr id="71" name="Group 70">
              <a:extLst>
                <a:ext uri="{FF2B5EF4-FFF2-40B4-BE49-F238E27FC236}">
                  <a16:creationId xmlns:a16="http://schemas.microsoft.com/office/drawing/2014/main" id="{93851689-3911-B596-8558-56D5CB4EA6FD}"/>
                </a:ext>
              </a:extLst>
            </p:cNvPr>
            <p:cNvGrpSpPr/>
            <p:nvPr/>
          </p:nvGrpSpPr>
          <p:grpSpPr>
            <a:xfrm>
              <a:off x="4138289" y="1470404"/>
              <a:ext cx="2629287" cy="3926843"/>
              <a:chOff x="4179277" y="1536889"/>
              <a:chExt cx="2629287" cy="3926843"/>
            </a:xfrm>
          </p:grpSpPr>
          <p:sp>
            <p:nvSpPr>
              <p:cNvPr id="6" name="Rectangle 5">
                <a:extLst>
                  <a:ext uri="{FF2B5EF4-FFF2-40B4-BE49-F238E27FC236}">
                    <a16:creationId xmlns:a16="http://schemas.microsoft.com/office/drawing/2014/main" id="{2AADBD70-2FFD-44D2-9B80-347D24354324}"/>
                  </a:ext>
                </a:extLst>
              </p:cNvPr>
              <p:cNvSpPr/>
              <p:nvPr/>
            </p:nvSpPr>
            <p:spPr bwMode="auto">
              <a:xfrm>
                <a:off x="4179277" y="1536889"/>
                <a:ext cx="2617718" cy="3926843"/>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1A1A1A"/>
                    </a:solidFill>
                    <a:effectLst/>
                    <a:uLnTx/>
                    <a:uFillTx/>
                    <a:latin typeface="Segoe UI Semibold"/>
                    <a:ea typeface="+mj-ea"/>
                    <a:cs typeface="+mj-cs"/>
                  </a:rPr>
                  <a:t>Transform/Silver</a:t>
                </a:r>
                <a:endParaRPr kumimoji="0" lang="da-DK" sz="180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sp>
            <p:nvSpPr>
              <p:cNvPr id="47" name="Oval 46">
                <a:extLst>
                  <a:ext uri="{FF2B5EF4-FFF2-40B4-BE49-F238E27FC236}">
                    <a16:creationId xmlns:a16="http://schemas.microsoft.com/office/drawing/2014/main" id="{F18BBD64-5626-4518-AAD9-8879EEB85B3A}"/>
                  </a:ext>
                </a:extLst>
              </p:cNvPr>
              <p:cNvSpPr>
                <a:spLocks noChangeAspect="1"/>
              </p:cNvSpPr>
              <p:nvPr/>
            </p:nvSpPr>
            <p:spPr bwMode="auto">
              <a:xfrm>
                <a:off x="4394947" y="3287958"/>
                <a:ext cx="623667" cy="466767"/>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00" b="0" i="0" u="none" strike="noStrike" kern="1200" cap="none" spc="0" normalizeH="0" baseline="0" noProof="0" dirty="0">
                    <a:ln>
                      <a:noFill/>
                    </a:ln>
                    <a:solidFill>
                      <a:srgbClr val="FFFFFF"/>
                    </a:solidFill>
                    <a:effectLst/>
                    <a:uLnTx/>
                    <a:uFillTx/>
                    <a:latin typeface="Tw Cen MT" panose="020B0602020104020603"/>
                    <a:ea typeface="Segoe UI" pitchFamily="34" charset="0"/>
                    <a:cs typeface="Segoe UI" pitchFamily="34" charset="0"/>
                  </a:rPr>
                  <a:t>Trans-form</a:t>
                </a:r>
              </a:p>
            </p:txBody>
          </p:sp>
          <p:cxnSp>
            <p:nvCxnSpPr>
              <p:cNvPr id="81" name="Straight Arrow Connector 80">
                <a:extLst>
                  <a:ext uri="{FF2B5EF4-FFF2-40B4-BE49-F238E27FC236}">
                    <a16:creationId xmlns:a16="http://schemas.microsoft.com/office/drawing/2014/main" id="{BD53E458-57BD-4944-A8C0-83E563448292}"/>
                  </a:ext>
                </a:extLst>
              </p:cNvPr>
              <p:cNvCxnSpPr>
                <a:cxnSpLocks/>
                <a:stCxn id="43" idx="2"/>
                <a:endCxn id="47" idx="6"/>
              </p:cNvCxnSpPr>
              <p:nvPr/>
            </p:nvCxnSpPr>
            <p:spPr>
              <a:xfrm flipH="1" flipV="1">
                <a:off x="5018614" y="3521342"/>
                <a:ext cx="340679" cy="3037"/>
              </a:xfrm>
              <a:prstGeom prst="straightConnector1">
                <a:avLst/>
              </a:prstGeom>
              <a:noFill/>
              <a:ln w="9525" cap="flat" cmpd="sng" algn="ctr">
                <a:solidFill>
                  <a:srgbClr val="0078D4"/>
                </a:solidFill>
                <a:prstDash val="dash"/>
                <a:headEnd type="triangle" w="med" len="med"/>
                <a:tailEnd type="none"/>
              </a:ln>
              <a:effectLst/>
            </p:spPr>
          </p:cxnSp>
          <p:sp>
            <p:nvSpPr>
              <p:cNvPr id="52" name="Oval 51">
                <a:extLst>
                  <a:ext uri="{FF2B5EF4-FFF2-40B4-BE49-F238E27FC236}">
                    <a16:creationId xmlns:a16="http://schemas.microsoft.com/office/drawing/2014/main" id="{A70F28BB-8FE4-4C6D-9959-CB9CD0E14BED}"/>
                  </a:ext>
                </a:extLst>
              </p:cNvPr>
              <p:cNvSpPr>
                <a:spLocks noChangeAspect="1"/>
              </p:cNvSpPr>
              <p:nvPr/>
            </p:nvSpPr>
            <p:spPr bwMode="auto">
              <a:xfrm>
                <a:off x="5244828" y="4427011"/>
                <a:ext cx="643745" cy="466767"/>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00" b="0" i="0" u="none" strike="noStrike" kern="1200" cap="none" spc="0" normalizeH="0" baseline="0" noProof="0">
                    <a:ln>
                      <a:noFill/>
                    </a:ln>
                    <a:solidFill>
                      <a:srgbClr val="FFFFFF"/>
                    </a:solidFill>
                    <a:effectLst/>
                    <a:uLnTx/>
                    <a:uFillTx/>
                    <a:latin typeface="Tw Cen MT" panose="020B0602020104020603"/>
                    <a:ea typeface="Segoe UI" pitchFamily="34" charset="0"/>
                    <a:cs typeface="Segoe UI" pitchFamily="34" charset="0"/>
                  </a:rPr>
                  <a:t>Trans-form</a:t>
                </a:r>
              </a:p>
            </p:txBody>
          </p:sp>
          <p:cxnSp>
            <p:nvCxnSpPr>
              <p:cNvPr id="89" name="Straight Arrow Connector 88">
                <a:extLst>
                  <a:ext uri="{FF2B5EF4-FFF2-40B4-BE49-F238E27FC236}">
                    <a16:creationId xmlns:a16="http://schemas.microsoft.com/office/drawing/2014/main" id="{CCDC071A-DB6C-4A17-8390-D9B5A25B38AF}"/>
                  </a:ext>
                </a:extLst>
              </p:cNvPr>
              <p:cNvCxnSpPr>
                <a:cxnSpLocks/>
                <a:stCxn id="52" idx="0"/>
                <a:endCxn id="43" idx="4"/>
              </p:cNvCxnSpPr>
              <p:nvPr/>
            </p:nvCxnSpPr>
            <p:spPr>
              <a:xfrm flipV="1">
                <a:off x="5566701" y="3732617"/>
                <a:ext cx="321436" cy="694394"/>
              </a:xfrm>
              <a:prstGeom prst="straightConnector1">
                <a:avLst/>
              </a:prstGeom>
              <a:noFill/>
              <a:ln w="9525" cap="flat" cmpd="sng" algn="ctr">
                <a:solidFill>
                  <a:srgbClr val="0078D4"/>
                </a:solidFill>
                <a:prstDash val="dash"/>
                <a:headEnd type="triangle" w="med" len="med"/>
                <a:tailEnd type="none"/>
              </a:ln>
              <a:effectLst/>
            </p:spPr>
          </p:cxnSp>
          <p:cxnSp>
            <p:nvCxnSpPr>
              <p:cNvPr id="92" name="Straight Arrow Connector 91">
                <a:extLst>
                  <a:ext uri="{FF2B5EF4-FFF2-40B4-BE49-F238E27FC236}">
                    <a16:creationId xmlns:a16="http://schemas.microsoft.com/office/drawing/2014/main" id="{28A4BD2F-806A-427E-93FA-8DC8EE2A4779}"/>
                  </a:ext>
                </a:extLst>
              </p:cNvPr>
              <p:cNvCxnSpPr>
                <a:cxnSpLocks/>
                <a:endCxn id="52" idx="6"/>
              </p:cNvCxnSpPr>
              <p:nvPr/>
            </p:nvCxnSpPr>
            <p:spPr>
              <a:xfrm flipH="1">
                <a:off x="5888573" y="4639860"/>
                <a:ext cx="185746" cy="20535"/>
              </a:xfrm>
              <a:prstGeom prst="straightConnector1">
                <a:avLst/>
              </a:prstGeom>
              <a:noFill/>
              <a:ln w="9525" cap="flat" cmpd="sng" algn="ctr">
                <a:solidFill>
                  <a:srgbClr val="0078D4"/>
                </a:solidFill>
                <a:prstDash val="dash"/>
                <a:headEnd type="triangle" w="med" len="med"/>
                <a:tailEnd type="none"/>
              </a:ln>
              <a:effectLst/>
            </p:spPr>
          </p:cxnSp>
          <p:sp>
            <p:nvSpPr>
              <p:cNvPr id="82" name="TextBox 81">
                <a:extLst>
                  <a:ext uri="{FF2B5EF4-FFF2-40B4-BE49-F238E27FC236}">
                    <a16:creationId xmlns:a16="http://schemas.microsoft.com/office/drawing/2014/main" id="{15A487D9-732B-41A8-ABBB-1DEC0243311E}"/>
                  </a:ext>
                </a:extLst>
              </p:cNvPr>
              <p:cNvSpPr txBox="1"/>
              <p:nvPr/>
            </p:nvSpPr>
            <p:spPr>
              <a:xfrm>
                <a:off x="5627468" y="4909680"/>
                <a:ext cx="1181096"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000" b="0" i="0" u="none" strike="noStrike" kern="1200" cap="none" spc="0" normalizeH="0" baseline="0" noProof="0" dirty="0">
                    <a:ln>
                      <a:noFill/>
                    </a:ln>
                    <a:solidFill>
                      <a:schemeClr val="bg1">
                        <a:lumMod val="50000"/>
                      </a:schemeClr>
                    </a:solidFill>
                    <a:effectLst/>
                    <a:uLnTx/>
                    <a:uFillTx/>
                    <a:latin typeface="Segoe UI" panose="020B0502040204020203" pitchFamily="34" charset="0"/>
                    <a:ea typeface="+mn-ea"/>
                    <a:cs typeface="+mn-cs"/>
                  </a:rPr>
                  <a:t>Enterprise Data Warehouse</a:t>
                </a:r>
                <a:endParaRPr kumimoji="0" lang="da-DK" sz="1000" b="0" i="0" u="none" strike="noStrike" kern="1200" cap="none" spc="0" normalizeH="0" baseline="0" noProof="0" dirty="0">
                  <a:ln>
                    <a:noFill/>
                  </a:ln>
                  <a:solidFill>
                    <a:schemeClr val="bg1">
                      <a:lumMod val="50000"/>
                    </a:schemeClr>
                  </a:solidFill>
                  <a:effectLst/>
                  <a:uLnTx/>
                  <a:uFillTx/>
                  <a:latin typeface="Tw Cen MT" panose="020B0602020104020603"/>
                  <a:ea typeface="+mn-ea"/>
                  <a:cs typeface="+mn-cs"/>
                </a:endParaRPr>
              </a:p>
            </p:txBody>
          </p:sp>
        </p:grpSp>
        <p:sp>
          <p:nvSpPr>
            <p:cNvPr id="7" name="Oval 6">
              <a:extLst>
                <a:ext uri="{FF2B5EF4-FFF2-40B4-BE49-F238E27FC236}">
                  <a16:creationId xmlns:a16="http://schemas.microsoft.com/office/drawing/2014/main" id="{323D77CF-41DF-D6D7-5084-11F4AFE6CA94}"/>
                </a:ext>
              </a:extLst>
            </p:cNvPr>
            <p:cNvSpPr/>
            <p:nvPr/>
          </p:nvSpPr>
          <p:spPr>
            <a:xfrm>
              <a:off x="5334509" y="2668478"/>
              <a:ext cx="1057687"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Store</a:t>
              </a:r>
              <a:endParaRPr lang="en-DK" sz="1100" dirty="0"/>
            </a:p>
          </p:txBody>
        </p:sp>
        <p:sp>
          <p:nvSpPr>
            <p:cNvPr id="20" name="Oval 19">
              <a:extLst>
                <a:ext uri="{FF2B5EF4-FFF2-40B4-BE49-F238E27FC236}">
                  <a16:creationId xmlns:a16="http://schemas.microsoft.com/office/drawing/2014/main" id="{93799D68-8E64-6ABA-2D14-FB61E74F76AE}"/>
                </a:ext>
              </a:extLst>
            </p:cNvPr>
            <p:cNvSpPr/>
            <p:nvPr/>
          </p:nvSpPr>
          <p:spPr>
            <a:xfrm>
              <a:off x="5334509" y="2087301"/>
              <a:ext cx="1057687"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Store</a:t>
              </a:r>
              <a:endParaRPr lang="en-DK" sz="1100"/>
            </a:p>
          </p:txBody>
        </p:sp>
      </p:grpSp>
      <p:grpSp>
        <p:nvGrpSpPr>
          <p:cNvPr id="72" name="Group 71">
            <a:extLst>
              <a:ext uri="{FF2B5EF4-FFF2-40B4-BE49-F238E27FC236}">
                <a16:creationId xmlns:a16="http://schemas.microsoft.com/office/drawing/2014/main" id="{0509AF11-1A7A-DCD6-A500-73D07D4203A7}"/>
              </a:ext>
            </a:extLst>
          </p:cNvPr>
          <p:cNvGrpSpPr/>
          <p:nvPr/>
        </p:nvGrpSpPr>
        <p:grpSpPr>
          <a:xfrm>
            <a:off x="1627434" y="1469735"/>
            <a:ext cx="2279392" cy="3918665"/>
            <a:chOff x="1592581" y="1518530"/>
            <a:chExt cx="2279392" cy="3918665"/>
          </a:xfrm>
        </p:grpSpPr>
        <p:sp>
          <p:nvSpPr>
            <p:cNvPr id="4" name="Rectangle 3">
              <a:extLst>
                <a:ext uri="{FF2B5EF4-FFF2-40B4-BE49-F238E27FC236}">
                  <a16:creationId xmlns:a16="http://schemas.microsoft.com/office/drawing/2014/main" id="{64B893EC-80E5-4345-A576-A8A61F389E4B}"/>
                </a:ext>
              </a:extLst>
            </p:cNvPr>
            <p:cNvSpPr/>
            <p:nvPr/>
          </p:nvSpPr>
          <p:spPr bwMode="auto">
            <a:xfrm>
              <a:off x="1695358" y="1518530"/>
              <a:ext cx="2176615" cy="3918665"/>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1A1A1A"/>
                  </a:solidFill>
                  <a:effectLst/>
                  <a:uLnTx/>
                  <a:uFillTx/>
                  <a:latin typeface="Segoe UI Semibold"/>
                  <a:ea typeface="+mj-ea"/>
                  <a:cs typeface="+mj-cs"/>
                </a:rPr>
                <a:t>Ingest/Bronze</a:t>
              </a:r>
              <a:endParaRPr kumimoji="0" lang="da-DK" sz="1800" b="0" i="0" u="none" strike="noStrike" kern="0" cap="none" spc="0" normalizeH="0" baseline="0" noProof="0" dirty="0">
                <a:ln>
                  <a:noFill/>
                </a:ln>
                <a:solidFill>
                  <a:srgbClr val="1A1A1A"/>
                </a:solidFill>
                <a:effectLst/>
                <a:uLnTx/>
                <a:uFillTx/>
                <a:latin typeface="Segoe UI Semibold"/>
                <a:ea typeface="Segoe UI" pitchFamily="34" charset="0"/>
                <a:cs typeface="Segoe UI" pitchFamily="34" charset="0"/>
              </a:endParaRPr>
            </a:p>
          </p:txBody>
        </p:sp>
        <p:sp>
          <p:nvSpPr>
            <p:cNvPr id="56" name="Oval 55">
              <a:extLst>
                <a:ext uri="{FF2B5EF4-FFF2-40B4-BE49-F238E27FC236}">
                  <a16:creationId xmlns:a16="http://schemas.microsoft.com/office/drawing/2014/main" id="{50D74AC3-4DE5-4AB9-9015-485CA14E8C4C}"/>
                </a:ext>
              </a:extLst>
            </p:cNvPr>
            <p:cNvSpPr>
              <a:spLocks noChangeAspect="1"/>
            </p:cNvSpPr>
            <p:nvPr/>
          </p:nvSpPr>
          <p:spPr bwMode="auto">
            <a:xfrm>
              <a:off x="2784588" y="4469371"/>
              <a:ext cx="543363" cy="434260"/>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00" b="0" i="0" u="none" strike="noStrike" kern="1200" cap="none" spc="0" normalizeH="0" baseline="0" noProof="0" err="1">
                  <a:ln>
                    <a:noFill/>
                  </a:ln>
                  <a:solidFill>
                    <a:srgbClr val="FFFFFF"/>
                  </a:solidFill>
                  <a:effectLst/>
                  <a:uLnTx/>
                  <a:uFillTx/>
                  <a:latin typeface="Tw Cen MT" panose="020B0602020104020603"/>
                  <a:ea typeface="Segoe UI" pitchFamily="34" charset="0"/>
                  <a:cs typeface="Segoe UI" pitchFamily="34" charset="0"/>
                </a:rPr>
                <a:t>Copy</a:t>
              </a:r>
              <a:endParaRPr kumimoji="0" lang="da-DK" sz="1000" b="0" i="0" u="none" strike="noStrike" kern="1200" cap="none" spc="0" normalizeH="0" baseline="0" noProof="0">
                <a:ln>
                  <a:noFill/>
                </a:ln>
                <a:solidFill>
                  <a:srgbClr val="FFFFFF"/>
                </a:solidFill>
                <a:effectLst/>
                <a:uLnTx/>
                <a:uFillTx/>
                <a:latin typeface="Tw Cen MT" panose="020B0602020104020603"/>
                <a:ea typeface="Segoe UI" pitchFamily="34" charset="0"/>
                <a:cs typeface="Segoe UI" pitchFamily="34" charset="0"/>
              </a:endParaRPr>
            </a:p>
          </p:txBody>
        </p:sp>
        <p:cxnSp>
          <p:nvCxnSpPr>
            <p:cNvPr id="121" name="Straight Arrow Connector 120">
              <a:extLst>
                <a:ext uri="{FF2B5EF4-FFF2-40B4-BE49-F238E27FC236}">
                  <a16:creationId xmlns:a16="http://schemas.microsoft.com/office/drawing/2014/main" id="{948DFADD-10F1-468A-8635-299B90F03FD2}"/>
                </a:ext>
              </a:extLst>
            </p:cNvPr>
            <p:cNvCxnSpPr>
              <a:cxnSpLocks/>
              <a:stCxn id="125" idx="2"/>
              <a:endCxn id="78" idx="3"/>
            </p:cNvCxnSpPr>
            <p:nvPr/>
          </p:nvCxnSpPr>
          <p:spPr>
            <a:xfrm flipH="1">
              <a:off x="2492715" y="2515204"/>
              <a:ext cx="291873" cy="7657"/>
            </a:xfrm>
            <a:prstGeom prst="straightConnector1">
              <a:avLst/>
            </a:prstGeom>
            <a:noFill/>
            <a:ln w="9525" cap="flat" cmpd="sng" algn="ctr">
              <a:solidFill>
                <a:srgbClr val="0078D4"/>
              </a:solidFill>
              <a:prstDash val="dash"/>
              <a:headEnd type="triangle" w="med" len="med"/>
              <a:tailEnd type="none"/>
            </a:ln>
            <a:effectLst/>
          </p:spPr>
        </p:cxnSp>
        <p:cxnSp>
          <p:nvCxnSpPr>
            <p:cNvPr id="124" name="Straight Arrow Connector 123">
              <a:extLst>
                <a:ext uri="{FF2B5EF4-FFF2-40B4-BE49-F238E27FC236}">
                  <a16:creationId xmlns:a16="http://schemas.microsoft.com/office/drawing/2014/main" id="{862CF06F-A23E-4EC1-87E2-4ACBFE3390DF}"/>
                </a:ext>
              </a:extLst>
            </p:cNvPr>
            <p:cNvCxnSpPr>
              <a:cxnSpLocks/>
              <a:stCxn id="40" idx="0"/>
              <a:endCxn id="125" idx="4"/>
            </p:cNvCxnSpPr>
            <p:nvPr/>
          </p:nvCxnSpPr>
          <p:spPr>
            <a:xfrm flipH="1" flipV="1">
              <a:off x="3056270" y="2732334"/>
              <a:ext cx="2021" cy="599701"/>
            </a:xfrm>
            <a:prstGeom prst="straightConnector1">
              <a:avLst/>
            </a:prstGeom>
            <a:noFill/>
            <a:ln w="9525" cap="flat" cmpd="sng" algn="ctr">
              <a:solidFill>
                <a:srgbClr val="0078D4"/>
              </a:solidFill>
              <a:prstDash val="dash"/>
              <a:headEnd type="triangle" w="med" len="med"/>
              <a:tailEnd type="none"/>
            </a:ln>
            <a:effectLst/>
          </p:spPr>
        </p:cxnSp>
        <p:cxnSp>
          <p:nvCxnSpPr>
            <p:cNvPr id="127" name="Straight Arrow Connector 126">
              <a:extLst>
                <a:ext uri="{FF2B5EF4-FFF2-40B4-BE49-F238E27FC236}">
                  <a16:creationId xmlns:a16="http://schemas.microsoft.com/office/drawing/2014/main" id="{43FBA4F6-4B4C-4E17-B014-DFDA90379D6C}"/>
                </a:ext>
              </a:extLst>
            </p:cNvPr>
            <p:cNvCxnSpPr>
              <a:cxnSpLocks/>
              <a:stCxn id="40" idx="4"/>
              <a:endCxn id="56" idx="0"/>
            </p:cNvCxnSpPr>
            <p:nvPr/>
          </p:nvCxnSpPr>
          <p:spPr>
            <a:xfrm flipH="1">
              <a:off x="3056270" y="3748512"/>
              <a:ext cx="2021" cy="720859"/>
            </a:xfrm>
            <a:prstGeom prst="straightConnector1">
              <a:avLst/>
            </a:prstGeom>
            <a:noFill/>
            <a:ln w="9525" cap="flat" cmpd="sng" algn="ctr">
              <a:solidFill>
                <a:srgbClr val="0078D4"/>
              </a:solidFill>
              <a:prstDash val="dash"/>
              <a:headEnd type="triangle" w="med" len="med"/>
              <a:tailEnd type="none"/>
            </a:ln>
            <a:effectLst/>
          </p:spPr>
        </p:cxnSp>
        <p:sp>
          <p:nvSpPr>
            <p:cNvPr id="78" name="TextBox 77">
              <a:extLst>
                <a:ext uri="{FF2B5EF4-FFF2-40B4-BE49-F238E27FC236}">
                  <a16:creationId xmlns:a16="http://schemas.microsoft.com/office/drawing/2014/main" id="{48B18DC4-9430-4DC9-8149-9AD1C298359E}"/>
                </a:ext>
              </a:extLst>
            </p:cNvPr>
            <p:cNvSpPr txBox="1"/>
            <p:nvPr/>
          </p:nvSpPr>
          <p:spPr>
            <a:xfrm>
              <a:off x="1668764" y="2408324"/>
              <a:ext cx="823951" cy="22907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000" b="0" i="0" u="none" strike="noStrike" kern="1200" cap="none" spc="0" normalizeH="0" baseline="0" noProof="0" dirty="0">
                  <a:ln>
                    <a:noFill/>
                  </a:ln>
                  <a:solidFill>
                    <a:srgbClr val="4C4C51"/>
                  </a:solidFill>
                  <a:effectLst/>
                  <a:uLnTx/>
                  <a:uFillTx/>
                  <a:latin typeface="Segoe UI" panose="020B0502040204020203" pitchFamily="34" charset="0"/>
                  <a:ea typeface="+mn-ea"/>
                  <a:cs typeface="+mn-cs"/>
                </a:rPr>
                <a:t>Message</a:t>
              </a:r>
              <a:endParaRPr kumimoji="0" lang="da-DK" sz="1000" b="0" i="0" u="none" strike="noStrike" kern="1200" cap="none" spc="0" normalizeH="0" baseline="0" noProof="0" dirty="0">
                <a:ln>
                  <a:noFill/>
                </a:ln>
                <a:solidFill>
                  <a:prstClr val="white"/>
                </a:solidFill>
                <a:effectLst/>
                <a:uLnTx/>
                <a:uFillTx/>
                <a:latin typeface="Tw Cen MT" panose="020B0602020104020603"/>
                <a:ea typeface="+mn-ea"/>
                <a:cs typeface="+mn-cs"/>
              </a:endParaRPr>
            </a:p>
          </p:txBody>
        </p:sp>
        <p:sp>
          <p:nvSpPr>
            <p:cNvPr id="79" name="TextBox 78">
              <a:extLst>
                <a:ext uri="{FF2B5EF4-FFF2-40B4-BE49-F238E27FC236}">
                  <a16:creationId xmlns:a16="http://schemas.microsoft.com/office/drawing/2014/main" id="{BD0D36E8-9CCC-475F-AC9B-8F564BDAFBBE}"/>
                </a:ext>
              </a:extLst>
            </p:cNvPr>
            <p:cNvSpPr txBox="1"/>
            <p:nvPr/>
          </p:nvSpPr>
          <p:spPr>
            <a:xfrm>
              <a:off x="1592581" y="4575696"/>
              <a:ext cx="778336" cy="22907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000" b="0" i="0" u="none" strike="noStrike" kern="1200" cap="none" spc="0" normalizeH="0" baseline="0" noProof="0" dirty="0">
                  <a:ln>
                    <a:noFill/>
                  </a:ln>
                  <a:solidFill>
                    <a:srgbClr val="4C4C51"/>
                  </a:solidFill>
                  <a:effectLst/>
                  <a:uLnTx/>
                  <a:uFillTx/>
                  <a:latin typeface="Segoe UI" panose="020B0502040204020203" pitchFamily="34" charset="0"/>
                  <a:ea typeface="+mn-ea"/>
                  <a:cs typeface="+mn-cs"/>
                </a:rPr>
                <a:t>Batch</a:t>
              </a:r>
              <a:endParaRPr kumimoji="0" lang="da-DK" sz="1000" b="0" i="0" u="none" strike="noStrike" kern="1200" cap="none" spc="0" normalizeH="0" baseline="0" noProof="0" dirty="0">
                <a:ln>
                  <a:noFill/>
                </a:ln>
                <a:solidFill>
                  <a:prstClr val="white"/>
                </a:solidFill>
                <a:effectLst/>
                <a:uLnTx/>
                <a:uFillTx/>
                <a:latin typeface="Tw Cen MT" panose="020B0602020104020603"/>
                <a:ea typeface="+mn-ea"/>
                <a:cs typeface="+mn-cs"/>
              </a:endParaRPr>
            </a:p>
          </p:txBody>
        </p:sp>
        <p:sp>
          <p:nvSpPr>
            <p:cNvPr id="125" name="Oval 124">
              <a:extLst>
                <a:ext uri="{FF2B5EF4-FFF2-40B4-BE49-F238E27FC236}">
                  <a16:creationId xmlns:a16="http://schemas.microsoft.com/office/drawing/2014/main" id="{C36B4910-7025-4AA2-9B1F-839E5AB307FE}"/>
                </a:ext>
              </a:extLst>
            </p:cNvPr>
            <p:cNvSpPr>
              <a:spLocks noChangeAspect="1"/>
            </p:cNvSpPr>
            <p:nvPr/>
          </p:nvSpPr>
          <p:spPr bwMode="auto">
            <a:xfrm>
              <a:off x="2784588" y="2298074"/>
              <a:ext cx="543363" cy="434260"/>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00" b="0" i="0" u="none" strike="noStrike" kern="1200" cap="none" spc="0" normalizeH="0" baseline="0" noProof="0" dirty="0" err="1">
                  <a:ln>
                    <a:noFill/>
                  </a:ln>
                  <a:solidFill>
                    <a:srgbClr val="FFFFFF"/>
                  </a:solidFill>
                  <a:effectLst/>
                  <a:uLnTx/>
                  <a:uFillTx/>
                  <a:latin typeface="Tw Cen MT" panose="020B0602020104020603"/>
                  <a:ea typeface="Segoe UI" pitchFamily="34" charset="0"/>
                  <a:cs typeface="Segoe UI" pitchFamily="34" charset="0"/>
                </a:rPr>
                <a:t>Copy</a:t>
              </a:r>
              <a:endParaRPr kumimoji="0" lang="da-DK" sz="1000" b="0" i="0" u="none" strike="noStrike" kern="1200" cap="none" spc="0" normalizeH="0" baseline="0" noProof="0" dirty="0">
                <a:ln>
                  <a:noFill/>
                </a:ln>
                <a:solidFill>
                  <a:srgbClr val="FFFFFF"/>
                </a:solidFill>
                <a:effectLst/>
                <a:uLnTx/>
                <a:uFillTx/>
                <a:latin typeface="Tw Cen MT" panose="020B0602020104020603"/>
                <a:ea typeface="Segoe UI" pitchFamily="34" charset="0"/>
                <a:cs typeface="Segoe UI" pitchFamily="34" charset="0"/>
              </a:endParaRPr>
            </a:p>
          </p:txBody>
        </p:sp>
      </p:grpSp>
      <p:sp>
        <p:nvSpPr>
          <p:cNvPr id="14" name="Rectangle 13">
            <a:extLst>
              <a:ext uri="{FF2B5EF4-FFF2-40B4-BE49-F238E27FC236}">
                <a16:creationId xmlns:a16="http://schemas.microsoft.com/office/drawing/2014/main" id="{EAB734FF-90F5-9022-E23F-83DEA28ED11B}"/>
              </a:ext>
            </a:extLst>
          </p:cNvPr>
          <p:cNvSpPr/>
          <p:nvPr/>
        </p:nvSpPr>
        <p:spPr bwMode="auto">
          <a:xfrm>
            <a:off x="1725601" y="5621519"/>
            <a:ext cx="9881179" cy="558801"/>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defRPr/>
            </a:pPr>
            <a:r>
              <a:rPr kumimoji="0" lang="en-US" sz="1000" b="0" i="0" u="none" strike="noStrike" kern="0" cap="none" spc="0" normalizeH="0" baseline="0" dirty="0">
                <a:ln>
                  <a:noFill/>
                </a:ln>
                <a:solidFill>
                  <a:srgbClr val="1A1A1A"/>
                </a:solidFill>
                <a:effectLst/>
                <a:uLnTx/>
                <a:uFillTx/>
                <a:latin typeface="Segoe UI Semibold"/>
                <a:ea typeface="+mn-ea"/>
                <a:cs typeface="Segoe UI" pitchFamily="34" charset="0"/>
              </a:rPr>
              <a:t>Supporting</a:t>
            </a:r>
            <a:r>
              <a:rPr kumimoji="0" lang="en-US" sz="1000" b="0" i="0" u="none" strike="noStrike" kern="0" cap="none" spc="0" normalizeH="0" dirty="0">
                <a:ln>
                  <a:noFill/>
                </a:ln>
                <a:solidFill>
                  <a:srgbClr val="1A1A1A"/>
                </a:solidFill>
                <a:effectLst/>
                <a:uLnTx/>
                <a:uFillTx/>
                <a:latin typeface="Segoe UI Semibold"/>
                <a:ea typeface="+mn-ea"/>
                <a:cs typeface="Segoe UI" pitchFamily="34" charset="0"/>
              </a:rPr>
              <a:t> Data </a:t>
            </a:r>
            <a:r>
              <a:rPr kumimoji="0" lang="en-US" sz="1000" b="0" i="0" u="none" strike="noStrike" kern="0" cap="none" spc="0" normalizeH="0" baseline="0" dirty="0">
                <a:ln>
                  <a:noFill/>
                </a:ln>
                <a:solidFill>
                  <a:srgbClr val="1A1A1A"/>
                </a:solidFill>
                <a:effectLst/>
                <a:uLnTx/>
                <a:uFillTx/>
                <a:latin typeface="Segoe UI Semibold"/>
                <a:ea typeface="+mn-ea"/>
                <a:cs typeface="Segoe UI" pitchFamily="34" charset="0"/>
              </a:rPr>
              <a:t>Services</a:t>
            </a:r>
          </a:p>
        </p:txBody>
      </p:sp>
      <p:sp>
        <p:nvSpPr>
          <p:cNvPr id="16" name="TextBox 15">
            <a:extLst>
              <a:ext uri="{FF2B5EF4-FFF2-40B4-BE49-F238E27FC236}">
                <a16:creationId xmlns:a16="http://schemas.microsoft.com/office/drawing/2014/main" id="{FAC02DF2-3239-5027-04BE-D56152E9CB2E}"/>
              </a:ext>
            </a:extLst>
          </p:cNvPr>
          <p:cNvSpPr txBox="1"/>
          <p:nvPr/>
        </p:nvSpPr>
        <p:spPr>
          <a:xfrm>
            <a:off x="3542819" y="5771511"/>
            <a:ext cx="7655297" cy="230832"/>
          </a:xfrm>
          <a:prstGeom prst="rect">
            <a:avLst/>
          </a:prstGeom>
          <a:noFill/>
        </p:spPr>
        <p:txBody>
          <a:bodyPr wrap="square">
            <a:spAutoFit/>
          </a:bodyPr>
          <a:lstStyle/>
          <a:p>
            <a:pPr algn="ctr"/>
            <a:r>
              <a:rPr lang="en-US" sz="900" b="0" i="0">
                <a:solidFill>
                  <a:srgbClr val="4C4C51"/>
                </a:solidFill>
                <a:effectLst/>
                <a:latin typeface="+mj-lt"/>
              </a:rPr>
              <a:t>Data Catalog | Common Data Model  |  Data Discovery  |  Data Lineage  </a:t>
            </a:r>
            <a:r>
              <a:rPr lang="en-US" sz="900">
                <a:solidFill>
                  <a:srgbClr val="4C4C51"/>
                </a:solidFill>
                <a:latin typeface="+mj-lt"/>
              </a:rPr>
              <a:t>|  </a:t>
            </a:r>
            <a:r>
              <a:rPr lang="en-US" sz="900" b="0" i="0">
                <a:solidFill>
                  <a:srgbClr val="4C4C51"/>
                </a:solidFill>
                <a:effectLst/>
                <a:latin typeface="+mj-lt"/>
              </a:rPr>
              <a:t>Data Governance  |  Master Data</a:t>
            </a:r>
            <a:endParaRPr lang="en-US" sz="900">
              <a:latin typeface="+mj-lt"/>
            </a:endParaRPr>
          </a:p>
        </p:txBody>
      </p:sp>
      <p:sp>
        <p:nvSpPr>
          <p:cNvPr id="8" name="Rectangle 7">
            <a:extLst>
              <a:ext uri="{FF2B5EF4-FFF2-40B4-BE49-F238E27FC236}">
                <a16:creationId xmlns:a16="http://schemas.microsoft.com/office/drawing/2014/main" id="{05DA7EE1-E43A-4DAB-A85F-AE3B0CF795BC}"/>
              </a:ext>
            </a:extLst>
          </p:cNvPr>
          <p:cNvSpPr/>
          <p:nvPr/>
        </p:nvSpPr>
        <p:spPr bwMode="auto">
          <a:xfrm>
            <a:off x="9390558" y="1470403"/>
            <a:ext cx="2193335" cy="3940949"/>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1A1A1A"/>
                </a:solidFill>
                <a:effectLst/>
                <a:uLnTx/>
                <a:uFillTx/>
                <a:latin typeface="Segoe UI Semibold"/>
                <a:ea typeface="+mj-ea"/>
                <a:cs typeface="+mj-cs"/>
              </a:rPr>
              <a:t>Consume</a:t>
            </a:r>
            <a:endParaRPr kumimoji="0" lang="da-DK" sz="1800" b="0" i="0" u="none" strike="noStrike" kern="0" cap="none" spc="0" normalizeH="0" baseline="0" noProof="0" err="1">
              <a:ln>
                <a:noFill/>
              </a:ln>
              <a:solidFill>
                <a:srgbClr val="1A1A1A"/>
              </a:solidFill>
              <a:effectLst/>
              <a:uLnTx/>
              <a:uFillTx/>
              <a:latin typeface="Segoe UI Semibold"/>
              <a:ea typeface="Segoe UI" pitchFamily="34" charset="0"/>
              <a:cs typeface="Segoe UI" pitchFamily="34" charset="0"/>
            </a:endParaRPr>
          </a:p>
        </p:txBody>
      </p:sp>
      <p:sp>
        <p:nvSpPr>
          <p:cNvPr id="13" name="Arrow: Right 12">
            <a:extLst>
              <a:ext uri="{FF2B5EF4-FFF2-40B4-BE49-F238E27FC236}">
                <a16:creationId xmlns:a16="http://schemas.microsoft.com/office/drawing/2014/main" id="{3E554DEB-93CA-BCEB-AB08-2AB17A737214}"/>
              </a:ext>
            </a:extLst>
          </p:cNvPr>
          <p:cNvSpPr/>
          <p:nvPr/>
        </p:nvSpPr>
        <p:spPr>
          <a:xfrm>
            <a:off x="3857606" y="3297211"/>
            <a:ext cx="407707" cy="291952"/>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8" name="Arrow: Right 17">
            <a:extLst>
              <a:ext uri="{FF2B5EF4-FFF2-40B4-BE49-F238E27FC236}">
                <a16:creationId xmlns:a16="http://schemas.microsoft.com/office/drawing/2014/main" id="{20C4090F-C4B7-E21C-3BD8-651630A9DEE0}"/>
              </a:ext>
            </a:extLst>
          </p:cNvPr>
          <p:cNvSpPr/>
          <p:nvPr/>
        </p:nvSpPr>
        <p:spPr>
          <a:xfrm>
            <a:off x="6729980" y="3297211"/>
            <a:ext cx="407707" cy="291952"/>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9" name="Arrow: Right 18">
            <a:extLst>
              <a:ext uri="{FF2B5EF4-FFF2-40B4-BE49-F238E27FC236}">
                <a16:creationId xmlns:a16="http://schemas.microsoft.com/office/drawing/2014/main" id="{43441148-056D-AC54-5F95-72FCE93655C7}"/>
              </a:ext>
            </a:extLst>
          </p:cNvPr>
          <p:cNvSpPr/>
          <p:nvPr/>
        </p:nvSpPr>
        <p:spPr>
          <a:xfrm>
            <a:off x="9072619" y="3297211"/>
            <a:ext cx="407707" cy="291952"/>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12" name="Straight Arrow Connector 11">
            <a:extLst>
              <a:ext uri="{FF2B5EF4-FFF2-40B4-BE49-F238E27FC236}">
                <a16:creationId xmlns:a16="http://schemas.microsoft.com/office/drawing/2014/main" id="{1404AA58-1992-3727-DD18-9FF7FFF4D20C}"/>
              </a:ext>
            </a:extLst>
          </p:cNvPr>
          <p:cNvCxnSpPr>
            <a:cxnSpLocks/>
            <a:stCxn id="56" idx="2"/>
            <a:endCxn id="79" idx="3"/>
          </p:cNvCxnSpPr>
          <p:nvPr/>
        </p:nvCxnSpPr>
        <p:spPr>
          <a:xfrm flipH="1">
            <a:off x="2405770" y="4637706"/>
            <a:ext cx="413671" cy="3732"/>
          </a:xfrm>
          <a:prstGeom prst="straightConnector1">
            <a:avLst/>
          </a:prstGeom>
          <a:noFill/>
          <a:ln w="9525" cap="flat" cmpd="sng" algn="ctr">
            <a:solidFill>
              <a:srgbClr val="0078D4"/>
            </a:solidFill>
            <a:prstDash val="dash"/>
            <a:headEnd type="triangle" w="med" len="med"/>
            <a:tailEnd type="none"/>
          </a:ln>
          <a:effectLst/>
        </p:spPr>
      </p:cxnSp>
      <p:sp>
        <p:nvSpPr>
          <p:cNvPr id="36" name="Oval 35">
            <a:extLst>
              <a:ext uri="{FF2B5EF4-FFF2-40B4-BE49-F238E27FC236}">
                <a16:creationId xmlns:a16="http://schemas.microsoft.com/office/drawing/2014/main" id="{06C9BB4A-79E7-BCAB-1A4D-3019506C637F}"/>
              </a:ext>
            </a:extLst>
          </p:cNvPr>
          <p:cNvSpPr>
            <a:spLocks noChangeAspect="1"/>
          </p:cNvSpPr>
          <p:nvPr/>
        </p:nvSpPr>
        <p:spPr bwMode="auto">
          <a:xfrm>
            <a:off x="6590605" y="2782888"/>
            <a:ext cx="623667" cy="466767"/>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00" b="0" i="0" u="none" strike="noStrike" kern="1200" cap="none" spc="0" normalizeH="0" baseline="0" noProof="0">
                <a:ln>
                  <a:noFill/>
                </a:ln>
                <a:solidFill>
                  <a:srgbClr val="FFFFFF"/>
                </a:solidFill>
                <a:effectLst/>
                <a:uLnTx/>
                <a:uFillTx/>
                <a:latin typeface="Tw Cen MT" panose="020B0602020104020603"/>
                <a:ea typeface="Segoe UI" pitchFamily="34" charset="0"/>
                <a:cs typeface="Segoe UI" pitchFamily="34" charset="0"/>
              </a:rPr>
              <a:t>Trans-form</a:t>
            </a:r>
          </a:p>
        </p:txBody>
      </p:sp>
      <p:sp>
        <p:nvSpPr>
          <p:cNvPr id="37" name="Oval 36">
            <a:extLst>
              <a:ext uri="{FF2B5EF4-FFF2-40B4-BE49-F238E27FC236}">
                <a16:creationId xmlns:a16="http://schemas.microsoft.com/office/drawing/2014/main" id="{D4438D3C-BEE9-E7CD-AA4F-17BAB3E1B450}"/>
              </a:ext>
            </a:extLst>
          </p:cNvPr>
          <p:cNvSpPr>
            <a:spLocks noChangeAspect="1"/>
          </p:cNvSpPr>
          <p:nvPr/>
        </p:nvSpPr>
        <p:spPr bwMode="auto">
          <a:xfrm>
            <a:off x="8956343" y="2738577"/>
            <a:ext cx="623667" cy="466767"/>
          </a:xfrm>
          <a:prstGeom prst="ellipse">
            <a:avLst/>
          </a:prstGeom>
          <a:solidFill>
            <a:schemeClr val="accent6">
              <a:lumMod val="50000"/>
            </a:schemeClr>
          </a:solidFill>
          <a:ln w="38100">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da-DK" sz="1000" b="0" i="0" u="none" strike="noStrike" kern="1200" cap="none" spc="0" normalizeH="0" baseline="0" noProof="0" dirty="0">
                <a:ln>
                  <a:noFill/>
                </a:ln>
                <a:solidFill>
                  <a:srgbClr val="FFFFFF"/>
                </a:solidFill>
                <a:effectLst/>
                <a:uLnTx/>
                <a:uFillTx/>
                <a:latin typeface="Tw Cen MT" panose="020B0602020104020603"/>
                <a:ea typeface="Segoe UI" pitchFamily="34" charset="0"/>
                <a:cs typeface="Segoe UI" pitchFamily="34" charset="0"/>
              </a:rPr>
              <a:t>Read-</a:t>
            </a:r>
            <a:r>
              <a:rPr kumimoji="0" lang="da-DK" sz="1000" b="0" i="0" u="none" strike="noStrike" kern="1200" cap="none" spc="0" normalizeH="0" baseline="0" noProof="0" dirty="0" err="1">
                <a:ln>
                  <a:noFill/>
                </a:ln>
                <a:solidFill>
                  <a:srgbClr val="FFFFFF"/>
                </a:solidFill>
                <a:effectLst/>
                <a:uLnTx/>
                <a:uFillTx/>
                <a:latin typeface="Tw Cen MT" panose="020B0602020104020603"/>
                <a:ea typeface="Segoe UI" pitchFamily="34" charset="0"/>
                <a:cs typeface="Segoe UI" pitchFamily="34" charset="0"/>
              </a:rPr>
              <a:t>able</a:t>
            </a:r>
            <a:endParaRPr kumimoji="0" lang="da-DK" sz="1000" b="0" i="0" u="none" strike="noStrike" kern="1200" cap="none" spc="0" normalizeH="0" baseline="0" noProof="0" dirty="0">
              <a:ln>
                <a:noFill/>
              </a:ln>
              <a:solidFill>
                <a:srgbClr val="FFFFFF"/>
              </a:solidFill>
              <a:effectLst/>
              <a:uLnTx/>
              <a:uFillTx/>
              <a:latin typeface="Tw Cen MT" panose="020B0602020104020603"/>
              <a:ea typeface="Segoe UI" pitchFamily="34" charset="0"/>
              <a:cs typeface="Segoe UI" pitchFamily="34" charset="0"/>
            </a:endParaRPr>
          </a:p>
        </p:txBody>
      </p:sp>
      <p:sp>
        <p:nvSpPr>
          <p:cNvPr id="40" name="Oval 39">
            <a:extLst>
              <a:ext uri="{FF2B5EF4-FFF2-40B4-BE49-F238E27FC236}">
                <a16:creationId xmlns:a16="http://schemas.microsoft.com/office/drawing/2014/main" id="{E4E5FEDA-17B6-B003-2C89-270C05530722}"/>
              </a:ext>
            </a:extLst>
          </p:cNvPr>
          <p:cNvSpPr/>
          <p:nvPr/>
        </p:nvSpPr>
        <p:spPr>
          <a:xfrm>
            <a:off x="2564300" y="3283240"/>
            <a:ext cx="1057687"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Store</a:t>
            </a:r>
            <a:endParaRPr lang="en-DK" sz="1100"/>
          </a:p>
        </p:txBody>
      </p:sp>
      <p:sp>
        <p:nvSpPr>
          <p:cNvPr id="43" name="Oval 42">
            <a:extLst>
              <a:ext uri="{FF2B5EF4-FFF2-40B4-BE49-F238E27FC236}">
                <a16:creationId xmlns:a16="http://schemas.microsoft.com/office/drawing/2014/main" id="{7A3E1DC8-C82E-F8CE-344F-41EF943D245F}"/>
              </a:ext>
            </a:extLst>
          </p:cNvPr>
          <p:cNvSpPr/>
          <p:nvPr/>
        </p:nvSpPr>
        <p:spPr>
          <a:xfrm>
            <a:off x="5318305" y="3249655"/>
            <a:ext cx="1057687"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Store</a:t>
            </a:r>
            <a:endParaRPr lang="en-DK" sz="1100"/>
          </a:p>
        </p:txBody>
      </p:sp>
      <p:sp>
        <p:nvSpPr>
          <p:cNvPr id="46" name="Oval 45">
            <a:extLst>
              <a:ext uri="{FF2B5EF4-FFF2-40B4-BE49-F238E27FC236}">
                <a16:creationId xmlns:a16="http://schemas.microsoft.com/office/drawing/2014/main" id="{59C9DD11-D904-FC79-1C3A-02E7BBD0692F}"/>
              </a:ext>
            </a:extLst>
          </p:cNvPr>
          <p:cNvSpPr/>
          <p:nvPr/>
        </p:nvSpPr>
        <p:spPr>
          <a:xfrm>
            <a:off x="6046396" y="4385670"/>
            <a:ext cx="755171"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Store</a:t>
            </a:r>
            <a:endParaRPr lang="en-DK" sz="1100"/>
          </a:p>
        </p:txBody>
      </p:sp>
      <p:sp>
        <p:nvSpPr>
          <p:cNvPr id="50" name="Oval 49">
            <a:extLst>
              <a:ext uri="{FF2B5EF4-FFF2-40B4-BE49-F238E27FC236}">
                <a16:creationId xmlns:a16="http://schemas.microsoft.com/office/drawing/2014/main" id="{66850CEB-A7E1-CD98-B542-60423BC8FBF2}"/>
              </a:ext>
            </a:extLst>
          </p:cNvPr>
          <p:cNvSpPr/>
          <p:nvPr/>
        </p:nvSpPr>
        <p:spPr>
          <a:xfrm>
            <a:off x="8103777" y="3075001"/>
            <a:ext cx="755171"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Store</a:t>
            </a:r>
            <a:endParaRPr lang="en-DK" sz="1100" dirty="0"/>
          </a:p>
        </p:txBody>
      </p:sp>
      <p:sp>
        <p:nvSpPr>
          <p:cNvPr id="51" name="Oval 50">
            <a:extLst>
              <a:ext uri="{FF2B5EF4-FFF2-40B4-BE49-F238E27FC236}">
                <a16:creationId xmlns:a16="http://schemas.microsoft.com/office/drawing/2014/main" id="{8CBCA0D8-7ACE-E6E1-5F7C-DD40B3EFE278}"/>
              </a:ext>
            </a:extLst>
          </p:cNvPr>
          <p:cNvSpPr/>
          <p:nvPr/>
        </p:nvSpPr>
        <p:spPr>
          <a:xfrm>
            <a:off x="7367695" y="3491478"/>
            <a:ext cx="755171"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Store</a:t>
            </a:r>
            <a:endParaRPr lang="en-DK" sz="1100"/>
          </a:p>
        </p:txBody>
      </p:sp>
      <p:sp>
        <p:nvSpPr>
          <p:cNvPr id="53" name="Oval 52">
            <a:extLst>
              <a:ext uri="{FF2B5EF4-FFF2-40B4-BE49-F238E27FC236}">
                <a16:creationId xmlns:a16="http://schemas.microsoft.com/office/drawing/2014/main" id="{A487B9AD-C31C-0FB9-9FFE-A41B175D20E9}"/>
              </a:ext>
            </a:extLst>
          </p:cNvPr>
          <p:cNvSpPr/>
          <p:nvPr/>
        </p:nvSpPr>
        <p:spPr>
          <a:xfrm>
            <a:off x="8135219" y="3879120"/>
            <a:ext cx="755171"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Store</a:t>
            </a:r>
            <a:endParaRPr lang="en-DK" sz="1100"/>
          </a:p>
        </p:txBody>
      </p:sp>
      <p:sp>
        <p:nvSpPr>
          <p:cNvPr id="54" name="Oval 53">
            <a:extLst>
              <a:ext uri="{FF2B5EF4-FFF2-40B4-BE49-F238E27FC236}">
                <a16:creationId xmlns:a16="http://schemas.microsoft.com/office/drawing/2014/main" id="{1971A2FD-5298-D32E-6E7B-5B4A736678CB}"/>
              </a:ext>
            </a:extLst>
          </p:cNvPr>
          <p:cNvSpPr/>
          <p:nvPr/>
        </p:nvSpPr>
        <p:spPr>
          <a:xfrm>
            <a:off x="7473117" y="4329918"/>
            <a:ext cx="755171"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Store</a:t>
            </a:r>
            <a:endParaRPr lang="en-DK" sz="1100"/>
          </a:p>
        </p:txBody>
      </p:sp>
      <p:pic>
        <p:nvPicPr>
          <p:cNvPr id="57" name="Graphic 56" descr="Bar chart with solid fill">
            <a:extLst>
              <a:ext uri="{FF2B5EF4-FFF2-40B4-BE49-F238E27FC236}">
                <a16:creationId xmlns:a16="http://schemas.microsoft.com/office/drawing/2014/main" id="{A46511EF-3182-D858-E77C-5782A49462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56926" y="2222275"/>
            <a:ext cx="725054" cy="725054"/>
          </a:xfrm>
          <a:prstGeom prst="rect">
            <a:avLst/>
          </a:prstGeom>
        </p:spPr>
      </p:pic>
      <p:pic>
        <p:nvPicPr>
          <p:cNvPr id="62" name="Graphic 61" descr="Exponential Graph with solid fill">
            <a:extLst>
              <a:ext uri="{FF2B5EF4-FFF2-40B4-BE49-F238E27FC236}">
                <a16:creationId xmlns:a16="http://schemas.microsoft.com/office/drawing/2014/main" id="{7E09571C-1065-9169-D4FC-2A5B1954E50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82261" y="3091210"/>
            <a:ext cx="699333" cy="699333"/>
          </a:xfrm>
          <a:prstGeom prst="rect">
            <a:avLst/>
          </a:prstGeom>
        </p:spPr>
      </p:pic>
      <p:pic>
        <p:nvPicPr>
          <p:cNvPr id="7168" name="Graphic 7167" descr="Presentation with bar chart with solid fill">
            <a:extLst>
              <a:ext uri="{FF2B5EF4-FFF2-40B4-BE49-F238E27FC236}">
                <a16:creationId xmlns:a16="http://schemas.microsoft.com/office/drawing/2014/main" id="{B68D592C-E204-E4E3-94CA-4B96D2B4C2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77010" y="3944935"/>
            <a:ext cx="801460" cy="801460"/>
          </a:xfrm>
          <a:prstGeom prst="rect">
            <a:avLst/>
          </a:prstGeom>
        </p:spPr>
      </p:pic>
      <p:sp>
        <p:nvSpPr>
          <p:cNvPr id="26" name="Oval 25">
            <a:extLst>
              <a:ext uri="{FF2B5EF4-FFF2-40B4-BE49-F238E27FC236}">
                <a16:creationId xmlns:a16="http://schemas.microsoft.com/office/drawing/2014/main" id="{EDCDFB01-97CA-4030-A414-666C9B0B247E}"/>
              </a:ext>
            </a:extLst>
          </p:cNvPr>
          <p:cNvSpPr/>
          <p:nvPr/>
        </p:nvSpPr>
        <p:spPr>
          <a:xfrm>
            <a:off x="7850702" y="2111064"/>
            <a:ext cx="755171"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Store</a:t>
            </a:r>
            <a:endParaRPr lang="en-DK" sz="1100"/>
          </a:p>
        </p:txBody>
      </p:sp>
      <p:sp>
        <p:nvSpPr>
          <p:cNvPr id="27" name="Oval 26">
            <a:extLst>
              <a:ext uri="{FF2B5EF4-FFF2-40B4-BE49-F238E27FC236}">
                <a16:creationId xmlns:a16="http://schemas.microsoft.com/office/drawing/2014/main" id="{5B65072A-5D93-A1F7-A2AE-7D8106B5153B}"/>
              </a:ext>
            </a:extLst>
          </p:cNvPr>
          <p:cNvSpPr/>
          <p:nvPr/>
        </p:nvSpPr>
        <p:spPr>
          <a:xfrm>
            <a:off x="7430120" y="2644101"/>
            <a:ext cx="755171" cy="416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Store</a:t>
            </a:r>
            <a:endParaRPr lang="en-DK" sz="1100"/>
          </a:p>
        </p:txBody>
      </p:sp>
      <p:cxnSp>
        <p:nvCxnSpPr>
          <p:cNvPr id="23" name="Straight Arrow Connector 22">
            <a:extLst>
              <a:ext uri="{FF2B5EF4-FFF2-40B4-BE49-F238E27FC236}">
                <a16:creationId xmlns:a16="http://schemas.microsoft.com/office/drawing/2014/main" id="{D28D5B3B-18E6-A432-688B-FC89ACEC19C0}"/>
              </a:ext>
            </a:extLst>
          </p:cNvPr>
          <p:cNvCxnSpPr>
            <a:cxnSpLocks/>
            <a:stCxn id="7" idx="2"/>
            <a:endCxn id="47" idx="7"/>
          </p:cNvCxnSpPr>
          <p:nvPr/>
        </p:nvCxnSpPr>
        <p:spPr>
          <a:xfrm flipH="1">
            <a:off x="4886292" y="2876717"/>
            <a:ext cx="448217" cy="413112"/>
          </a:xfrm>
          <a:prstGeom prst="straightConnector1">
            <a:avLst/>
          </a:prstGeom>
          <a:noFill/>
          <a:ln w="9525" cap="flat" cmpd="sng" algn="ctr">
            <a:solidFill>
              <a:srgbClr val="0078D4"/>
            </a:solidFill>
            <a:prstDash val="dash"/>
            <a:headEnd type="triangle" w="med" len="med"/>
            <a:tailEnd type="none"/>
          </a:ln>
          <a:effectLst/>
        </p:spPr>
      </p:cxnSp>
      <p:cxnSp>
        <p:nvCxnSpPr>
          <p:cNvPr id="29" name="Straight Arrow Connector 28">
            <a:extLst>
              <a:ext uri="{FF2B5EF4-FFF2-40B4-BE49-F238E27FC236}">
                <a16:creationId xmlns:a16="http://schemas.microsoft.com/office/drawing/2014/main" id="{A8AE9505-6D75-8668-BDF6-1BA4B32B93B8}"/>
              </a:ext>
            </a:extLst>
          </p:cNvPr>
          <p:cNvCxnSpPr>
            <a:cxnSpLocks/>
            <a:stCxn id="20" idx="2"/>
            <a:endCxn id="47" idx="0"/>
          </p:cNvCxnSpPr>
          <p:nvPr/>
        </p:nvCxnSpPr>
        <p:spPr>
          <a:xfrm flipH="1">
            <a:off x="4665793" y="2295540"/>
            <a:ext cx="668716" cy="925933"/>
          </a:xfrm>
          <a:prstGeom prst="straightConnector1">
            <a:avLst/>
          </a:prstGeom>
          <a:noFill/>
          <a:ln w="9525" cap="flat" cmpd="sng" algn="ctr">
            <a:solidFill>
              <a:srgbClr val="0078D4"/>
            </a:solidFill>
            <a:prstDash val="dash"/>
            <a:headEnd type="triangle" w="med" len="med"/>
            <a:tailEnd type="none"/>
          </a:ln>
          <a:effectLst/>
        </p:spPr>
      </p:cxnSp>
      <p:sp>
        <p:nvSpPr>
          <p:cNvPr id="32" name="TextBox 31">
            <a:extLst>
              <a:ext uri="{FF2B5EF4-FFF2-40B4-BE49-F238E27FC236}">
                <a16:creationId xmlns:a16="http://schemas.microsoft.com/office/drawing/2014/main" id="{BABFB8B3-F7F5-168A-0771-26C12E6E1593}"/>
              </a:ext>
            </a:extLst>
          </p:cNvPr>
          <p:cNvSpPr txBox="1"/>
          <p:nvPr/>
        </p:nvSpPr>
        <p:spPr>
          <a:xfrm>
            <a:off x="2419837" y="4972504"/>
            <a:ext cx="662361" cy="369332"/>
          </a:xfrm>
          <a:prstGeom prst="rect">
            <a:avLst/>
          </a:prstGeom>
          <a:noFill/>
        </p:spPr>
        <p:txBody>
          <a:bodyPr wrap="none" rtlCol="0">
            <a:spAutoFit/>
          </a:bodyPr>
          <a:lstStyle/>
          <a:p>
            <a:r>
              <a:rPr lang="en-GB" dirty="0"/>
              <a:t>Data</a:t>
            </a:r>
            <a:endParaRPr lang="en-DK" dirty="0"/>
          </a:p>
        </p:txBody>
      </p:sp>
      <p:sp>
        <p:nvSpPr>
          <p:cNvPr id="33" name="TextBox 32">
            <a:extLst>
              <a:ext uri="{FF2B5EF4-FFF2-40B4-BE49-F238E27FC236}">
                <a16:creationId xmlns:a16="http://schemas.microsoft.com/office/drawing/2014/main" id="{44BD62F2-02BA-1F03-5E99-D755DF722732}"/>
              </a:ext>
            </a:extLst>
          </p:cNvPr>
          <p:cNvSpPr txBox="1"/>
          <p:nvPr/>
        </p:nvSpPr>
        <p:spPr>
          <a:xfrm>
            <a:off x="4923599" y="4972504"/>
            <a:ext cx="662361" cy="369332"/>
          </a:xfrm>
          <a:prstGeom prst="rect">
            <a:avLst/>
          </a:prstGeom>
          <a:noFill/>
        </p:spPr>
        <p:txBody>
          <a:bodyPr wrap="none" rtlCol="0">
            <a:spAutoFit/>
          </a:bodyPr>
          <a:lstStyle/>
          <a:p>
            <a:r>
              <a:rPr lang="en-GB" dirty="0"/>
              <a:t>Data</a:t>
            </a:r>
            <a:endParaRPr lang="en-DK" dirty="0"/>
          </a:p>
        </p:txBody>
      </p:sp>
      <p:sp>
        <p:nvSpPr>
          <p:cNvPr id="34" name="TextBox 33">
            <a:extLst>
              <a:ext uri="{FF2B5EF4-FFF2-40B4-BE49-F238E27FC236}">
                <a16:creationId xmlns:a16="http://schemas.microsoft.com/office/drawing/2014/main" id="{3552355C-1DB5-B13D-E211-BA014421D8B2}"/>
              </a:ext>
            </a:extLst>
          </p:cNvPr>
          <p:cNvSpPr txBox="1"/>
          <p:nvPr/>
        </p:nvSpPr>
        <p:spPr>
          <a:xfrm>
            <a:off x="7393574" y="4972504"/>
            <a:ext cx="1083053" cy="369332"/>
          </a:xfrm>
          <a:prstGeom prst="rect">
            <a:avLst/>
          </a:prstGeom>
          <a:noFill/>
        </p:spPr>
        <p:txBody>
          <a:bodyPr wrap="none" rtlCol="0">
            <a:spAutoFit/>
          </a:bodyPr>
          <a:lstStyle/>
          <a:p>
            <a:r>
              <a:rPr lang="en-GB" dirty="0"/>
              <a:t>Datasets</a:t>
            </a:r>
            <a:endParaRPr lang="en-DK" dirty="0"/>
          </a:p>
        </p:txBody>
      </p:sp>
      <p:sp>
        <p:nvSpPr>
          <p:cNvPr id="35" name="TextBox 34">
            <a:extLst>
              <a:ext uri="{FF2B5EF4-FFF2-40B4-BE49-F238E27FC236}">
                <a16:creationId xmlns:a16="http://schemas.microsoft.com/office/drawing/2014/main" id="{D0E85472-A489-2FBC-7773-9BAF39CD3D01}"/>
              </a:ext>
            </a:extLst>
          </p:cNvPr>
          <p:cNvSpPr txBox="1"/>
          <p:nvPr/>
        </p:nvSpPr>
        <p:spPr>
          <a:xfrm>
            <a:off x="9968587" y="4972504"/>
            <a:ext cx="1083053" cy="369332"/>
          </a:xfrm>
          <a:prstGeom prst="rect">
            <a:avLst/>
          </a:prstGeom>
          <a:noFill/>
        </p:spPr>
        <p:txBody>
          <a:bodyPr wrap="none" rtlCol="0">
            <a:spAutoFit/>
          </a:bodyPr>
          <a:lstStyle/>
          <a:p>
            <a:r>
              <a:rPr lang="en-GB" dirty="0"/>
              <a:t>Datasets</a:t>
            </a:r>
            <a:endParaRPr lang="en-DK" dirty="0"/>
          </a:p>
        </p:txBody>
      </p:sp>
      <p:sp>
        <p:nvSpPr>
          <p:cNvPr id="38" name="Rectangle 37">
            <a:extLst>
              <a:ext uri="{FF2B5EF4-FFF2-40B4-BE49-F238E27FC236}">
                <a16:creationId xmlns:a16="http://schemas.microsoft.com/office/drawing/2014/main" id="{CBA7E0FB-E115-1D96-102C-4E1CDDB80C9E}"/>
              </a:ext>
            </a:extLst>
          </p:cNvPr>
          <p:cNvSpPr/>
          <p:nvPr/>
        </p:nvSpPr>
        <p:spPr bwMode="auto">
          <a:xfrm>
            <a:off x="600667" y="4037102"/>
            <a:ext cx="739552" cy="1284010"/>
          </a:xfrm>
          <a:prstGeom prst="rect">
            <a:avLst/>
          </a:prstGeom>
          <a:solidFill>
            <a:srgbClr val="00B050"/>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32472" fontAlgn="base">
              <a:spcBef>
                <a:spcPct val="0"/>
              </a:spcBef>
              <a:spcAft>
                <a:spcPct val="0"/>
              </a:spcAft>
            </a:pPr>
            <a:r>
              <a:rPr lang="da-DK" sz="1000" dirty="0">
                <a:solidFill>
                  <a:srgbClr val="FFFFFF"/>
                </a:solidFill>
                <a:ea typeface="Segoe UI" pitchFamily="34" charset="0"/>
                <a:cs typeface="Segoe UI" pitchFamily="34" charset="0"/>
              </a:rPr>
              <a:t>Source systems</a:t>
            </a:r>
          </a:p>
          <a:p>
            <a:pPr algn="ctr" defTabSz="932472" fontAlgn="base">
              <a:spcBef>
                <a:spcPct val="0"/>
              </a:spcBef>
              <a:spcAft>
                <a:spcPct val="0"/>
              </a:spcAft>
            </a:pPr>
            <a:endParaRPr lang="da-DK" sz="1000" dirty="0">
              <a:solidFill>
                <a:srgbClr val="FFFFFF"/>
              </a:solidFill>
              <a:ea typeface="Segoe UI" pitchFamily="34" charset="0"/>
              <a:cs typeface="Segoe UI" pitchFamily="34" charset="0"/>
            </a:endParaRPr>
          </a:p>
          <a:p>
            <a:pPr algn="ctr" defTabSz="932472" fontAlgn="base">
              <a:spcBef>
                <a:spcPct val="0"/>
              </a:spcBef>
              <a:spcAft>
                <a:spcPct val="0"/>
              </a:spcAft>
            </a:pPr>
            <a:r>
              <a:rPr lang="da-DK" sz="1000" dirty="0">
                <a:solidFill>
                  <a:srgbClr val="FFFFFF"/>
                </a:solidFill>
                <a:ea typeface="Segoe UI" pitchFamily="34" charset="0"/>
                <a:cs typeface="Segoe UI" pitchFamily="34" charset="0"/>
              </a:rPr>
              <a:t>Batch</a:t>
            </a:r>
          </a:p>
        </p:txBody>
      </p:sp>
      <p:sp>
        <p:nvSpPr>
          <p:cNvPr id="39" name="Rectangle 38">
            <a:extLst>
              <a:ext uri="{FF2B5EF4-FFF2-40B4-BE49-F238E27FC236}">
                <a16:creationId xmlns:a16="http://schemas.microsoft.com/office/drawing/2014/main" id="{2570300D-1DC8-A297-9CE8-38C46F252D5A}"/>
              </a:ext>
            </a:extLst>
          </p:cNvPr>
          <p:cNvSpPr/>
          <p:nvPr/>
        </p:nvSpPr>
        <p:spPr bwMode="auto">
          <a:xfrm>
            <a:off x="600667" y="1561031"/>
            <a:ext cx="739552" cy="1284010"/>
          </a:xfrm>
          <a:prstGeom prst="rect">
            <a:avLst/>
          </a:prstGeom>
          <a:solidFill>
            <a:srgbClr val="00B050"/>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32472" fontAlgn="base">
              <a:spcBef>
                <a:spcPct val="0"/>
              </a:spcBef>
              <a:spcAft>
                <a:spcPct val="0"/>
              </a:spcAft>
            </a:pPr>
            <a:r>
              <a:rPr lang="da-DK" sz="1000" dirty="0">
                <a:solidFill>
                  <a:srgbClr val="FFFFFF"/>
                </a:solidFill>
                <a:ea typeface="Segoe UI" pitchFamily="34" charset="0"/>
                <a:cs typeface="Segoe UI" pitchFamily="34" charset="0"/>
              </a:rPr>
              <a:t>Source systems</a:t>
            </a:r>
          </a:p>
          <a:p>
            <a:pPr algn="ctr" defTabSz="932472" fontAlgn="base">
              <a:spcBef>
                <a:spcPct val="0"/>
              </a:spcBef>
              <a:spcAft>
                <a:spcPct val="0"/>
              </a:spcAft>
            </a:pPr>
            <a:endParaRPr lang="da-DK" sz="1000" dirty="0">
              <a:solidFill>
                <a:srgbClr val="FFFFFF"/>
              </a:solidFill>
              <a:ea typeface="Segoe UI" pitchFamily="34" charset="0"/>
              <a:cs typeface="Segoe UI" pitchFamily="34" charset="0"/>
            </a:endParaRPr>
          </a:p>
          <a:p>
            <a:pPr algn="ctr" defTabSz="932472" fontAlgn="base">
              <a:spcBef>
                <a:spcPct val="0"/>
              </a:spcBef>
              <a:spcAft>
                <a:spcPct val="0"/>
              </a:spcAft>
            </a:pPr>
            <a:r>
              <a:rPr lang="da-DK" sz="1000" dirty="0">
                <a:solidFill>
                  <a:srgbClr val="FFFFFF"/>
                </a:solidFill>
                <a:ea typeface="Segoe UI" pitchFamily="34" charset="0"/>
                <a:cs typeface="Segoe UI" pitchFamily="34" charset="0"/>
              </a:rPr>
              <a:t>Streaming/events</a:t>
            </a:r>
          </a:p>
        </p:txBody>
      </p:sp>
      <p:sp>
        <p:nvSpPr>
          <p:cNvPr id="41" name="Arrow: Right 40">
            <a:extLst>
              <a:ext uri="{FF2B5EF4-FFF2-40B4-BE49-F238E27FC236}">
                <a16:creationId xmlns:a16="http://schemas.microsoft.com/office/drawing/2014/main" id="{5B048521-679C-10A8-E4E7-3802C130E9A2}"/>
              </a:ext>
            </a:extLst>
          </p:cNvPr>
          <p:cNvSpPr/>
          <p:nvPr/>
        </p:nvSpPr>
        <p:spPr>
          <a:xfrm>
            <a:off x="1340219" y="2304288"/>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2" name="Arrow: Right 41">
            <a:extLst>
              <a:ext uri="{FF2B5EF4-FFF2-40B4-BE49-F238E27FC236}">
                <a16:creationId xmlns:a16="http://schemas.microsoft.com/office/drawing/2014/main" id="{D2DB2529-175D-88B3-51ED-B9BE233B6073}"/>
              </a:ext>
            </a:extLst>
          </p:cNvPr>
          <p:cNvSpPr/>
          <p:nvPr/>
        </p:nvSpPr>
        <p:spPr>
          <a:xfrm>
            <a:off x="1340219" y="4498471"/>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 name="Rectangle: Rounded Corners 1">
            <a:extLst>
              <a:ext uri="{FF2B5EF4-FFF2-40B4-BE49-F238E27FC236}">
                <a16:creationId xmlns:a16="http://schemas.microsoft.com/office/drawing/2014/main" id="{16F4C62E-DC6D-6044-5BD0-B8978C86762E}"/>
              </a:ext>
            </a:extLst>
          </p:cNvPr>
          <p:cNvSpPr/>
          <p:nvPr/>
        </p:nvSpPr>
        <p:spPr>
          <a:xfrm>
            <a:off x="9390558" y="1469735"/>
            <a:ext cx="2617718" cy="834553"/>
          </a:xfrm>
          <a:prstGeom prst="roundRect">
            <a:avLst/>
          </a:prstGeom>
          <a:solidFill>
            <a:schemeClr val="accent1">
              <a:alpha val="4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 name="Rectangle: Rounded Corners 2">
            <a:extLst>
              <a:ext uri="{FF2B5EF4-FFF2-40B4-BE49-F238E27FC236}">
                <a16:creationId xmlns:a16="http://schemas.microsoft.com/office/drawing/2014/main" id="{C53C5D23-CD8B-6678-9265-E40B83E60E5B}"/>
              </a:ext>
            </a:extLst>
          </p:cNvPr>
          <p:cNvSpPr/>
          <p:nvPr/>
        </p:nvSpPr>
        <p:spPr>
          <a:xfrm>
            <a:off x="7096686" y="2474066"/>
            <a:ext cx="4922890" cy="834553"/>
          </a:xfrm>
          <a:prstGeom prst="roundRect">
            <a:avLst/>
          </a:prstGeom>
          <a:solidFill>
            <a:schemeClr val="accent1">
              <a:alpha val="4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 name="Rectangle: Rounded Corners 4">
            <a:extLst>
              <a:ext uri="{FF2B5EF4-FFF2-40B4-BE49-F238E27FC236}">
                <a16:creationId xmlns:a16="http://schemas.microsoft.com/office/drawing/2014/main" id="{693BBFF8-85B0-BB2D-DDDE-5A5047A0AAD3}"/>
              </a:ext>
            </a:extLst>
          </p:cNvPr>
          <p:cNvSpPr/>
          <p:nvPr/>
        </p:nvSpPr>
        <p:spPr>
          <a:xfrm>
            <a:off x="4138289" y="3641470"/>
            <a:ext cx="7831162" cy="834553"/>
          </a:xfrm>
          <a:prstGeom prst="roundRect">
            <a:avLst/>
          </a:prstGeom>
          <a:solidFill>
            <a:schemeClr val="accent1">
              <a:alpha val="4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9" name="Rectangle: Rounded Corners 8">
            <a:extLst>
              <a:ext uri="{FF2B5EF4-FFF2-40B4-BE49-F238E27FC236}">
                <a16:creationId xmlns:a16="http://schemas.microsoft.com/office/drawing/2014/main" id="{D44583DF-779E-78C2-C0AD-D43D424FC72C}"/>
              </a:ext>
            </a:extLst>
          </p:cNvPr>
          <p:cNvSpPr/>
          <p:nvPr/>
        </p:nvSpPr>
        <p:spPr>
          <a:xfrm>
            <a:off x="1725601" y="4656087"/>
            <a:ext cx="10243850" cy="834553"/>
          </a:xfrm>
          <a:prstGeom prst="roundRect">
            <a:avLst/>
          </a:prstGeom>
          <a:solidFill>
            <a:schemeClr val="accent1">
              <a:alpha val="4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15" name="Picture 14" descr="A green and blue logo&#10;&#10;Description automatically generated">
            <a:extLst>
              <a:ext uri="{FF2B5EF4-FFF2-40B4-BE49-F238E27FC236}">
                <a16:creationId xmlns:a16="http://schemas.microsoft.com/office/drawing/2014/main" id="{85A18780-F559-0B2D-CF41-7E6D2128375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136839" y="1556303"/>
            <a:ext cx="659246" cy="659246"/>
          </a:xfrm>
          <a:prstGeom prst="rect">
            <a:avLst/>
          </a:prstGeom>
        </p:spPr>
      </p:pic>
      <p:pic>
        <p:nvPicPr>
          <p:cNvPr id="17" name="Picture 16" descr="A green and blue logo&#10;&#10;Description automatically generated">
            <a:extLst>
              <a:ext uri="{FF2B5EF4-FFF2-40B4-BE49-F238E27FC236}">
                <a16:creationId xmlns:a16="http://schemas.microsoft.com/office/drawing/2014/main" id="{EE6EC513-76BC-AC8F-E75E-A0971F186B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68689" y="2522716"/>
            <a:ext cx="659246" cy="659246"/>
          </a:xfrm>
          <a:prstGeom prst="rect">
            <a:avLst/>
          </a:prstGeom>
        </p:spPr>
      </p:pic>
      <p:pic>
        <p:nvPicPr>
          <p:cNvPr id="21" name="Picture 20" descr="A green and blue logo&#10;&#10;Description automatically generated">
            <a:extLst>
              <a:ext uri="{FF2B5EF4-FFF2-40B4-BE49-F238E27FC236}">
                <a16:creationId xmlns:a16="http://schemas.microsoft.com/office/drawing/2014/main" id="{73FDFE08-D810-2FDB-14D8-22D35AAD61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03460" y="3716297"/>
            <a:ext cx="659246" cy="659246"/>
          </a:xfrm>
          <a:prstGeom prst="rect">
            <a:avLst/>
          </a:prstGeom>
        </p:spPr>
      </p:pic>
      <p:pic>
        <p:nvPicPr>
          <p:cNvPr id="22" name="Picture 21" descr="A green and blue logo&#10;&#10;Description automatically generated">
            <a:extLst>
              <a:ext uri="{FF2B5EF4-FFF2-40B4-BE49-F238E27FC236}">
                <a16:creationId xmlns:a16="http://schemas.microsoft.com/office/drawing/2014/main" id="{4232E7DA-6DE8-3FC1-23A7-FFBE10A8F0F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978846" y="4667053"/>
            <a:ext cx="659246" cy="659246"/>
          </a:xfrm>
          <a:prstGeom prst="rect">
            <a:avLst/>
          </a:prstGeom>
        </p:spPr>
      </p:pic>
      <p:sp>
        <p:nvSpPr>
          <p:cNvPr id="11" name="TextBox 10">
            <a:extLst>
              <a:ext uri="{FF2B5EF4-FFF2-40B4-BE49-F238E27FC236}">
                <a16:creationId xmlns:a16="http://schemas.microsoft.com/office/drawing/2014/main" id="{ABBA0854-2B03-56BF-239E-75ED87EB4D15}"/>
              </a:ext>
            </a:extLst>
          </p:cNvPr>
          <p:cNvSpPr txBox="1"/>
          <p:nvPr/>
        </p:nvSpPr>
        <p:spPr>
          <a:xfrm>
            <a:off x="598330" y="341256"/>
            <a:ext cx="1715021" cy="369332"/>
          </a:xfrm>
          <a:prstGeom prst="rect">
            <a:avLst/>
          </a:prstGeom>
          <a:noFill/>
        </p:spPr>
        <p:txBody>
          <a:bodyPr wrap="none" lIns="0" tIns="0" rIns="0" bIns="0" rtlCol="0">
            <a:spAutoFit/>
          </a:bodyPr>
          <a:lstStyle/>
          <a:p>
            <a:pPr algn="l"/>
            <a:r>
              <a:rPr lang="en-US" sz="2400" dirty="0">
                <a:solidFill>
                  <a:schemeClr val="bg1"/>
                </a:solidFill>
              </a:rPr>
              <a:t>Fabric (SaaS)</a:t>
            </a:r>
          </a:p>
        </p:txBody>
      </p:sp>
      <p:sp>
        <p:nvSpPr>
          <p:cNvPr id="28" name="Rounded Rectangle 27">
            <a:extLst>
              <a:ext uri="{FF2B5EF4-FFF2-40B4-BE49-F238E27FC236}">
                <a16:creationId xmlns:a16="http://schemas.microsoft.com/office/drawing/2014/main" id="{1C69DCB4-5D17-15AC-902F-B053318E53B6}"/>
              </a:ext>
            </a:extLst>
          </p:cNvPr>
          <p:cNvSpPr/>
          <p:nvPr/>
        </p:nvSpPr>
        <p:spPr>
          <a:xfrm>
            <a:off x="2863813" y="322775"/>
            <a:ext cx="2158185" cy="5081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Azure DevOps/</a:t>
            </a:r>
          </a:p>
          <a:p>
            <a:pPr algn="ctr"/>
            <a:r>
              <a:rPr lang="en-US" dirty="0" err="1"/>
              <a:t>Github</a:t>
            </a:r>
            <a:endParaRPr lang="en-US" dirty="0"/>
          </a:p>
        </p:txBody>
      </p:sp>
    </p:spTree>
    <p:extLst>
      <p:ext uri="{BB962C8B-B14F-4D97-AF65-F5344CB8AC3E}">
        <p14:creationId xmlns:p14="http://schemas.microsoft.com/office/powerpoint/2010/main" val="3419425520"/>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DE320-E3C7-30BF-CDCD-68DBC4F3E41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0D3CDD2-AC20-42D1-D7FE-EF0372FA7B33}"/>
              </a:ext>
            </a:extLst>
          </p:cNvPr>
          <p:cNvSpPr>
            <a:spLocks noGrp="1"/>
          </p:cNvSpPr>
          <p:nvPr>
            <p:ph type="title" idx="4294967295"/>
          </p:nvPr>
        </p:nvSpPr>
        <p:spPr>
          <a:xfrm>
            <a:off x="1297459" y="2618818"/>
            <a:ext cx="6635750" cy="64452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3600" b="0" i="0" u="none" strike="noStrike" kern="1200" cap="none" spc="0" normalizeH="0" baseline="0" noProof="0" dirty="0">
                <a:ln>
                  <a:noFill/>
                </a:ln>
                <a:solidFill>
                  <a:schemeClr val="bg1"/>
                </a:solidFill>
                <a:effectLst/>
                <a:uLnTx/>
                <a:uFillTx/>
                <a:ea typeface="+mn-ea"/>
                <a:cs typeface="Segoe UI" panose="020B0502040204020203" pitchFamily="34" charset="0"/>
              </a:rPr>
              <a:t>Security and DevOps</a:t>
            </a:r>
            <a:br>
              <a:rPr kumimoji="0" lang="en-US" sz="3600" b="0" i="0" u="none" strike="noStrike" kern="1200" cap="none" spc="0" normalizeH="0" baseline="0" noProof="0" dirty="0">
                <a:ln>
                  <a:noFill/>
                </a:ln>
                <a:solidFill>
                  <a:schemeClr val="bg1"/>
                </a:solidFill>
                <a:effectLst/>
                <a:uLnTx/>
                <a:uFillTx/>
                <a:ea typeface="+mn-ea"/>
                <a:cs typeface="Segoe UI" panose="020B0502040204020203" pitchFamily="34" charset="0"/>
              </a:rPr>
            </a:br>
            <a:endParaRPr kumimoji="0" lang="en-US" sz="3600" b="0" i="0" u="none" strike="noStrike" kern="1200" cap="none" spc="0" normalizeH="0" baseline="0" noProof="0" dirty="0">
              <a:ln>
                <a:noFill/>
              </a:ln>
              <a:solidFill>
                <a:schemeClr val="bg1"/>
              </a:solidFill>
              <a:effectLst/>
              <a:uLnTx/>
              <a:uFillTx/>
              <a:ea typeface="+mn-ea"/>
              <a:cs typeface="Segoe UI" panose="020B0502040204020203" pitchFamily="34" charset="0"/>
            </a:endParaRPr>
          </a:p>
        </p:txBody>
      </p:sp>
    </p:spTree>
    <p:extLst>
      <p:ext uri="{BB962C8B-B14F-4D97-AF65-F5344CB8AC3E}">
        <p14:creationId xmlns:p14="http://schemas.microsoft.com/office/powerpoint/2010/main" val="383662342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CE10B7E8-2B88-FD08-44BD-EE0C0762A7BE}"/>
              </a:ext>
            </a:extLst>
          </p:cNvPr>
          <p:cNvSpPr/>
          <p:nvPr/>
        </p:nvSpPr>
        <p:spPr>
          <a:xfrm>
            <a:off x="4623861" y="2407867"/>
            <a:ext cx="2308839" cy="1381526"/>
          </a:xfrm>
          <a:prstGeom prst="ellipse">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57159">
              <a:spcAft>
                <a:spcPts val="654"/>
              </a:spcAft>
            </a:pPr>
            <a:r>
              <a:rPr lang="en-US" sz="2625" kern="1200" dirty="0">
                <a:solidFill>
                  <a:srgbClr val="FFFFFF"/>
                </a:solidFill>
              </a:rPr>
              <a:t>Data Store</a:t>
            </a:r>
            <a:endParaRPr lang="en-DK" sz="2800">
              <a:solidFill>
                <a:srgbClr val="FFFFFF"/>
              </a:solidFill>
            </a:endParaRPr>
          </a:p>
        </p:txBody>
      </p:sp>
      <p:sp>
        <p:nvSpPr>
          <p:cNvPr id="5" name="TextBox 4">
            <a:extLst>
              <a:ext uri="{FF2B5EF4-FFF2-40B4-BE49-F238E27FC236}">
                <a16:creationId xmlns:a16="http://schemas.microsoft.com/office/drawing/2014/main" id="{852C99A1-275C-74AC-EE55-04CDBE60EC9A}"/>
              </a:ext>
            </a:extLst>
          </p:cNvPr>
          <p:cNvSpPr txBox="1"/>
          <p:nvPr/>
        </p:nvSpPr>
        <p:spPr>
          <a:xfrm>
            <a:off x="567007" y="1995790"/>
            <a:ext cx="3519618" cy="640496"/>
          </a:xfrm>
          <a:prstGeom prst="rect">
            <a:avLst/>
          </a:prstGeom>
          <a:noFill/>
        </p:spPr>
        <p:txBody>
          <a:bodyPr wrap="none" rtlCol="0">
            <a:spAutoFit/>
          </a:bodyPr>
          <a:lstStyle/>
          <a:p>
            <a:pPr defTabSz="857159">
              <a:spcAft>
                <a:spcPts val="654"/>
              </a:spcAft>
            </a:pPr>
            <a:r>
              <a:rPr lang="en-GB" sz="2250" kern="1200" dirty="0">
                <a:solidFill>
                  <a:schemeClr val="bg1"/>
                </a:solidFill>
                <a:latin typeface="Segoe" pitchFamily="34" charset="0"/>
                <a:ea typeface="+mn-ea"/>
                <a:cs typeface="+mn-cs"/>
              </a:rPr>
              <a:t>Role Based Access Control</a:t>
            </a:r>
            <a:br>
              <a:rPr lang="en-GB" sz="2250" kern="1200" dirty="0">
                <a:solidFill>
                  <a:schemeClr val="bg1"/>
                </a:solidFill>
                <a:latin typeface="Segoe" pitchFamily="34" charset="0"/>
                <a:ea typeface="+mn-ea"/>
                <a:cs typeface="+mn-cs"/>
              </a:rPr>
            </a:br>
            <a:r>
              <a:rPr lang="en-GB" sz="1312" kern="1200" dirty="0">
                <a:solidFill>
                  <a:schemeClr val="bg1"/>
                </a:solidFill>
                <a:latin typeface="Segoe" pitchFamily="34" charset="0"/>
              </a:rPr>
              <a:t>Access control for accessing a resource</a:t>
            </a:r>
            <a:endParaRPr lang="en-DK" sz="2000" dirty="0">
              <a:solidFill>
                <a:schemeClr val="bg1"/>
              </a:solidFill>
              <a:latin typeface="Segoe" pitchFamily="34" charset="0"/>
            </a:endParaRPr>
          </a:p>
        </p:txBody>
      </p:sp>
      <p:sp>
        <p:nvSpPr>
          <p:cNvPr id="6" name="TextBox 5">
            <a:extLst>
              <a:ext uri="{FF2B5EF4-FFF2-40B4-BE49-F238E27FC236}">
                <a16:creationId xmlns:a16="http://schemas.microsoft.com/office/drawing/2014/main" id="{BCBCE111-CFDB-D05C-A0F7-226870183286}"/>
              </a:ext>
            </a:extLst>
          </p:cNvPr>
          <p:cNvSpPr txBox="1"/>
          <p:nvPr/>
        </p:nvSpPr>
        <p:spPr>
          <a:xfrm>
            <a:off x="529663" y="3486884"/>
            <a:ext cx="4094198" cy="730265"/>
          </a:xfrm>
          <a:prstGeom prst="rect">
            <a:avLst/>
          </a:prstGeom>
          <a:noFill/>
        </p:spPr>
        <p:txBody>
          <a:bodyPr wrap="none" rtlCol="0">
            <a:spAutoFit/>
          </a:bodyPr>
          <a:lstStyle/>
          <a:p>
            <a:pPr defTabSz="857159">
              <a:spcAft>
                <a:spcPts val="654"/>
              </a:spcAft>
            </a:pPr>
            <a:r>
              <a:rPr lang="en-GB" sz="2250" kern="1200" dirty="0">
                <a:solidFill>
                  <a:schemeClr val="bg1"/>
                </a:solidFill>
                <a:latin typeface="Segoe" pitchFamily="34" charset="0"/>
                <a:ea typeface="+mn-ea"/>
                <a:cs typeface="+mn-cs"/>
              </a:rPr>
              <a:t>Attribute Based Access Control</a:t>
            </a:r>
          </a:p>
          <a:p>
            <a:pPr defTabSz="857159">
              <a:spcAft>
                <a:spcPts val="654"/>
              </a:spcAft>
            </a:pPr>
            <a:r>
              <a:rPr lang="en-GB" sz="1312" kern="1200" dirty="0">
                <a:solidFill>
                  <a:schemeClr val="bg1"/>
                </a:solidFill>
                <a:latin typeface="Segoe" pitchFamily="34" charset="0"/>
              </a:rPr>
              <a:t>Access control provided through a “lookup”</a:t>
            </a:r>
            <a:endParaRPr lang="en-DK" sz="1400" dirty="0">
              <a:solidFill>
                <a:schemeClr val="bg1"/>
              </a:solidFill>
              <a:latin typeface="Segoe" pitchFamily="34" charset="0"/>
            </a:endParaRPr>
          </a:p>
        </p:txBody>
      </p:sp>
      <p:sp>
        <p:nvSpPr>
          <p:cNvPr id="7" name="TextBox 6">
            <a:extLst>
              <a:ext uri="{FF2B5EF4-FFF2-40B4-BE49-F238E27FC236}">
                <a16:creationId xmlns:a16="http://schemas.microsoft.com/office/drawing/2014/main" id="{23F6D51A-9D9C-7B6B-DF1D-F5424C6758C4}"/>
              </a:ext>
            </a:extLst>
          </p:cNvPr>
          <p:cNvSpPr txBox="1"/>
          <p:nvPr/>
        </p:nvSpPr>
        <p:spPr>
          <a:xfrm>
            <a:off x="2736925" y="5067747"/>
            <a:ext cx="3931910" cy="640496"/>
          </a:xfrm>
          <a:prstGeom prst="rect">
            <a:avLst/>
          </a:prstGeom>
          <a:noFill/>
        </p:spPr>
        <p:txBody>
          <a:bodyPr wrap="none" rtlCol="0">
            <a:spAutoFit/>
          </a:bodyPr>
          <a:lstStyle/>
          <a:p>
            <a:pPr defTabSz="857159">
              <a:spcAft>
                <a:spcPts val="654"/>
              </a:spcAft>
            </a:pPr>
            <a:r>
              <a:rPr lang="en-GB" sz="2250" kern="1200" dirty="0">
                <a:solidFill>
                  <a:schemeClr val="bg1"/>
                </a:solidFill>
                <a:latin typeface="Segoe" pitchFamily="34" charset="0"/>
                <a:ea typeface="+mn-ea"/>
                <a:cs typeface="+mn-cs"/>
              </a:rPr>
              <a:t>Identity Based Access Control</a:t>
            </a:r>
            <a:br>
              <a:rPr lang="en-GB" sz="2250" kern="1200" dirty="0">
                <a:solidFill>
                  <a:schemeClr val="bg1"/>
                </a:solidFill>
                <a:latin typeface="Segoe" pitchFamily="34" charset="0"/>
                <a:ea typeface="+mn-ea"/>
                <a:cs typeface="+mn-cs"/>
              </a:rPr>
            </a:br>
            <a:r>
              <a:rPr lang="en-GB" sz="1312" kern="1200" dirty="0">
                <a:solidFill>
                  <a:schemeClr val="bg1"/>
                </a:solidFill>
                <a:latin typeface="Segoe" pitchFamily="34" charset="0"/>
              </a:rPr>
              <a:t>An application also have an identity</a:t>
            </a:r>
            <a:endParaRPr lang="en-DK" sz="2400" dirty="0">
              <a:solidFill>
                <a:schemeClr val="bg1"/>
              </a:solidFill>
              <a:latin typeface="Segoe" pitchFamily="34" charset="0"/>
            </a:endParaRPr>
          </a:p>
        </p:txBody>
      </p:sp>
      <p:sp>
        <p:nvSpPr>
          <p:cNvPr id="8" name="TextBox 7">
            <a:extLst>
              <a:ext uri="{FF2B5EF4-FFF2-40B4-BE49-F238E27FC236}">
                <a16:creationId xmlns:a16="http://schemas.microsoft.com/office/drawing/2014/main" id="{41CF7677-41E1-F124-2847-4EDA18C4792A}"/>
              </a:ext>
            </a:extLst>
          </p:cNvPr>
          <p:cNvSpPr txBox="1"/>
          <p:nvPr/>
        </p:nvSpPr>
        <p:spPr>
          <a:xfrm>
            <a:off x="7207916" y="4500822"/>
            <a:ext cx="4329775" cy="640496"/>
          </a:xfrm>
          <a:prstGeom prst="rect">
            <a:avLst/>
          </a:prstGeom>
          <a:noFill/>
        </p:spPr>
        <p:txBody>
          <a:bodyPr wrap="none" rtlCol="0">
            <a:spAutoFit/>
          </a:bodyPr>
          <a:lstStyle/>
          <a:p>
            <a:pPr defTabSz="857159">
              <a:spcAft>
                <a:spcPts val="654"/>
              </a:spcAft>
            </a:pPr>
            <a:r>
              <a:rPr lang="en-GB" sz="2250" kern="1200" dirty="0">
                <a:solidFill>
                  <a:schemeClr val="bg1"/>
                </a:solidFill>
                <a:latin typeface="Segoe" pitchFamily="34" charset="0"/>
                <a:ea typeface="+mn-ea"/>
                <a:cs typeface="+mn-cs"/>
              </a:rPr>
              <a:t>Encryption Based Access Control</a:t>
            </a:r>
            <a:br>
              <a:rPr lang="en-GB" sz="2250" kern="1200" dirty="0">
                <a:solidFill>
                  <a:schemeClr val="bg1"/>
                </a:solidFill>
                <a:latin typeface="Segoe" pitchFamily="34" charset="0"/>
                <a:ea typeface="+mn-ea"/>
                <a:cs typeface="+mn-cs"/>
              </a:rPr>
            </a:br>
            <a:r>
              <a:rPr lang="en-GB" sz="1312" kern="1200" dirty="0">
                <a:solidFill>
                  <a:schemeClr val="bg1"/>
                </a:solidFill>
                <a:latin typeface="Segoe" pitchFamily="34" charset="0"/>
              </a:rPr>
              <a:t>You need a key to read the data</a:t>
            </a:r>
            <a:endParaRPr lang="en-DK" sz="2400" dirty="0">
              <a:solidFill>
                <a:schemeClr val="bg1"/>
              </a:solidFill>
              <a:latin typeface="Segoe" pitchFamily="34" charset="0"/>
            </a:endParaRPr>
          </a:p>
        </p:txBody>
      </p:sp>
      <p:sp>
        <p:nvSpPr>
          <p:cNvPr id="9" name="TextBox 8">
            <a:extLst>
              <a:ext uri="{FF2B5EF4-FFF2-40B4-BE49-F238E27FC236}">
                <a16:creationId xmlns:a16="http://schemas.microsoft.com/office/drawing/2014/main" id="{785791B3-41F4-C597-B51B-4486973749E3}"/>
              </a:ext>
            </a:extLst>
          </p:cNvPr>
          <p:cNvSpPr txBox="1"/>
          <p:nvPr/>
        </p:nvSpPr>
        <p:spPr>
          <a:xfrm>
            <a:off x="7782150" y="2948628"/>
            <a:ext cx="4048544" cy="640496"/>
          </a:xfrm>
          <a:prstGeom prst="rect">
            <a:avLst/>
          </a:prstGeom>
          <a:noFill/>
        </p:spPr>
        <p:txBody>
          <a:bodyPr wrap="none" rtlCol="0">
            <a:spAutoFit/>
          </a:bodyPr>
          <a:lstStyle/>
          <a:p>
            <a:pPr defTabSz="857159">
              <a:spcAft>
                <a:spcPts val="654"/>
              </a:spcAft>
            </a:pPr>
            <a:r>
              <a:rPr lang="en-GB" sz="2250" kern="1200" dirty="0">
                <a:solidFill>
                  <a:schemeClr val="bg1"/>
                </a:solidFill>
                <a:latin typeface="Segoe" pitchFamily="34" charset="0"/>
                <a:ea typeface="+mn-ea"/>
                <a:cs typeface="+mn-cs"/>
              </a:rPr>
              <a:t>Removal Based Access Control</a:t>
            </a:r>
            <a:br>
              <a:rPr lang="en-GB" sz="2250" kern="1200" dirty="0">
                <a:solidFill>
                  <a:schemeClr val="bg1"/>
                </a:solidFill>
                <a:latin typeface="Segoe" pitchFamily="34" charset="0"/>
                <a:ea typeface="+mn-ea"/>
                <a:cs typeface="+mn-cs"/>
              </a:rPr>
            </a:br>
            <a:r>
              <a:rPr lang="en-GB" sz="1312" kern="1200" dirty="0">
                <a:solidFill>
                  <a:schemeClr val="bg1"/>
                </a:solidFill>
                <a:latin typeface="Segoe" pitchFamily="34" charset="0"/>
              </a:rPr>
              <a:t>If (when) “attacked” remove the service</a:t>
            </a:r>
            <a:endParaRPr lang="en-DK" sz="2400" dirty="0">
              <a:solidFill>
                <a:schemeClr val="bg1"/>
              </a:solidFill>
              <a:latin typeface="Segoe" pitchFamily="34" charset="0"/>
            </a:endParaRPr>
          </a:p>
        </p:txBody>
      </p:sp>
      <p:sp>
        <p:nvSpPr>
          <p:cNvPr id="10" name="TextBox 9">
            <a:extLst>
              <a:ext uri="{FF2B5EF4-FFF2-40B4-BE49-F238E27FC236}">
                <a16:creationId xmlns:a16="http://schemas.microsoft.com/office/drawing/2014/main" id="{1C4266E7-CCBB-FF5C-6C57-6940C6D4AFDD}"/>
              </a:ext>
            </a:extLst>
          </p:cNvPr>
          <p:cNvSpPr txBox="1"/>
          <p:nvPr/>
        </p:nvSpPr>
        <p:spPr>
          <a:xfrm>
            <a:off x="7207916" y="1762514"/>
            <a:ext cx="4588564" cy="730265"/>
          </a:xfrm>
          <a:prstGeom prst="rect">
            <a:avLst/>
          </a:prstGeom>
          <a:noFill/>
        </p:spPr>
        <p:txBody>
          <a:bodyPr wrap="none" rtlCol="0">
            <a:spAutoFit/>
          </a:bodyPr>
          <a:lstStyle/>
          <a:p>
            <a:pPr defTabSz="857159">
              <a:spcAft>
                <a:spcPts val="654"/>
              </a:spcAft>
            </a:pPr>
            <a:r>
              <a:rPr lang="en-GB" sz="2250" kern="1200" dirty="0">
                <a:solidFill>
                  <a:schemeClr val="bg1"/>
                </a:solidFill>
                <a:latin typeface="Segoe" pitchFamily="34" charset="0"/>
                <a:ea typeface="+mn-ea"/>
                <a:cs typeface="+mn-cs"/>
              </a:rPr>
              <a:t>Application Based Access Control</a:t>
            </a:r>
          </a:p>
          <a:p>
            <a:pPr defTabSz="857159">
              <a:spcAft>
                <a:spcPts val="654"/>
              </a:spcAft>
            </a:pPr>
            <a:r>
              <a:rPr lang="en-GB" sz="1312" kern="1200" dirty="0">
                <a:solidFill>
                  <a:schemeClr val="bg1"/>
                </a:solidFill>
                <a:latin typeface="Segoe" pitchFamily="34" charset="0"/>
              </a:rPr>
              <a:t>Access controlled through the application</a:t>
            </a:r>
            <a:endParaRPr lang="en-DK" sz="1400" dirty="0">
              <a:solidFill>
                <a:schemeClr val="bg1"/>
              </a:solidFill>
              <a:latin typeface="Segoe" pitchFamily="34" charset="0"/>
            </a:endParaRPr>
          </a:p>
        </p:txBody>
      </p:sp>
      <p:sp>
        <p:nvSpPr>
          <p:cNvPr id="2" name="TextBox 1">
            <a:extLst>
              <a:ext uri="{FF2B5EF4-FFF2-40B4-BE49-F238E27FC236}">
                <a16:creationId xmlns:a16="http://schemas.microsoft.com/office/drawing/2014/main" id="{010FF6EF-F029-BB27-1E6A-EC06AFA40230}"/>
              </a:ext>
            </a:extLst>
          </p:cNvPr>
          <p:cNvSpPr txBox="1"/>
          <p:nvPr/>
        </p:nvSpPr>
        <p:spPr>
          <a:xfrm>
            <a:off x="5049271" y="713013"/>
            <a:ext cx="2093458" cy="553998"/>
          </a:xfrm>
          <a:prstGeom prst="rect">
            <a:avLst/>
          </a:prstGeom>
          <a:noFill/>
        </p:spPr>
        <p:txBody>
          <a:bodyPr wrap="none" lIns="0" tIns="0" rIns="0" bIns="0" rtlCol="0">
            <a:spAutoFit/>
          </a:bodyPr>
          <a:lstStyle/>
          <a:p>
            <a:pPr algn="l"/>
            <a:r>
              <a:rPr lang="en-US" sz="3600" dirty="0">
                <a:solidFill>
                  <a:schemeClr val="bg1"/>
                </a:solidFill>
              </a:rPr>
              <a:t>Protection</a:t>
            </a:r>
          </a:p>
        </p:txBody>
      </p:sp>
    </p:spTree>
    <p:extLst>
      <p:ext uri="{BB962C8B-B14F-4D97-AF65-F5344CB8AC3E}">
        <p14:creationId xmlns:p14="http://schemas.microsoft.com/office/powerpoint/2010/main" val="17218805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16636EB4-CCD4-3757-2826-A7A9F313E607}"/>
              </a:ext>
            </a:extLst>
          </p:cNvPr>
          <p:cNvSpPr/>
          <p:nvPr/>
        </p:nvSpPr>
        <p:spPr>
          <a:xfrm>
            <a:off x="114300" y="5322614"/>
            <a:ext cx="11176000" cy="1219200"/>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2" name="Rectangle: Rounded Corners 11">
            <a:extLst>
              <a:ext uri="{FF2B5EF4-FFF2-40B4-BE49-F238E27FC236}">
                <a16:creationId xmlns:a16="http://schemas.microsoft.com/office/drawing/2014/main" id="{8B24577D-AF2D-6013-03A0-B76E7114E990}"/>
              </a:ext>
            </a:extLst>
          </p:cNvPr>
          <p:cNvSpPr/>
          <p:nvPr/>
        </p:nvSpPr>
        <p:spPr>
          <a:xfrm>
            <a:off x="114300" y="3797300"/>
            <a:ext cx="11176000" cy="1219200"/>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 name="Rectangle: Rounded Corners 1">
            <a:extLst>
              <a:ext uri="{FF2B5EF4-FFF2-40B4-BE49-F238E27FC236}">
                <a16:creationId xmlns:a16="http://schemas.microsoft.com/office/drawing/2014/main" id="{8F905640-3C96-99E4-E134-67F936671C7B}"/>
              </a:ext>
            </a:extLst>
          </p:cNvPr>
          <p:cNvSpPr/>
          <p:nvPr/>
        </p:nvSpPr>
        <p:spPr>
          <a:xfrm>
            <a:off x="419100" y="431800"/>
            <a:ext cx="1879600" cy="698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Self Service</a:t>
            </a:r>
            <a:endParaRPr lang="en-DK" dirty="0"/>
          </a:p>
        </p:txBody>
      </p:sp>
      <p:sp>
        <p:nvSpPr>
          <p:cNvPr id="3" name="Rectangle: Rounded Corners 2">
            <a:extLst>
              <a:ext uri="{FF2B5EF4-FFF2-40B4-BE49-F238E27FC236}">
                <a16:creationId xmlns:a16="http://schemas.microsoft.com/office/drawing/2014/main" id="{117C80A1-C282-72BE-FDA1-465973186A04}"/>
              </a:ext>
            </a:extLst>
          </p:cNvPr>
          <p:cNvSpPr/>
          <p:nvPr/>
        </p:nvSpPr>
        <p:spPr>
          <a:xfrm>
            <a:off x="1511300" y="1460500"/>
            <a:ext cx="1879600" cy="698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Self Service</a:t>
            </a:r>
            <a:endParaRPr lang="en-DK" dirty="0"/>
          </a:p>
        </p:txBody>
      </p:sp>
      <p:sp>
        <p:nvSpPr>
          <p:cNvPr id="4" name="Rectangle: Rounded Corners 3">
            <a:extLst>
              <a:ext uri="{FF2B5EF4-FFF2-40B4-BE49-F238E27FC236}">
                <a16:creationId xmlns:a16="http://schemas.microsoft.com/office/drawing/2014/main" id="{574E073D-8806-B09D-32AE-83B1C874413C}"/>
              </a:ext>
            </a:extLst>
          </p:cNvPr>
          <p:cNvSpPr/>
          <p:nvPr/>
        </p:nvSpPr>
        <p:spPr>
          <a:xfrm>
            <a:off x="1511300" y="2489200"/>
            <a:ext cx="1879600" cy="698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Project room</a:t>
            </a:r>
            <a:endParaRPr lang="en-DK" dirty="0"/>
          </a:p>
        </p:txBody>
      </p:sp>
      <p:sp>
        <p:nvSpPr>
          <p:cNvPr id="5" name="Rectangle: Rounded Corners 4">
            <a:extLst>
              <a:ext uri="{FF2B5EF4-FFF2-40B4-BE49-F238E27FC236}">
                <a16:creationId xmlns:a16="http://schemas.microsoft.com/office/drawing/2014/main" id="{613EA1D4-92E8-5AAA-41A3-5967C8E3798E}"/>
              </a:ext>
            </a:extLst>
          </p:cNvPr>
          <p:cNvSpPr/>
          <p:nvPr/>
        </p:nvSpPr>
        <p:spPr>
          <a:xfrm>
            <a:off x="419100" y="4051300"/>
            <a:ext cx="1879600" cy="698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Non-Prod</a:t>
            </a:r>
            <a:endParaRPr lang="en-DK" dirty="0"/>
          </a:p>
        </p:txBody>
      </p:sp>
      <p:sp>
        <p:nvSpPr>
          <p:cNvPr id="6" name="Rectangle: Rounded Corners 5">
            <a:extLst>
              <a:ext uri="{FF2B5EF4-FFF2-40B4-BE49-F238E27FC236}">
                <a16:creationId xmlns:a16="http://schemas.microsoft.com/office/drawing/2014/main" id="{6D78236E-096F-50E0-41CA-06C630DC160A}"/>
              </a:ext>
            </a:extLst>
          </p:cNvPr>
          <p:cNvSpPr/>
          <p:nvPr/>
        </p:nvSpPr>
        <p:spPr>
          <a:xfrm>
            <a:off x="419100" y="5613401"/>
            <a:ext cx="1879600" cy="698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Production</a:t>
            </a:r>
            <a:endParaRPr lang="en-DK" dirty="0"/>
          </a:p>
        </p:txBody>
      </p:sp>
      <p:sp>
        <p:nvSpPr>
          <p:cNvPr id="7" name="Rectangle: Rounded Corners 6">
            <a:extLst>
              <a:ext uri="{FF2B5EF4-FFF2-40B4-BE49-F238E27FC236}">
                <a16:creationId xmlns:a16="http://schemas.microsoft.com/office/drawing/2014/main" id="{6CD3F03F-9CA1-3B05-C1A1-1C26E80394AD}"/>
              </a:ext>
            </a:extLst>
          </p:cNvPr>
          <p:cNvSpPr/>
          <p:nvPr/>
        </p:nvSpPr>
        <p:spPr>
          <a:xfrm>
            <a:off x="3302000" y="4171950"/>
            <a:ext cx="1879600"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Development</a:t>
            </a:r>
            <a:endParaRPr lang="en-DK" sz="1600" dirty="0"/>
          </a:p>
        </p:txBody>
      </p:sp>
      <p:sp>
        <p:nvSpPr>
          <p:cNvPr id="8" name="Rectangle: Rounded Corners 7">
            <a:extLst>
              <a:ext uri="{FF2B5EF4-FFF2-40B4-BE49-F238E27FC236}">
                <a16:creationId xmlns:a16="http://schemas.microsoft.com/office/drawing/2014/main" id="{BE9A5F87-7F5C-4A40-96D1-47C3A657E8FC}"/>
              </a:ext>
            </a:extLst>
          </p:cNvPr>
          <p:cNvSpPr/>
          <p:nvPr/>
        </p:nvSpPr>
        <p:spPr>
          <a:xfrm>
            <a:off x="6184900" y="4171950"/>
            <a:ext cx="1879600"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Quality Assurance</a:t>
            </a:r>
            <a:endParaRPr lang="en-DK" sz="1600" dirty="0"/>
          </a:p>
        </p:txBody>
      </p:sp>
      <p:sp>
        <p:nvSpPr>
          <p:cNvPr id="9" name="Rectangle: Rounded Corners 8">
            <a:extLst>
              <a:ext uri="{FF2B5EF4-FFF2-40B4-BE49-F238E27FC236}">
                <a16:creationId xmlns:a16="http://schemas.microsoft.com/office/drawing/2014/main" id="{3464200B-4DBC-238F-A720-E61A1C48BF74}"/>
              </a:ext>
            </a:extLst>
          </p:cNvPr>
          <p:cNvSpPr/>
          <p:nvPr/>
        </p:nvSpPr>
        <p:spPr>
          <a:xfrm>
            <a:off x="9067800" y="4171950"/>
            <a:ext cx="1879600"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Test</a:t>
            </a:r>
            <a:endParaRPr lang="en-DK" sz="1600" dirty="0"/>
          </a:p>
        </p:txBody>
      </p:sp>
      <p:sp>
        <p:nvSpPr>
          <p:cNvPr id="10" name="Rectangle: Rounded Corners 9">
            <a:extLst>
              <a:ext uri="{FF2B5EF4-FFF2-40B4-BE49-F238E27FC236}">
                <a16:creationId xmlns:a16="http://schemas.microsoft.com/office/drawing/2014/main" id="{622F3847-6B3B-D337-BE51-6BB2B98A31A8}"/>
              </a:ext>
            </a:extLst>
          </p:cNvPr>
          <p:cNvSpPr/>
          <p:nvPr/>
        </p:nvSpPr>
        <p:spPr>
          <a:xfrm>
            <a:off x="3302000" y="5734051"/>
            <a:ext cx="1879600"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t>PreProduction</a:t>
            </a:r>
            <a:endParaRPr lang="en-DK" dirty="0"/>
          </a:p>
        </p:txBody>
      </p:sp>
      <p:sp>
        <p:nvSpPr>
          <p:cNvPr id="11" name="Rectangle: Rounded Corners 10">
            <a:extLst>
              <a:ext uri="{FF2B5EF4-FFF2-40B4-BE49-F238E27FC236}">
                <a16:creationId xmlns:a16="http://schemas.microsoft.com/office/drawing/2014/main" id="{4FFC9CC1-AEE8-F15C-69EE-DB65778B4798}"/>
              </a:ext>
            </a:extLst>
          </p:cNvPr>
          <p:cNvSpPr/>
          <p:nvPr/>
        </p:nvSpPr>
        <p:spPr>
          <a:xfrm>
            <a:off x="6184900" y="5734051"/>
            <a:ext cx="1879600"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Production</a:t>
            </a:r>
            <a:endParaRPr lang="en-DK" dirty="0"/>
          </a:p>
        </p:txBody>
      </p:sp>
      <p:sp>
        <p:nvSpPr>
          <p:cNvPr id="14" name="Rectangle 13">
            <a:extLst>
              <a:ext uri="{FF2B5EF4-FFF2-40B4-BE49-F238E27FC236}">
                <a16:creationId xmlns:a16="http://schemas.microsoft.com/office/drawing/2014/main" id="{F144B3DA-71AC-BB6E-8BD5-885717BB0D0D}"/>
              </a:ext>
            </a:extLst>
          </p:cNvPr>
          <p:cNvSpPr/>
          <p:nvPr/>
        </p:nvSpPr>
        <p:spPr>
          <a:xfrm>
            <a:off x="8511409" y="4051300"/>
            <a:ext cx="126124" cy="6985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5" name="Rectangle 14">
            <a:extLst>
              <a:ext uri="{FF2B5EF4-FFF2-40B4-BE49-F238E27FC236}">
                <a16:creationId xmlns:a16="http://schemas.microsoft.com/office/drawing/2014/main" id="{7F5C4DED-6309-98BA-54F7-9CAEBF2B9FD4}"/>
              </a:ext>
            </a:extLst>
          </p:cNvPr>
          <p:cNvSpPr/>
          <p:nvPr/>
        </p:nvSpPr>
        <p:spPr>
          <a:xfrm rot="5400000">
            <a:off x="9944538" y="4820307"/>
            <a:ext cx="126124" cy="6985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17" name="Straight Connector 16">
            <a:extLst>
              <a:ext uri="{FF2B5EF4-FFF2-40B4-BE49-F238E27FC236}">
                <a16:creationId xmlns:a16="http://schemas.microsoft.com/office/drawing/2014/main" id="{E7758325-5028-9BEF-7659-57CD9F671AEC}"/>
              </a:ext>
            </a:extLst>
          </p:cNvPr>
          <p:cNvCxnSpPr/>
          <p:nvPr/>
        </p:nvCxnSpPr>
        <p:spPr>
          <a:xfrm>
            <a:off x="835572" y="1130300"/>
            <a:ext cx="0" cy="170815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6A9D69F-901A-4BD8-4C1A-B6706F7CDFFA}"/>
              </a:ext>
            </a:extLst>
          </p:cNvPr>
          <p:cNvCxnSpPr>
            <a:endCxn id="4" idx="1"/>
          </p:cNvCxnSpPr>
          <p:nvPr/>
        </p:nvCxnSpPr>
        <p:spPr>
          <a:xfrm>
            <a:off x="851338" y="2838450"/>
            <a:ext cx="65996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EC93DCEC-2541-3007-3E78-2490FEBB3176}"/>
              </a:ext>
            </a:extLst>
          </p:cNvPr>
          <p:cNvCxnSpPr>
            <a:endCxn id="3" idx="1"/>
          </p:cNvCxnSpPr>
          <p:nvPr/>
        </p:nvCxnSpPr>
        <p:spPr>
          <a:xfrm>
            <a:off x="835572" y="1809750"/>
            <a:ext cx="67572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EA3A4021-5612-F5D2-C409-11A663B35123}"/>
              </a:ext>
            </a:extLst>
          </p:cNvPr>
          <p:cNvSpPr/>
          <p:nvPr/>
        </p:nvSpPr>
        <p:spPr>
          <a:xfrm rot="5400000">
            <a:off x="4178738" y="2905563"/>
            <a:ext cx="126124" cy="6985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3" name="Rectangle 22">
            <a:extLst>
              <a:ext uri="{FF2B5EF4-FFF2-40B4-BE49-F238E27FC236}">
                <a16:creationId xmlns:a16="http://schemas.microsoft.com/office/drawing/2014/main" id="{65C3D139-8630-3691-E33D-E7D113042664}"/>
              </a:ext>
            </a:extLst>
          </p:cNvPr>
          <p:cNvSpPr/>
          <p:nvPr/>
        </p:nvSpPr>
        <p:spPr>
          <a:xfrm rot="5400000">
            <a:off x="7457090" y="2648388"/>
            <a:ext cx="126124" cy="6985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25" name="Straight Connector 24">
            <a:extLst>
              <a:ext uri="{FF2B5EF4-FFF2-40B4-BE49-F238E27FC236}">
                <a16:creationId xmlns:a16="http://schemas.microsoft.com/office/drawing/2014/main" id="{EEE2BEA9-0996-75BD-C432-CB53EF0B4EC2}"/>
              </a:ext>
            </a:extLst>
          </p:cNvPr>
          <p:cNvCxnSpPr>
            <a:stCxn id="4" idx="3"/>
          </p:cNvCxnSpPr>
          <p:nvPr/>
        </p:nvCxnSpPr>
        <p:spPr>
          <a:xfrm>
            <a:off x="3390900" y="2838450"/>
            <a:ext cx="8509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A9BAB142-95D3-B590-AD6F-16A8188A07A8}"/>
              </a:ext>
            </a:extLst>
          </p:cNvPr>
          <p:cNvCxnSpPr/>
          <p:nvPr/>
        </p:nvCxnSpPr>
        <p:spPr>
          <a:xfrm>
            <a:off x="4241800" y="2838450"/>
            <a:ext cx="0" cy="13335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4D607CBF-A7EC-F8EA-3E22-DB9CB73068E2}"/>
              </a:ext>
            </a:extLst>
          </p:cNvPr>
          <p:cNvCxnSpPr>
            <a:stCxn id="7" idx="3"/>
            <a:endCxn id="8" idx="1"/>
          </p:cNvCxnSpPr>
          <p:nvPr/>
        </p:nvCxnSpPr>
        <p:spPr>
          <a:xfrm>
            <a:off x="5181600" y="4400550"/>
            <a:ext cx="10033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5905E687-B840-26B7-2B50-52DB528D9E1B}"/>
              </a:ext>
            </a:extLst>
          </p:cNvPr>
          <p:cNvCxnSpPr>
            <a:stCxn id="8" idx="3"/>
            <a:endCxn id="9" idx="1"/>
          </p:cNvCxnSpPr>
          <p:nvPr/>
        </p:nvCxnSpPr>
        <p:spPr>
          <a:xfrm>
            <a:off x="8064500" y="4400550"/>
            <a:ext cx="10033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771D7FE9-F4CE-3BB1-5761-09A25787ACC0}"/>
              </a:ext>
            </a:extLst>
          </p:cNvPr>
          <p:cNvCxnSpPr>
            <a:cxnSpLocks/>
            <a:stCxn id="9" idx="2"/>
          </p:cNvCxnSpPr>
          <p:nvPr/>
        </p:nvCxnSpPr>
        <p:spPr>
          <a:xfrm>
            <a:off x="10007600" y="4629150"/>
            <a:ext cx="0" cy="8572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78C1586B-71C9-0E13-7622-FF1CDDB8A1D9}"/>
              </a:ext>
            </a:extLst>
          </p:cNvPr>
          <p:cNvCxnSpPr>
            <a:cxnSpLocks/>
          </p:cNvCxnSpPr>
          <p:nvPr/>
        </p:nvCxnSpPr>
        <p:spPr>
          <a:xfrm flipH="1">
            <a:off x="4241800" y="5486400"/>
            <a:ext cx="5765800" cy="190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Connector: Elbow 40">
            <a:extLst>
              <a:ext uri="{FF2B5EF4-FFF2-40B4-BE49-F238E27FC236}">
                <a16:creationId xmlns:a16="http://schemas.microsoft.com/office/drawing/2014/main" id="{145D636A-7785-3D33-6676-11360103CD77}"/>
              </a:ext>
            </a:extLst>
          </p:cNvPr>
          <p:cNvCxnSpPr>
            <a:cxnSpLocks/>
            <a:endCxn id="10" idx="0"/>
          </p:cNvCxnSpPr>
          <p:nvPr/>
        </p:nvCxnSpPr>
        <p:spPr>
          <a:xfrm rot="5400000">
            <a:off x="4127503" y="5619751"/>
            <a:ext cx="228598" cy="3"/>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E9E8E508-3213-3782-16E8-9EAB08998F38}"/>
              </a:ext>
            </a:extLst>
          </p:cNvPr>
          <p:cNvCxnSpPr>
            <a:endCxn id="11" idx="1"/>
          </p:cNvCxnSpPr>
          <p:nvPr/>
        </p:nvCxnSpPr>
        <p:spPr>
          <a:xfrm>
            <a:off x="5181600" y="5962651"/>
            <a:ext cx="10033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35ADE7BF-A65B-8DFB-6185-B97D9B66DD70}"/>
              </a:ext>
            </a:extLst>
          </p:cNvPr>
          <p:cNvSpPr txBox="1"/>
          <p:nvPr/>
        </p:nvSpPr>
        <p:spPr>
          <a:xfrm>
            <a:off x="4253025" y="163740"/>
            <a:ext cx="3863750" cy="1754326"/>
          </a:xfrm>
          <a:prstGeom prst="rect">
            <a:avLst/>
          </a:prstGeom>
          <a:noFill/>
        </p:spPr>
        <p:txBody>
          <a:bodyPr wrap="none" rtlCol="0">
            <a:spAutoFit/>
          </a:bodyPr>
          <a:lstStyle/>
          <a:p>
            <a:r>
              <a:rPr lang="en-GB" sz="3600" dirty="0">
                <a:solidFill>
                  <a:schemeClr val="bg1"/>
                </a:solidFill>
              </a:rPr>
              <a:t>Pipeline Workflow</a:t>
            </a:r>
          </a:p>
          <a:p>
            <a:endParaRPr lang="en-GB" dirty="0">
              <a:solidFill>
                <a:schemeClr val="bg1"/>
              </a:solidFill>
            </a:endParaRPr>
          </a:p>
          <a:p>
            <a:pPr algn="ctr"/>
            <a:r>
              <a:rPr lang="en-GB" dirty="0">
                <a:solidFill>
                  <a:schemeClr val="bg1"/>
                </a:solidFill>
              </a:rPr>
              <a:t>This show an overall workflow</a:t>
            </a:r>
            <a:br>
              <a:rPr lang="en-GB" dirty="0">
                <a:solidFill>
                  <a:schemeClr val="bg1"/>
                </a:solidFill>
              </a:rPr>
            </a:br>
            <a:r>
              <a:rPr lang="en-GB" dirty="0">
                <a:solidFill>
                  <a:schemeClr val="bg1"/>
                </a:solidFill>
              </a:rPr>
              <a:t>for the movement of code/data</a:t>
            </a:r>
            <a:br>
              <a:rPr lang="en-GB" dirty="0">
                <a:solidFill>
                  <a:schemeClr val="bg1"/>
                </a:solidFill>
              </a:rPr>
            </a:br>
            <a:r>
              <a:rPr lang="en-GB" dirty="0">
                <a:solidFill>
                  <a:schemeClr val="bg1"/>
                </a:solidFill>
              </a:rPr>
              <a:t>in a DataOps scenario</a:t>
            </a:r>
            <a:endParaRPr lang="en-DK" dirty="0">
              <a:solidFill>
                <a:schemeClr val="bg1"/>
              </a:solidFill>
            </a:endParaRPr>
          </a:p>
        </p:txBody>
      </p:sp>
      <p:sp>
        <p:nvSpPr>
          <p:cNvPr id="48" name="TextBox 47">
            <a:extLst>
              <a:ext uri="{FF2B5EF4-FFF2-40B4-BE49-F238E27FC236}">
                <a16:creationId xmlns:a16="http://schemas.microsoft.com/office/drawing/2014/main" id="{30B5D72C-FAA7-4A48-5133-7E3B84827397}"/>
              </a:ext>
            </a:extLst>
          </p:cNvPr>
          <p:cNvSpPr txBox="1"/>
          <p:nvPr/>
        </p:nvSpPr>
        <p:spPr>
          <a:xfrm>
            <a:off x="7991585" y="2812019"/>
            <a:ext cx="1632819" cy="369332"/>
          </a:xfrm>
          <a:prstGeom prst="rect">
            <a:avLst/>
          </a:prstGeom>
          <a:noFill/>
        </p:spPr>
        <p:txBody>
          <a:bodyPr wrap="none" rtlCol="0">
            <a:spAutoFit/>
          </a:bodyPr>
          <a:lstStyle/>
          <a:p>
            <a:r>
              <a:rPr lang="en-GB" dirty="0">
                <a:solidFill>
                  <a:schemeClr val="bg1"/>
                </a:solidFill>
              </a:rPr>
              <a:t>Approval Gate</a:t>
            </a:r>
            <a:endParaRPr lang="en-DK" dirty="0">
              <a:solidFill>
                <a:schemeClr val="bg1"/>
              </a:solidFill>
            </a:endParaRPr>
          </a:p>
        </p:txBody>
      </p:sp>
    </p:spTree>
    <p:extLst>
      <p:ext uri="{BB962C8B-B14F-4D97-AF65-F5344CB8AC3E}">
        <p14:creationId xmlns:p14="http://schemas.microsoft.com/office/powerpoint/2010/main" val="840209269"/>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Rektangel 295">
            <a:extLst>
              <a:ext uri="{FF2B5EF4-FFF2-40B4-BE49-F238E27FC236}">
                <a16:creationId xmlns:a16="http://schemas.microsoft.com/office/drawing/2014/main" id="{D19C567D-0053-41A0-888F-7FB97BD69822}"/>
              </a:ext>
            </a:extLst>
          </p:cNvPr>
          <p:cNvSpPr/>
          <p:nvPr/>
        </p:nvSpPr>
        <p:spPr>
          <a:xfrm>
            <a:off x="8137772" y="1746404"/>
            <a:ext cx="1612688" cy="3628173"/>
          </a:xfrm>
          <a:prstGeom prst="rect">
            <a:avLst/>
          </a:prstGeom>
          <a:solidFill>
            <a:schemeClr val="tx1">
              <a:lumMod val="75000"/>
            </a:schemeClr>
          </a:solidFill>
          <a:ln w="47625">
            <a:solidFill>
              <a:schemeClr val="tx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600" b="1">
                <a:solidFill>
                  <a:schemeClr val="bg1"/>
                </a:solidFill>
              </a:rPr>
              <a:t>Pre-production</a:t>
            </a: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p:txBody>
      </p:sp>
      <p:sp>
        <p:nvSpPr>
          <p:cNvPr id="297" name="Rektangel 296">
            <a:extLst>
              <a:ext uri="{FF2B5EF4-FFF2-40B4-BE49-F238E27FC236}">
                <a16:creationId xmlns:a16="http://schemas.microsoft.com/office/drawing/2014/main" id="{87BD6913-7DBE-4C01-90C3-24E2FE7FAED4}"/>
              </a:ext>
            </a:extLst>
          </p:cNvPr>
          <p:cNvSpPr/>
          <p:nvPr/>
        </p:nvSpPr>
        <p:spPr>
          <a:xfrm>
            <a:off x="6279386" y="1746403"/>
            <a:ext cx="1586214" cy="3628172"/>
          </a:xfrm>
          <a:prstGeom prst="rect">
            <a:avLst/>
          </a:prstGeom>
          <a:solidFill>
            <a:schemeClr val="tx1">
              <a:lumMod val="75000"/>
            </a:schemeClr>
          </a:solidFill>
          <a:ln w="47625">
            <a:solidFill>
              <a:schemeClr val="tx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600" b="1">
                <a:solidFill>
                  <a:schemeClr val="bg1"/>
                </a:solidFill>
              </a:rPr>
              <a:t>Test</a:t>
            </a: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p:txBody>
      </p:sp>
      <p:sp>
        <p:nvSpPr>
          <p:cNvPr id="298" name="Rektangel 297">
            <a:extLst>
              <a:ext uri="{FF2B5EF4-FFF2-40B4-BE49-F238E27FC236}">
                <a16:creationId xmlns:a16="http://schemas.microsoft.com/office/drawing/2014/main" id="{4BB1954D-2B86-402B-84AF-7ECDC1B579FB}"/>
              </a:ext>
            </a:extLst>
          </p:cNvPr>
          <p:cNvSpPr/>
          <p:nvPr/>
        </p:nvSpPr>
        <p:spPr>
          <a:xfrm>
            <a:off x="2692117" y="1746404"/>
            <a:ext cx="1586212" cy="3628172"/>
          </a:xfrm>
          <a:prstGeom prst="rect">
            <a:avLst/>
          </a:prstGeom>
          <a:solidFill>
            <a:schemeClr val="tx1">
              <a:lumMod val="85000"/>
            </a:schemeClr>
          </a:solidFill>
          <a:ln w="47625">
            <a:solidFill>
              <a:schemeClr val="tx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600" b="1">
                <a:solidFill>
                  <a:schemeClr val="bg1"/>
                </a:solidFill>
              </a:rPr>
              <a:t>Development</a:t>
            </a: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p:txBody>
      </p:sp>
      <p:sp>
        <p:nvSpPr>
          <p:cNvPr id="5" name="Rektangel 296">
            <a:extLst>
              <a:ext uri="{FF2B5EF4-FFF2-40B4-BE49-F238E27FC236}">
                <a16:creationId xmlns:a16="http://schemas.microsoft.com/office/drawing/2014/main" id="{16692B04-1906-429F-B287-6A06FFBC6B7E}"/>
              </a:ext>
            </a:extLst>
          </p:cNvPr>
          <p:cNvSpPr/>
          <p:nvPr/>
        </p:nvSpPr>
        <p:spPr>
          <a:xfrm>
            <a:off x="4456253" y="1746404"/>
            <a:ext cx="1580155" cy="3628172"/>
          </a:xfrm>
          <a:prstGeom prst="rect">
            <a:avLst/>
          </a:prstGeom>
          <a:solidFill>
            <a:schemeClr val="tx1">
              <a:lumMod val="85000"/>
            </a:schemeClr>
          </a:solidFill>
          <a:ln w="47625">
            <a:solidFill>
              <a:schemeClr val="tx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600" b="1">
                <a:solidFill>
                  <a:schemeClr val="bg1"/>
                </a:solidFill>
              </a:rPr>
              <a:t>QA</a:t>
            </a: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p:txBody>
      </p:sp>
      <p:sp>
        <p:nvSpPr>
          <p:cNvPr id="26" name="Rektangel 25">
            <a:extLst>
              <a:ext uri="{FF2B5EF4-FFF2-40B4-BE49-F238E27FC236}">
                <a16:creationId xmlns:a16="http://schemas.microsoft.com/office/drawing/2014/main" id="{79A8BFA9-A601-470C-9457-1CFF3ACECF7A}"/>
              </a:ext>
            </a:extLst>
          </p:cNvPr>
          <p:cNvSpPr/>
          <p:nvPr/>
        </p:nvSpPr>
        <p:spPr>
          <a:xfrm>
            <a:off x="345658" y="1746404"/>
            <a:ext cx="2074490" cy="3628172"/>
          </a:xfrm>
          <a:prstGeom prst="rect">
            <a:avLst/>
          </a:prstGeom>
          <a:solidFill>
            <a:schemeClr val="tx1">
              <a:lumMod val="95000"/>
            </a:schemeClr>
          </a:solidFill>
          <a:ln w="47625">
            <a:solidFill>
              <a:schemeClr val="tx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600" b="1">
                <a:solidFill>
                  <a:schemeClr val="bg1"/>
                </a:solidFill>
              </a:rPr>
              <a:t>Sandbox</a:t>
            </a: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p:txBody>
      </p:sp>
      <p:graphicFrame>
        <p:nvGraphicFramePr>
          <p:cNvPr id="4" name="Objekt 3" hidden="1">
            <a:extLst>
              <a:ext uri="{FF2B5EF4-FFF2-40B4-BE49-F238E27FC236}">
                <a16:creationId xmlns:a16="http://schemas.microsoft.com/office/drawing/2014/main" id="{A53B9CDE-B40B-4E68-AD74-4A07F56DD7E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4" name="Objekt 3" hidden="1">
                        <a:extLst>
                          <a:ext uri="{FF2B5EF4-FFF2-40B4-BE49-F238E27FC236}">
                            <a16:creationId xmlns:a16="http://schemas.microsoft.com/office/drawing/2014/main" id="{A53B9CDE-B40B-4E68-AD74-4A07F56DD7E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01" name="Tekstfelt 3100">
            <a:extLst>
              <a:ext uri="{FF2B5EF4-FFF2-40B4-BE49-F238E27FC236}">
                <a16:creationId xmlns:a16="http://schemas.microsoft.com/office/drawing/2014/main" id="{E008E297-03AB-4E80-B823-537A98F2D40C}"/>
              </a:ext>
            </a:extLst>
          </p:cNvPr>
          <p:cNvSpPr txBox="1"/>
          <p:nvPr/>
        </p:nvSpPr>
        <p:spPr>
          <a:xfrm>
            <a:off x="1293011" y="103908"/>
            <a:ext cx="10399467" cy="584775"/>
          </a:xfrm>
          <a:prstGeom prst="rect">
            <a:avLst/>
          </a:prstGeom>
          <a:noFill/>
        </p:spPr>
        <p:txBody>
          <a:bodyPr wrap="square" rtlCol="0">
            <a:spAutoFit/>
          </a:bodyPr>
          <a:lstStyle/>
          <a:p>
            <a:endParaRPr lang="en-US" sz="3200"/>
          </a:p>
        </p:txBody>
      </p:sp>
      <p:sp>
        <p:nvSpPr>
          <p:cNvPr id="3" name="Title 2">
            <a:extLst>
              <a:ext uri="{FF2B5EF4-FFF2-40B4-BE49-F238E27FC236}">
                <a16:creationId xmlns:a16="http://schemas.microsoft.com/office/drawing/2014/main" id="{7611A82B-B8AA-4C05-9816-0DE7FB132940}"/>
              </a:ext>
            </a:extLst>
          </p:cNvPr>
          <p:cNvSpPr>
            <a:spLocks noGrp="1"/>
          </p:cNvSpPr>
          <p:nvPr>
            <p:ph type="title" idx="4294967295"/>
          </p:nvPr>
        </p:nvSpPr>
        <p:spPr>
          <a:xfrm>
            <a:off x="1173163" y="398463"/>
            <a:ext cx="11018837" cy="739775"/>
          </a:xfrm>
        </p:spPr>
        <p:txBody>
          <a:bodyPr>
            <a:noAutofit/>
          </a:bodyPr>
          <a:lstStyle/>
          <a:p>
            <a:pPr algn="ctr"/>
            <a:r>
              <a:rPr lang="en-US" dirty="0">
                <a:solidFill>
                  <a:schemeClr val="bg1"/>
                </a:solidFill>
                <a:latin typeface="+mn-lt"/>
              </a:rPr>
              <a:t>Data : Environments / Pipelines</a:t>
            </a:r>
          </a:p>
        </p:txBody>
      </p:sp>
      <p:sp>
        <p:nvSpPr>
          <p:cNvPr id="14" name="Rektangel: afrundede hjørner 3097">
            <a:extLst>
              <a:ext uri="{FF2B5EF4-FFF2-40B4-BE49-F238E27FC236}">
                <a16:creationId xmlns:a16="http://schemas.microsoft.com/office/drawing/2014/main" id="{B1CC8028-601C-4DE6-BDCD-547FAC244A7B}"/>
              </a:ext>
            </a:extLst>
          </p:cNvPr>
          <p:cNvSpPr/>
          <p:nvPr/>
        </p:nvSpPr>
        <p:spPr>
          <a:xfrm>
            <a:off x="2737317" y="6284195"/>
            <a:ext cx="1541012" cy="469897"/>
          </a:xfrm>
          <a:prstGeom prst="round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Permanent Environment</a:t>
            </a:r>
          </a:p>
        </p:txBody>
      </p:sp>
      <p:sp>
        <p:nvSpPr>
          <p:cNvPr id="15" name="Rektangel: afrundede hjørner 405">
            <a:extLst>
              <a:ext uri="{FF2B5EF4-FFF2-40B4-BE49-F238E27FC236}">
                <a16:creationId xmlns:a16="http://schemas.microsoft.com/office/drawing/2014/main" id="{82D77A2A-341A-47F2-80DD-0BA13F358D94}"/>
              </a:ext>
            </a:extLst>
          </p:cNvPr>
          <p:cNvSpPr/>
          <p:nvPr/>
        </p:nvSpPr>
        <p:spPr>
          <a:xfrm>
            <a:off x="2678155" y="5567349"/>
            <a:ext cx="1600174" cy="545643"/>
          </a:xfrm>
          <a:prstGeom prst="roundRect">
            <a:avLst/>
          </a:prstGeom>
          <a:solidFill>
            <a:schemeClr val="bg2">
              <a:lumMod val="40000"/>
              <a:lumOff val="60000"/>
            </a:schemeClr>
          </a:solid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Time limited Environment</a:t>
            </a:r>
          </a:p>
        </p:txBody>
      </p:sp>
      <p:sp>
        <p:nvSpPr>
          <p:cNvPr id="10" name="Rektangel: afrundede hjørner 124">
            <a:extLst>
              <a:ext uri="{FF2B5EF4-FFF2-40B4-BE49-F238E27FC236}">
                <a16:creationId xmlns:a16="http://schemas.microsoft.com/office/drawing/2014/main" id="{C54A09D1-34D3-4BFD-9701-9AD89AEFAD7C}"/>
              </a:ext>
            </a:extLst>
          </p:cNvPr>
          <p:cNvSpPr/>
          <p:nvPr/>
        </p:nvSpPr>
        <p:spPr>
          <a:xfrm rot="10800000" flipV="1">
            <a:off x="2822039" y="3898805"/>
            <a:ext cx="1282497" cy="685248"/>
          </a:xfrm>
          <a:prstGeom prst="roundRect">
            <a:avLst/>
          </a:prstGeom>
          <a:solidFill>
            <a:schemeClr val="accent5">
              <a:lumMod val="20000"/>
              <a:lumOff val="80000"/>
            </a:schemeClr>
          </a:solidFill>
          <a:ln w="19050">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solidFill>
                  <a:schemeClr val="bg1"/>
                </a:solidFill>
              </a:rPr>
              <a:t>Data</a:t>
            </a:r>
          </a:p>
        </p:txBody>
      </p:sp>
      <p:sp>
        <p:nvSpPr>
          <p:cNvPr id="21" name="Rektangel: afrundede hjørner 124">
            <a:extLst>
              <a:ext uri="{FF2B5EF4-FFF2-40B4-BE49-F238E27FC236}">
                <a16:creationId xmlns:a16="http://schemas.microsoft.com/office/drawing/2014/main" id="{6B56E706-733B-45C2-8960-8B899E4D4B54}"/>
              </a:ext>
            </a:extLst>
          </p:cNvPr>
          <p:cNvSpPr/>
          <p:nvPr/>
        </p:nvSpPr>
        <p:spPr>
          <a:xfrm rot="10800000" flipV="1">
            <a:off x="6434681" y="3832924"/>
            <a:ext cx="1331932" cy="685248"/>
          </a:xfrm>
          <a:prstGeom prst="roundRect">
            <a:avLst/>
          </a:prstGeom>
          <a:solidFill>
            <a:schemeClr val="bg2">
              <a:lumMod val="40000"/>
              <a:lumOff val="60000"/>
            </a:schemeClr>
          </a:solid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solidFill>
                  <a:schemeClr val="bg1"/>
                </a:solidFill>
              </a:rPr>
              <a:t>Test Data</a:t>
            </a:r>
          </a:p>
        </p:txBody>
      </p:sp>
      <p:sp>
        <p:nvSpPr>
          <p:cNvPr id="22" name="Rektangel: afrundede hjørner 124">
            <a:extLst>
              <a:ext uri="{FF2B5EF4-FFF2-40B4-BE49-F238E27FC236}">
                <a16:creationId xmlns:a16="http://schemas.microsoft.com/office/drawing/2014/main" id="{829E63AE-E16A-49D9-AA7F-CFB6B5BE4303}"/>
              </a:ext>
            </a:extLst>
          </p:cNvPr>
          <p:cNvSpPr/>
          <p:nvPr/>
        </p:nvSpPr>
        <p:spPr>
          <a:xfrm rot="10800000" flipV="1">
            <a:off x="9993438" y="3911311"/>
            <a:ext cx="1612688" cy="685248"/>
          </a:xfrm>
          <a:prstGeom prst="roundRect">
            <a:avLst/>
          </a:prstGeom>
          <a:solidFill>
            <a:schemeClr val="accent5">
              <a:lumMod val="20000"/>
              <a:lumOff val="80000"/>
            </a:schemeClr>
          </a:solidFill>
          <a:ln w="19050">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solidFill>
                  <a:schemeClr val="bg1"/>
                </a:solidFill>
              </a:rPr>
              <a:t>Data</a:t>
            </a:r>
          </a:p>
        </p:txBody>
      </p:sp>
      <p:sp>
        <p:nvSpPr>
          <p:cNvPr id="36" name="Rektangel: afrundede hjørner 124">
            <a:extLst>
              <a:ext uri="{FF2B5EF4-FFF2-40B4-BE49-F238E27FC236}">
                <a16:creationId xmlns:a16="http://schemas.microsoft.com/office/drawing/2014/main" id="{B51A4C8E-528D-46F7-8D01-2A6D796A2E56}"/>
              </a:ext>
            </a:extLst>
          </p:cNvPr>
          <p:cNvSpPr/>
          <p:nvPr/>
        </p:nvSpPr>
        <p:spPr>
          <a:xfrm rot="10800000" flipV="1">
            <a:off x="576559" y="2316490"/>
            <a:ext cx="1612688" cy="685248"/>
          </a:xfrm>
          <a:prstGeom prst="roundRect">
            <a:avLst/>
          </a:prstGeom>
          <a:solidFill>
            <a:schemeClr val="bg2">
              <a:lumMod val="40000"/>
              <a:lumOff val="60000"/>
            </a:schemeClr>
          </a:solid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solidFill>
                  <a:schemeClr val="bg1"/>
                </a:solidFill>
              </a:rPr>
              <a:t>Sandbox 1</a:t>
            </a:r>
          </a:p>
        </p:txBody>
      </p:sp>
      <p:sp>
        <p:nvSpPr>
          <p:cNvPr id="41" name="Rektangel: afrundede hjørner 124">
            <a:extLst>
              <a:ext uri="{FF2B5EF4-FFF2-40B4-BE49-F238E27FC236}">
                <a16:creationId xmlns:a16="http://schemas.microsoft.com/office/drawing/2014/main" id="{C06208D5-38AC-48F6-8260-4DD15DD8A66A}"/>
              </a:ext>
            </a:extLst>
          </p:cNvPr>
          <p:cNvSpPr/>
          <p:nvPr/>
        </p:nvSpPr>
        <p:spPr>
          <a:xfrm rot="10800000" flipV="1">
            <a:off x="576558" y="3050384"/>
            <a:ext cx="1612688" cy="685248"/>
          </a:xfrm>
          <a:prstGeom prst="roundRect">
            <a:avLst/>
          </a:prstGeom>
          <a:solidFill>
            <a:schemeClr val="bg2">
              <a:lumMod val="40000"/>
              <a:lumOff val="60000"/>
            </a:schemeClr>
          </a:solid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solidFill>
                  <a:schemeClr val="bg1"/>
                </a:solidFill>
              </a:rPr>
              <a:t>Sandbox 2</a:t>
            </a:r>
          </a:p>
        </p:txBody>
      </p:sp>
      <p:sp>
        <p:nvSpPr>
          <p:cNvPr id="42" name="Rektangel: afrundede hjørner 124">
            <a:extLst>
              <a:ext uri="{FF2B5EF4-FFF2-40B4-BE49-F238E27FC236}">
                <a16:creationId xmlns:a16="http://schemas.microsoft.com/office/drawing/2014/main" id="{B8032318-1EE3-421A-8810-B01C6C0EC81E}"/>
              </a:ext>
            </a:extLst>
          </p:cNvPr>
          <p:cNvSpPr/>
          <p:nvPr/>
        </p:nvSpPr>
        <p:spPr>
          <a:xfrm rot="10800000" flipV="1">
            <a:off x="576558" y="3784278"/>
            <a:ext cx="1612688" cy="685248"/>
          </a:xfrm>
          <a:prstGeom prst="roundRect">
            <a:avLst/>
          </a:prstGeom>
          <a:solidFill>
            <a:schemeClr val="bg2">
              <a:lumMod val="40000"/>
              <a:lumOff val="60000"/>
            </a:schemeClr>
          </a:solid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solidFill>
                  <a:schemeClr val="bg1"/>
                </a:solidFill>
              </a:rPr>
              <a:t>Sandbox 3</a:t>
            </a:r>
          </a:p>
        </p:txBody>
      </p:sp>
      <p:sp>
        <p:nvSpPr>
          <p:cNvPr id="43" name="Rektangel: afrundede hjørner 124">
            <a:extLst>
              <a:ext uri="{FF2B5EF4-FFF2-40B4-BE49-F238E27FC236}">
                <a16:creationId xmlns:a16="http://schemas.microsoft.com/office/drawing/2014/main" id="{A6D31EE0-5B3A-47B1-95D0-8850B737162A}"/>
              </a:ext>
            </a:extLst>
          </p:cNvPr>
          <p:cNvSpPr/>
          <p:nvPr/>
        </p:nvSpPr>
        <p:spPr>
          <a:xfrm rot="10800000" flipV="1">
            <a:off x="576558" y="4518172"/>
            <a:ext cx="1612688" cy="685248"/>
          </a:xfrm>
          <a:prstGeom prst="roundRect">
            <a:avLst/>
          </a:prstGeom>
          <a:solidFill>
            <a:schemeClr val="bg2">
              <a:lumMod val="40000"/>
              <a:lumOff val="60000"/>
            </a:schemeClr>
          </a:solid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solidFill>
                  <a:schemeClr val="bg1"/>
                </a:solidFill>
              </a:rPr>
              <a:t>Sandbox N</a:t>
            </a:r>
          </a:p>
        </p:txBody>
      </p:sp>
      <p:sp>
        <p:nvSpPr>
          <p:cNvPr id="44" name="Pil: højre 337">
            <a:extLst>
              <a:ext uri="{FF2B5EF4-FFF2-40B4-BE49-F238E27FC236}">
                <a16:creationId xmlns:a16="http://schemas.microsoft.com/office/drawing/2014/main" id="{F469DA61-4324-4D83-B01B-79B10CDE97F6}"/>
              </a:ext>
            </a:extLst>
          </p:cNvPr>
          <p:cNvSpPr/>
          <p:nvPr/>
        </p:nvSpPr>
        <p:spPr>
          <a:xfrm>
            <a:off x="2546332" y="3161699"/>
            <a:ext cx="4672774" cy="521922"/>
          </a:xfrm>
          <a:prstGeom prst="rightArrow">
            <a:avLst>
              <a:gd name="adj1" fmla="val 50000"/>
              <a:gd name="adj2" fmla="val 59687"/>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a:solidFill>
                  <a:schemeClr val="tx1"/>
                </a:solidFill>
              </a:rPr>
              <a:t>Tools IaC Pipeline</a:t>
            </a:r>
          </a:p>
        </p:txBody>
      </p:sp>
      <p:sp>
        <p:nvSpPr>
          <p:cNvPr id="37" name="Rektangel: afrundede hjørner 124">
            <a:extLst>
              <a:ext uri="{FF2B5EF4-FFF2-40B4-BE49-F238E27FC236}">
                <a16:creationId xmlns:a16="http://schemas.microsoft.com/office/drawing/2014/main" id="{AEC7B7EC-DDA9-45A6-A4A1-20D86A922D17}"/>
              </a:ext>
            </a:extLst>
          </p:cNvPr>
          <p:cNvSpPr/>
          <p:nvPr/>
        </p:nvSpPr>
        <p:spPr>
          <a:xfrm rot="10800000" flipV="1">
            <a:off x="6434681" y="2329131"/>
            <a:ext cx="1331932" cy="685248"/>
          </a:xfrm>
          <a:prstGeom prst="roundRect">
            <a:avLst/>
          </a:prstGeom>
          <a:solidFill>
            <a:schemeClr val="bg2">
              <a:lumMod val="40000"/>
              <a:lumOff val="60000"/>
            </a:schemeClr>
          </a:solid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solidFill>
                  <a:schemeClr val="bg1"/>
                </a:solidFill>
              </a:rPr>
              <a:t>Test area</a:t>
            </a:r>
          </a:p>
        </p:txBody>
      </p:sp>
      <p:sp>
        <p:nvSpPr>
          <p:cNvPr id="38" name="Rektangel: afrundede hjørner 124">
            <a:extLst>
              <a:ext uri="{FF2B5EF4-FFF2-40B4-BE49-F238E27FC236}">
                <a16:creationId xmlns:a16="http://schemas.microsoft.com/office/drawing/2014/main" id="{84F05DEB-E506-42D3-B283-40E1D3EF0A5B}"/>
              </a:ext>
            </a:extLst>
          </p:cNvPr>
          <p:cNvSpPr/>
          <p:nvPr/>
        </p:nvSpPr>
        <p:spPr>
          <a:xfrm rot="10800000" flipV="1">
            <a:off x="4576203" y="2329131"/>
            <a:ext cx="1348609" cy="685248"/>
          </a:xfrm>
          <a:prstGeom prst="roundRect">
            <a:avLst/>
          </a:prstGeom>
          <a:solidFill>
            <a:schemeClr val="bg2">
              <a:lumMod val="40000"/>
              <a:lumOff val="60000"/>
            </a:schemeClr>
          </a:solid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solidFill>
                  <a:schemeClr val="bg1"/>
                </a:solidFill>
              </a:rPr>
              <a:t>QA area</a:t>
            </a:r>
          </a:p>
        </p:txBody>
      </p:sp>
      <p:sp>
        <p:nvSpPr>
          <p:cNvPr id="39" name="Rektangel: afrundede hjørner 124">
            <a:extLst>
              <a:ext uri="{FF2B5EF4-FFF2-40B4-BE49-F238E27FC236}">
                <a16:creationId xmlns:a16="http://schemas.microsoft.com/office/drawing/2014/main" id="{2306F9CC-64DC-4DB1-B818-7DB38BE548A2}"/>
              </a:ext>
            </a:extLst>
          </p:cNvPr>
          <p:cNvSpPr/>
          <p:nvPr/>
        </p:nvSpPr>
        <p:spPr>
          <a:xfrm rot="10800000" flipV="1">
            <a:off x="2822041" y="2316490"/>
            <a:ext cx="1282496" cy="685248"/>
          </a:xfrm>
          <a:prstGeom prst="roundRect">
            <a:avLst/>
          </a:prstGeom>
          <a:solidFill>
            <a:schemeClr val="accent5">
              <a:lumMod val="20000"/>
              <a:lumOff val="80000"/>
            </a:schemeClr>
          </a:solidFill>
          <a:ln w="19050">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solidFill>
                  <a:schemeClr val="bg1"/>
                </a:solidFill>
              </a:rPr>
              <a:t>Workspace</a:t>
            </a:r>
          </a:p>
        </p:txBody>
      </p:sp>
      <p:sp>
        <p:nvSpPr>
          <p:cNvPr id="40" name="Rektangel: afrundede hjørner 124">
            <a:extLst>
              <a:ext uri="{FF2B5EF4-FFF2-40B4-BE49-F238E27FC236}">
                <a16:creationId xmlns:a16="http://schemas.microsoft.com/office/drawing/2014/main" id="{BC72261A-D887-41F5-AFDA-7538F894C01F}"/>
              </a:ext>
            </a:extLst>
          </p:cNvPr>
          <p:cNvSpPr/>
          <p:nvPr/>
        </p:nvSpPr>
        <p:spPr>
          <a:xfrm rot="10800000" flipV="1">
            <a:off x="9993438" y="2316491"/>
            <a:ext cx="1612688" cy="685248"/>
          </a:xfrm>
          <a:prstGeom prst="roundRect">
            <a:avLst/>
          </a:prstGeom>
          <a:solidFill>
            <a:schemeClr val="accent5">
              <a:lumMod val="20000"/>
              <a:lumOff val="80000"/>
            </a:schemeClr>
          </a:solidFill>
          <a:ln w="19050">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solidFill>
                  <a:schemeClr val="bg1"/>
                </a:solidFill>
              </a:rPr>
              <a:t>Project area</a:t>
            </a:r>
          </a:p>
        </p:txBody>
      </p:sp>
      <p:sp>
        <p:nvSpPr>
          <p:cNvPr id="6" name="Pil: højre 337">
            <a:extLst>
              <a:ext uri="{FF2B5EF4-FFF2-40B4-BE49-F238E27FC236}">
                <a16:creationId xmlns:a16="http://schemas.microsoft.com/office/drawing/2014/main" id="{542525E5-FA26-4265-874E-188EA57565C4}"/>
              </a:ext>
            </a:extLst>
          </p:cNvPr>
          <p:cNvSpPr/>
          <p:nvPr/>
        </p:nvSpPr>
        <p:spPr>
          <a:xfrm>
            <a:off x="3178029" y="1179924"/>
            <a:ext cx="7370293" cy="632103"/>
          </a:xfrm>
          <a:prstGeom prst="rightArrow">
            <a:avLst>
              <a:gd name="adj1" fmla="val 50000"/>
              <a:gd name="adj2" fmla="val 25844"/>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Release Pipeline</a:t>
            </a:r>
          </a:p>
        </p:txBody>
      </p:sp>
      <p:sp>
        <p:nvSpPr>
          <p:cNvPr id="7" name="Rektangel 295">
            <a:extLst>
              <a:ext uri="{FF2B5EF4-FFF2-40B4-BE49-F238E27FC236}">
                <a16:creationId xmlns:a16="http://schemas.microsoft.com/office/drawing/2014/main" id="{4391A1FB-A9F4-4DC9-B1A7-C145AE4826AD}"/>
              </a:ext>
            </a:extLst>
          </p:cNvPr>
          <p:cNvSpPr/>
          <p:nvPr/>
        </p:nvSpPr>
        <p:spPr>
          <a:xfrm>
            <a:off x="10002754" y="1746403"/>
            <a:ext cx="1612688" cy="3628173"/>
          </a:xfrm>
          <a:prstGeom prst="rect">
            <a:avLst/>
          </a:prstGeom>
          <a:solidFill>
            <a:schemeClr val="tx1">
              <a:lumMod val="50000"/>
            </a:schemeClr>
          </a:solidFill>
          <a:ln w="47625">
            <a:solidFill>
              <a:schemeClr val="tx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600" b="1">
                <a:solidFill>
                  <a:schemeClr val="bg1"/>
                </a:solidFill>
              </a:rPr>
              <a:t>Production</a:t>
            </a: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a:p>
            <a:endParaRPr lang="en-US" sz="1600" b="1">
              <a:solidFill>
                <a:schemeClr val="bg1"/>
              </a:solidFill>
            </a:endParaRPr>
          </a:p>
        </p:txBody>
      </p:sp>
      <p:sp>
        <p:nvSpPr>
          <p:cNvPr id="9" name="Arrow: Left 8">
            <a:extLst>
              <a:ext uri="{FF2B5EF4-FFF2-40B4-BE49-F238E27FC236}">
                <a16:creationId xmlns:a16="http://schemas.microsoft.com/office/drawing/2014/main" id="{7AC3AC6E-7428-4E7C-A137-297AD68273A0}"/>
              </a:ext>
            </a:extLst>
          </p:cNvPr>
          <p:cNvSpPr/>
          <p:nvPr/>
        </p:nvSpPr>
        <p:spPr bwMode="auto">
          <a:xfrm>
            <a:off x="8661086" y="3161699"/>
            <a:ext cx="3318754" cy="521922"/>
          </a:xfrm>
          <a:prstGeom prst="leftArrow">
            <a:avLst>
              <a:gd name="adj1" fmla="val 50000"/>
              <a:gd name="adj2" fmla="val 56293"/>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gradFill>
                  <a:gsLst>
                    <a:gs pos="0">
                      <a:srgbClr val="FFFFFF"/>
                    </a:gs>
                    <a:gs pos="100000">
                      <a:srgbClr val="FFFFFF"/>
                    </a:gs>
                  </a:gsLst>
                  <a:lin ang="5400000" scaled="0"/>
                </a:gradFill>
                <a:ea typeface="Segoe UI" pitchFamily="34" charset="0"/>
                <a:cs typeface="Segoe UI" pitchFamily="34" charset="0"/>
              </a:rPr>
              <a:t>Prod Tool IaC</a:t>
            </a:r>
          </a:p>
        </p:txBody>
      </p:sp>
      <p:sp>
        <p:nvSpPr>
          <p:cNvPr id="11" name="Arrow: Left 10">
            <a:extLst>
              <a:ext uri="{FF2B5EF4-FFF2-40B4-BE49-F238E27FC236}">
                <a16:creationId xmlns:a16="http://schemas.microsoft.com/office/drawing/2014/main" id="{185EC6C6-106B-44B5-92F2-F116EEA4FA69}"/>
              </a:ext>
            </a:extLst>
          </p:cNvPr>
          <p:cNvSpPr/>
          <p:nvPr/>
        </p:nvSpPr>
        <p:spPr bwMode="auto">
          <a:xfrm>
            <a:off x="8661086" y="4656655"/>
            <a:ext cx="2305871" cy="538484"/>
          </a:xfrm>
          <a:prstGeom prst="leftArrow">
            <a:avLst>
              <a:gd name="adj1" fmla="val 50000"/>
              <a:gd name="adj2" fmla="val 50123"/>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dirty="0">
                <a:gradFill>
                  <a:gsLst>
                    <a:gs pos="0">
                      <a:srgbClr val="FFFFFF"/>
                    </a:gs>
                    <a:gs pos="100000">
                      <a:srgbClr val="FFFFFF"/>
                    </a:gs>
                  </a:gsLst>
                  <a:lin ang="5400000" scaled="0"/>
                </a:gradFill>
                <a:ea typeface="Segoe UI" pitchFamily="34" charset="0"/>
                <a:cs typeface="Segoe UI" pitchFamily="34" charset="0"/>
              </a:rPr>
              <a:t>Pre-Prod Data </a:t>
            </a:r>
            <a:r>
              <a:rPr lang="en-US" dirty="0" err="1">
                <a:gradFill>
                  <a:gsLst>
                    <a:gs pos="0">
                      <a:srgbClr val="FFFFFF"/>
                    </a:gs>
                    <a:gs pos="100000">
                      <a:srgbClr val="FFFFFF"/>
                    </a:gs>
                  </a:gsLst>
                  <a:lin ang="5400000" scaled="0"/>
                </a:gradFill>
                <a:ea typeface="Segoe UI" pitchFamily="34" charset="0"/>
                <a:cs typeface="Segoe UI" pitchFamily="34" charset="0"/>
              </a:rPr>
              <a:t>IaC</a:t>
            </a: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8" name="Pil: højre 337">
            <a:extLst>
              <a:ext uri="{FF2B5EF4-FFF2-40B4-BE49-F238E27FC236}">
                <a16:creationId xmlns:a16="http://schemas.microsoft.com/office/drawing/2014/main" id="{02B4A6FD-2A27-465F-AC31-E4084831C5CD}"/>
              </a:ext>
            </a:extLst>
          </p:cNvPr>
          <p:cNvSpPr/>
          <p:nvPr/>
        </p:nvSpPr>
        <p:spPr>
          <a:xfrm>
            <a:off x="2546332" y="4664936"/>
            <a:ext cx="4672774" cy="521922"/>
          </a:xfrm>
          <a:prstGeom prst="rightArrow">
            <a:avLst>
              <a:gd name="adj1" fmla="val 50000"/>
              <a:gd name="adj2" fmla="val 59687"/>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a:solidFill>
                  <a:schemeClr val="tx1"/>
                </a:solidFill>
              </a:rPr>
              <a:t>Data IaC Pipeline</a:t>
            </a:r>
          </a:p>
        </p:txBody>
      </p:sp>
      <p:sp>
        <p:nvSpPr>
          <p:cNvPr id="16" name="Rektangel: afrundede hjørner 124">
            <a:extLst>
              <a:ext uri="{FF2B5EF4-FFF2-40B4-BE49-F238E27FC236}">
                <a16:creationId xmlns:a16="http://schemas.microsoft.com/office/drawing/2014/main" id="{0FD240EC-B0B2-4251-B896-2644F8896E32}"/>
              </a:ext>
            </a:extLst>
          </p:cNvPr>
          <p:cNvSpPr/>
          <p:nvPr/>
        </p:nvSpPr>
        <p:spPr>
          <a:xfrm rot="10800000" flipV="1">
            <a:off x="8302867" y="3843850"/>
            <a:ext cx="1282497" cy="685248"/>
          </a:xfrm>
          <a:prstGeom prst="roundRect">
            <a:avLst/>
          </a:prstGeom>
          <a:solidFill>
            <a:schemeClr val="accent5">
              <a:lumMod val="20000"/>
              <a:lumOff val="80000"/>
            </a:schemeClr>
          </a:solidFill>
          <a:ln w="19050">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solidFill>
                  <a:schemeClr val="bg1"/>
                </a:solidFill>
              </a:rPr>
              <a:t>Pre-prod Data</a:t>
            </a:r>
          </a:p>
        </p:txBody>
      </p:sp>
      <p:sp>
        <p:nvSpPr>
          <p:cNvPr id="17" name="Rektangel: afrundede hjørner 124">
            <a:extLst>
              <a:ext uri="{FF2B5EF4-FFF2-40B4-BE49-F238E27FC236}">
                <a16:creationId xmlns:a16="http://schemas.microsoft.com/office/drawing/2014/main" id="{4157784A-54AD-457C-940F-3A5117552D91}"/>
              </a:ext>
            </a:extLst>
          </p:cNvPr>
          <p:cNvSpPr/>
          <p:nvPr/>
        </p:nvSpPr>
        <p:spPr>
          <a:xfrm rot="10800000" flipV="1">
            <a:off x="8302867" y="2328560"/>
            <a:ext cx="1282497" cy="685248"/>
          </a:xfrm>
          <a:prstGeom prst="roundRect">
            <a:avLst/>
          </a:prstGeom>
          <a:solidFill>
            <a:schemeClr val="accent5">
              <a:lumMod val="20000"/>
              <a:lumOff val="80000"/>
            </a:schemeClr>
          </a:solidFill>
          <a:ln w="19050">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solidFill>
                  <a:schemeClr val="bg1"/>
                </a:solidFill>
              </a:rPr>
              <a:t>Pre-prod Tools/apps</a:t>
            </a:r>
          </a:p>
        </p:txBody>
      </p:sp>
      <p:sp>
        <p:nvSpPr>
          <p:cNvPr id="2" name="Rektangel: afrundede hjørner 124">
            <a:extLst>
              <a:ext uri="{FF2B5EF4-FFF2-40B4-BE49-F238E27FC236}">
                <a16:creationId xmlns:a16="http://schemas.microsoft.com/office/drawing/2014/main" id="{903890E9-CC99-E3AA-8320-B9A6D0612499}"/>
              </a:ext>
            </a:extLst>
          </p:cNvPr>
          <p:cNvSpPr/>
          <p:nvPr/>
        </p:nvSpPr>
        <p:spPr>
          <a:xfrm rot="10800000" flipV="1">
            <a:off x="10158533" y="2314880"/>
            <a:ext cx="1282497" cy="685248"/>
          </a:xfrm>
          <a:prstGeom prst="roundRect">
            <a:avLst/>
          </a:prstGeom>
          <a:solidFill>
            <a:schemeClr val="accent5">
              <a:lumMod val="20000"/>
              <a:lumOff val="80000"/>
            </a:schemeClr>
          </a:solidFill>
          <a:ln w="19050">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solidFill>
                  <a:schemeClr val="bg1"/>
                </a:solidFill>
              </a:rPr>
              <a:t>Prod Tools/apps</a:t>
            </a:r>
          </a:p>
        </p:txBody>
      </p:sp>
      <p:sp>
        <p:nvSpPr>
          <p:cNvPr id="12" name="Rektangel: afrundede hjørner 124">
            <a:extLst>
              <a:ext uri="{FF2B5EF4-FFF2-40B4-BE49-F238E27FC236}">
                <a16:creationId xmlns:a16="http://schemas.microsoft.com/office/drawing/2014/main" id="{B4A336D3-36EF-BA6A-F738-CEAE749D39E4}"/>
              </a:ext>
            </a:extLst>
          </p:cNvPr>
          <p:cNvSpPr/>
          <p:nvPr/>
        </p:nvSpPr>
        <p:spPr>
          <a:xfrm rot="10800000" flipV="1">
            <a:off x="10167849" y="3840355"/>
            <a:ext cx="1282497" cy="685248"/>
          </a:xfrm>
          <a:prstGeom prst="roundRect">
            <a:avLst/>
          </a:prstGeom>
          <a:solidFill>
            <a:schemeClr val="accent5">
              <a:lumMod val="20000"/>
              <a:lumOff val="80000"/>
            </a:schemeClr>
          </a:solidFill>
          <a:ln w="19050">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solidFill>
                  <a:schemeClr val="bg1"/>
                </a:solidFill>
              </a:rPr>
              <a:t>Prod Data</a:t>
            </a:r>
          </a:p>
        </p:txBody>
      </p:sp>
    </p:spTree>
    <p:extLst>
      <p:ext uri="{BB962C8B-B14F-4D97-AF65-F5344CB8AC3E}">
        <p14:creationId xmlns:p14="http://schemas.microsoft.com/office/powerpoint/2010/main" val="134785685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98551-58D0-8F18-C793-8F4A5310DE8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3CEAED6-F8E7-1CCC-4281-DE129B64F330}"/>
              </a:ext>
            </a:extLst>
          </p:cNvPr>
          <p:cNvSpPr>
            <a:spLocks noGrp="1"/>
          </p:cNvSpPr>
          <p:nvPr>
            <p:ph type="title" idx="4294967295"/>
          </p:nvPr>
        </p:nvSpPr>
        <p:spPr>
          <a:xfrm>
            <a:off x="1322173" y="2611480"/>
            <a:ext cx="6635750" cy="64452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pc="0" dirty="0">
                <a:ln>
                  <a:noFill/>
                </a:ln>
                <a:solidFill>
                  <a:schemeClr val="bg1"/>
                </a:solidFill>
              </a:rPr>
              <a:t>Possible </a:t>
            </a:r>
            <a:r>
              <a:rPr kumimoji="0" lang="en-US" sz="3600" b="0" i="0" u="none" strike="noStrike" kern="1200" cap="none" spc="0" normalizeH="0" baseline="0" noProof="0" dirty="0">
                <a:ln>
                  <a:noFill/>
                </a:ln>
                <a:solidFill>
                  <a:schemeClr val="bg1"/>
                </a:solidFill>
                <a:effectLst/>
                <a:uLnTx/>
                <a:uFillTx/>
                <a:ea typeface="+mn-ea"/>
                <a:cs typeface="Segoe UI" panose="020B0502040204020203" pitchFamily="34" charset="0"/>
              </a:rPr>
              <a:t>setup</a:t>
            </a:r>
            <a:br>
              <a:rPr kumimoji="0" lang="en-US" sz="3600" b="0" i="0" u="none" strike="noStrike" kern="1200" cap="none" spc="0" normalizeH="0" baseline="0" noProof="0" dirty="0">
                <a:ln>
                  <a:noFill/>
                </a:ln>
                <a:solidFill>
                  <a:schemeClr val="bg1"/>
                </a:solidFill>
                <a:effectLst/>
                <a:uLnTx/>
                <a:uFillTx/>
                <a:ea typeface="+mn-ea"/>
                <a:cs typeface="Segoe UI" panose="020B0502040204020203" pitchFamily="34" charset="0"/>
              </a:rPr>
            </a:br>
            <a:endParaRPr kumimoji="0" lang="en-US" sz="3600" b="0" i="0" u="none" strike="noStrike" kern="1200" cap="none" spc="0" normalizeH="0" baseline="0" noProof="0" dirty="0">
              <a:ln>
                <a:noFill/>
              </a:ln>
              <a:solidFill>
                <a:schemeClr val="bg1"/>
              </a:solidFill>
              <a:effectLst/>
              <a:uLnTx/>
              <a:uFillTx/>
              <a:ea typeface="+mn-ea"/>
              <a:cs typeface="Segoe UI" panose="020B0502040204020203" pitchFamily="34" charset="0"/>
            </a:endParaRPr>
          </a:p>
        </p:txBody>
      </p:sp>
    </p:spTree>
    <p:extLst>
      <p:ext uri="{BB962C8B-B14F-4D97-AF65-F5344CB8AC3E}">
        <p14:creationId xmlns:p14="http://schemas.microsoft.com/office/powerpoint/2010/main" val="83125930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ounded Rectangle 64">
            <a:extLst>
              <a:ext uri="{FF2B5EF4-FFF2-40B4-BE49-F238E27FC236}">
                <a16:creationId xmlns:a16="http://schemas.microsoft.com/office/drawing/2014/main" id="{DABAEB28-5CEE-11D7-3D31-565CB4BB631A}"/>
              </a:ext>
            </a:extLst>
          </p:cNvPr>
          <p:cNvSpPr/>
          <p:nvPr/>
        </p:nvSpPr>
        <p:spPr bwMode="auto">
          <a:xfrm rot="5400000">
            <a:off x="9592226" y="3839140"/>
            <a:ext cx="1199982" cy="3324917"/>
          </a:xfrm>
          <a:prstGeom prst="roundRect">
            <a:avLst/>
          </a:prstGeom>
          <a:solidFill>
            <a:schemeClr val="accent2">
              <a:lumMod val="40000"/>
              <a:lumOff val="60000"/>
            </a:schemeClr>
          </a:solidFill>
          <a:ln w="381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63" name="Rounded Rectangle 62">
            <a:extLst>
              <a:ext uri="{FF2B5EF4-FFF2-40B4-BE49-F238E27FC236}">
                <a16:creationId xmlns:a16="http://schemas.microsoft.com/office/drawing/2014/main" id="{2AE544D8-6858-31E4-4547-380421BEC398}"/>
              </a:ext>
            </a:extLst>
          </p:cNvPr>
          <p:cNvSpPr/>
          <p:nvPr/>
        </p:nvSpPr>
        <p:spPr bwMode="auto">
          <a:xfrm rot="5400000">
            <a:off x="9548250" y="1784146"/>
            <a:ext cx="1242788" cy="3324917"/>
          </a:xfrm>
          <a:prstGeom prst="roundRect">
            <a:avLst/>
          </a:prstGeom>
          <a:solidFill>
            <a:schemeClr val="accent2">
              <a:lumMod val="40000"/>
              <a:lumOff val="60000"/>
            </a:schemeClr>
          </a:solidFill>
          <a:ln w="381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4" name="Rounded Rectangle 3">
            <a:extLst>
              <a:ext uri="{FF2B5EF4-FFF2-40B4-BE49-F238E27FC236}">
                <a16:creationId xmlns:a16="http://schemas.microsoft.com/office/drawing/2014/main" id="{2297BCD4-0D88-6C82-00AD-4503EFC6899C}"/>
              </a:ext>
            </a:extLst>
          </p:cNvPr>
          <p:cNvSpPr/>
          <p:nvPr/>
        </p:nvSpPr>
        <p:spPr bwMode="auto">
          <a:xfrm>
            <a:off x="5920347" y="1869665"/>
            <a:ext cx="766780" cy="788275"/>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en-US" sz="900" dirty="0">
                <a:solidFill>
                  <a:schemeClr val="tx1"/>
                </a:solidFill>
                <a:cs typeface="Segoe UI" pitchFamily="34" charset="0"/>
              </a:rPr>
              <a:t>Trans-form</a:t>
            </a:r>
          </a:p>
        </p:txBody>
      </p:sp>
      <p:sp>
        <p:nvSpPr>
          <p:cNvPr id="10" name="Rounded Rectangle 9">
            <a:extLst>
              <a:ext uri="{FF2B5EF4-FFF2-40B4-BE49-F238E27FC236}">
                <a16:creationId xmlns:a16="http://schemas.microsoft.com/office/drawing/2014/main" id="{69B21E1F-71D6-7A32-F6F8-65B55611E329}"/>
              </a:ext>
            </a:extLst>
          </p:cNvPr>
          <p:cNvSpPr/>
          <p:nvPr/>
        </p:nvSpPr>
        <p:spPr bwMode="auto">
          <a:xfrm>
            <a:off x="506467" y="3335858"/>
            <a:ext cx="1424018" cy="788275"/>
          </a:xfrm>
          <a:prstGeom prst="round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dirty="0">
                <a:solidFill>
                  <a:schemeClr val="tx1"/>
                </a:solidFill>
                <a:ea typeface="Segoe UI" pitchFamily="34" charset="0"/>
                <a:cs typeface="Segoe UI" pitchFamily="34" charset="0"/>
              </a:rPr>
              <a:t>Dept 1/</a:t>
            </a:r>
            <a:br>
              <a:rPr lang="en-US" dirty="0">
                <a:solidFill>
                  <a:schemeClr val="tx1"/>
                </a:solidFill>
                <a:ea typeface="Segoe UI" pitchFamily="34" charset="0"/>
                <a:cs typeface="Segoe UI" pitchFamily="34" charset="0"/>
              </a:rPr>
            </a:br>
            <a:r>
              <a:rPr lang="en-US" dirty="0">
                <a:solidFill>
                  <a:schemeClr val="tx1"/>
                </a:solidFill>
                <a:ea typeface="Segoe UI" pitchFamily="34" charset="0"/>
                <a:cs typeface="Segoe UI" pitchFamily="34" charset="0"/>
              </a:rPr>
              <a:t>Source A</a:t>
            </a:r>
          </a:p>
        </p:txBody>
      </p:sp>
      <p:sp>
        <p:nvSpPr>
          <p:cNvPr id="11" name="Rounded Rectangle 10">
            <a:extLst>
              <a:ext uri="{FF2B5EF4-FFF2-40B4-BE49-F238E27FC236}">
                <a16:creationId xmlns:a16="http://schemas.microsoft.com/office/drawing/2014/main" id="{EBA9B198-B022-9FD9-0B00-E5AD3534D104}"/>
              </a:ext>
            </a:extLst>
          </p:cNvPr>
          <p:cNvSpPr/>
          <p:nvPr/>
        </p:nvSpPr>
        <p:spPr bwMode="auto">
          <a:xfrm>
            <a:off x="506467" y="4802050"/>
            <a:ext cx="1424018" cy="788275"/>
          </a:xfrm>
          <a:prstGeom prst="roundRect">
            <a:avLst/>
          </a:prstGeom>
          <a:solidFill>
            <a:srgbClr val="D83B0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dirty="0">
                <a:solidFill>
                  <a:schemeClr val="tx1"/>
                </a:solidFill>
                <a:ea typeface="Segoe UI" pitchFamily="34" charset="0"/>
                <a:cs typeface="Segoe UI" pitchFamily="34" charset="0"/>
              </a:rPr>
              <a:t>Dept 2/</a:t>
            </a:r>
          </a:p>
          <a:p>
            <a:pPr algn="l" defTabSz="932472" fontAlgn="base">
              <a:spcBef>
                <a:spcPct val="0"/>
              </a:spcBef>
              <a:spcAft>
                <a:spcPct val="0"/>
              </a:spcAft>
            </a:pPr>
            <a:r>
              <a:rPr lang="en-US" dirty="0">
                <a:solidFill>
                  <a:schemeClr val="tx1"/>
                </a:solidFill>
                <a:ea typeface="Segoe UI" pitchFamily="34" charset="0"/>
                <a:cs typeface="Segoe UI" pitchFamily="34" charset="0"/>
              </a:rPr>
              <a:t>Source B</a:t>
            </a:r>
          </a:p>
        </p:txBody>
      </p:sp>
      <p:sp>
        <p:nvSpPr>
          <p:cNvPr id="12" name="Rounded Rectangle 11">
            <a:extLst>
              <a:ext uri="{FF2B5EF4-FFF2-40B4-BE49-F238E27FC236}">
                <a16:creationId xmlns:a16="http://schemas.microsoft.com/office/drawing/2014/main" id="{6B3D1734-2171-83BB-2888-221245643AB0}"/>
              </a:ext>
            </a:extLst>
          </p:cNvPr>
          <p:cNvSpPr/>
          <p:nvPr/>
        </p:nvSpPr>
        <p:spPr bwMode="auto">
          <a:xfrm>
            <a:off x="3582259" y="3335856"/>
            <a:ext cx="680933" cy="788275"/>
          </a:xfrm>
          <a:prstGeom prst="round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900" dirty="0">
                <a:solidFill>
                  <a:schemeClr val="tx1"/>
                </a:solidFill>
                <a:ea typeface="Segoe UI" pitchFamily="34" charset="0"/>
                <a:cs typeface="Segoe UI" pitchFamily="34" charset="0"/>
              </a:rPr>
              <a:t>Trans-form</a:t>
            </a:r>
          </a:p>
        </p:txBody>
      </p:sp>
      <p:sp>
        <p:nvSpPr>
          <p:cNvPr id="13" name="Rounded Rectangle 12">
            <a:extLst>
              <a:ext uri="{FF2B5EF4-FFF2-40B4-BE49-F238E27FC236}">
                <a16:creationId xmlns:a16="http://schemas.microsoft.com/office/drawing/2014/main" id="{8CEB4D23-6FD8-9697-1D0E-F3355662B282}"/>
              </a:ext>
            </a:extLst>
          </p:cNvPr>
          <p:cNvSpPr/>
          <p:nvPr/>
        </p:nvSpPr>
        <p:spPr bwMode="auto">
          <a:xfrm>
            <a:off x="3588198" y="4809220"/>
            <a:ext cx="650316" cy="788275"/>
          </a:xfrm>
          <a:prstGeom prst="roundRect">
            <a:avLst/>
          </a:prstGeom>
          <a:solidFill>
            <a:srgbClr val="D83B0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900" dirty="0">
                <a:solidFill>
                  <a:schemeClr val="tx1"/>
                </a:solidFill>
                <a:ea typeface="Segoe UI" pitchFamily="34" charset="0"/>
                <a:cs typeface="Segoe UI" pitchFamily="34" charset="0"/>
              </a:rPr>
              <a:t>Trans-form</a:t>
            </a:r>
          </a:p>
        </p:txBody>
      </p:sp>
      <p:sp>
        <p:nvSpPr>
          <p:cNvPr id="16" name="Rounded Rectangle 15">
            <a:extLst>
              <a:ext uri="{FF2B5EF4-FFF2-40B4-BE49-F238E27FC236}">
                <a16:creationId xmlns:a16="http://schemas.microsoft.com/office/drawing/2014/main" id="{2D0CDFDE-0844-A216-3510-7A4AD0FCF6E0}"/>
              </a:ext>
            </a:extLst>
          </p:cNvPr>
          <p:cNvSpPr/>
          <p:nvPr/>
        </p:nvSpPr>
        <p:spPr bwMode="auto">
          <a:xfrm>
            <a:off x="6947291" y="1869663"/>
            <a:ext cx="766780" cy="788275"/>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en-US" sz="900" dirty="0">
                <a:solidFill>
                  <a:schemeClr val="tx1"/>
                </a:solidFill>
                <a:cs typeface="Segoe UI" pitchFamily="34" charset="0"/>
              </a:rPr>
              <a:t>Publish</a:t>
            </a:r>
          </a:p>
        </p:txBody>
      </p:sp>
      <p:sp>
        <p:nvSpPr>
          <p:cNvPr id="17" name="Rounded Rectangle 16">
            <a:extLst>
              <a:ext uri="{FF2B5EF4-FFF2-40B4-BE49-F238E27FC236}">
                <a16:creationId xmlns:a16="http://schemas.microsoft.com/office/drawing/2014/main" id="{2448D28C-5714-AB15-C7A0-7DD6F4F892BF}"/>
              </a:ext>
            </a:extLst>
          </p:cNvPr>
          <p:cNvSpPr/>
          <p:nvPr/>
        </p:nvSpPr>
        <p:spPr bwMode="auto">
          <a:xfrm rot="5400000">
            <a:off x="6252388" y="986545"/>
            <a:ext cx="1229871" cy="2447463"/>
          </a:xfrm>
          <a:prstGeom prst="roundRect">
            <a:avLst/>
          </a:prstGeom>
          <a:noFill/>
          <a:ln w="381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21" name="Right Arrow 20">
            <a:extLst>
              <a:ext uri="{FF2B5EF4-FFF2-40B4-BE49-F238E27FC236}">
                <a16:creationId xmlns:a16="http://schemas.microsoft.com/office/drawing/2014/main" id="{9A023AEE-505C-80D6-F996-9706430D5A4D}"/>
              </a:ext>
            </a:extLst>
          </p:cNvPr>
          <p:cNvSpPr/>
          <p:nvPr/>
        </p:nvSpPr>
        <p:spPr bwMode="auto">
          <a:xfrm>
            <a:off x="1923526" y="3627917"/>
            <a:ext cx="908689" cy="201793"/>
          </a:xfrm>
          <a:prstGeom prst="rightArrow">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22" name="Right Arrow 21">
            <a:extLst>
              <a:ext uri="{FF2B5EF4-FFF2-40B4-BE49-F238E27FC236}">
                <a16:creationId xmlns:a16="http://schemas.microsoft.com/office/drawing/2014/main" id="{46A125AE-D93F-502D-E98F-AE4391130974}"/>
              </a:ext>
            </a:extLst>
          </p:cNvPr>
          <p:cNvSpPr/>
          <p:nvPr/>
        </p:nvSpPr>
        <p:spPr bwMode="auto">
          <a:xfrm>
            <a:off x="1902767" y="5127806"/>
            <a:ext cx="908689" cy="201793"/>
          </a:xfrm>
          <a:prstGeom prst="rightArrow">
            <a:avLst/>
          </a:prstGeom>
          <a:solidFill>
            <a:srgbClr val="D83B0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cxnSp>
        <p:nvCxnSpPr>
          <p:cNvPr id="25" name="Elbow Connector 24">
            <a:extLst>
              <a:ext uri="{FF2B5EF4-FFF2-40B4-BE49-F238E27FC236}">
                <a16:creationId xmlns:a16="http://schemas.microsoft.com/office/drawing/2014/main" id="{84B5CDB2-77F3-4A7B-6741-05180501CDD4}"/>
              </a:ext>
            </a:extLst>
          </p:cNvPr>
          <p:cNvCxnSpPr>
            <a:cxnSpLocks/>
            <a:stCxn id="13" idx="3"/>
          </p:cNvCxnSpPr>
          <p:nvPr/>
        </p:nvCxnSpPr>
        <p:spPr>
          <a:xfrm flipV="1">
            <a:off x="4238514" y="2402627"/>
            <a:ext cx="1344111" cy="2800731"/>
          </a:xfrm>
          <a:prstGeom prst="bentConnector2">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33" name="Right Arrow 32">
            <a:extLst>
              <a:ext uri="{FF2B5EF4-FFF2-40B4-BE49-F238E27FC236}">
                <a16:creationId xmlns:a16="http://schemas.microsoft.com/office/drawing/2014/main" id="{179BB7C0-C93C-449A-E7BF-95D2791FBC87}"/>
              </a:ext>
            </a:extLst>
          </p:cNvPr>
          <p:cNvSpPr/>
          <p:nvPr/>
        </p:nvSpPr>
        <p:spPr bwMode="auto">
          <a:xfrm>
            <a:off x="4753757" y="2248632"/>
            <a:ext cx="889834" cy="195459"/>
          </a:xfrm>
          <a:prstGeom prst="rightArrow">
            <a:avLst/>
          </a:prstGeom>
          <a:solidFill>
            <a:srgbClr val="107C10">
              <a:alpha val="55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34" name="Right Arrow 33">
            <a:extLst>
              <a:ext uri="{FF2B5EF4-FFF2-40B4-BE49-F238E27FC236}">
                <a16:creationId xmlns:a16="http://schemas.microsoft.com/office/drawing/2014/main" id="{47F80013-31E4-5343-358E-B7CADF9B52C1}"/>
              </a:ext>
            </a:extLst>
          </p:cNvPr>
          <p:cNvSpPr/>
          <p:nvPr/>
        </p:nvSpPr>
        <p:spPr bwMode="auto">
          <a:xfrm>
            <a:off x="5128128" y="2596463"/>
            <a:ext cx="515463" cy="201784"/>
          </a:xfrm>
          <a:prstGeom prst="rightArrow">
            <a:avLst/>
          </a:prstGeom>
          <a:solidFill>
            <a:srgbClr val="D83B01">
              <a:alpha val="55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35" name="Rectangle 34">
            <a:extLst>
              <a:ext uri="{FF2B5EF4-FFF2-40B4-BE49-F238E27FC236}">
                <a16:creationId xmlns:a16="http://schemas.microsoft.com/office/drawing/2014/main" id="{58D449A0-D7D1-7E38-5548-0161C3726DBB}"/>
              </a:ext>
            </a:extLst>
          </p:cNvPr>
          <p:cNvSpPr/>
          <p:nvPr/>
        </p:nvSpPr>
        <p:spPr bwMode="auto">
          <a:xfrm>
            <a:off x="4667678" y="2292784"/>
            <a:ext cx="111064" cy="1335133"/>
          </a:xfrm>
          <a:prstGeom prst="rect">
            <a:avLst/>
          </a:prstGeom>
          <a:solidFill>
            <a:srgbClr val="107C10">
              <a:alpha val="55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dirty="0" err="1">
              <a:solidFill>
                <a:schemeClr val="tx1"/>
              </a:solidFill>
              <a:cs typeface="Segoe UI" pitchFamily="34" charset="0"/>
            </a:endParaRPr>
          </a:p>
        </p:txBody>
      </p:sp>
      <p:sp>
        <p:nvSpPr>
          <p:cNvPr id="36" name="Rectangle 35">
            <a:extLst>
              <a:ext uri="{FF2B5EF4-FFF2-40B4-BE49-F238E27FC236}">
                <a16:creationId xmlns:a16="http://schemas.microsoft.com/office/drawing/2014/main" id="{8560185E-B804-E90A-817D-F1D16676717F}"/>
              </a:ext>
            </a:extLst>
          </p:cNvPr>
          <p:cNvSpPr/>
          <p:nvPr/>
        </p:nvSpPr>
        <p:spPr bwMode="auto">
          <a:xfrm flipH="1">
            <a:off x="5031239" y="2639819"/>
            <a:ext cx="121676" cy="2368081"/>
          </a:xfrm>
          <a:prstGeom prst="rect">
            <a:avLst/>
          </a:prstGeom>
          <a:solidFill>
            <a:srgbClr val="D83B01">
              <a:alpha val="55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dirty="0" err="1">
              <a:solidFill>
                <a:schemeClr val="tx1"/>
              </a:solidFill>
              <a:cs typeface="Segoe UI" pitchFamily="34" charset="0"/>
            </a:endParaRPr>
          </a:p>
        </p:txBody>
      </p:sp>
      <p:sp>
        <p:nvSpPr>
          <p:cNvPr id="37" name="Rectangle 36">
            <a:extLst>
              <a:ext uri="{FF2B5EF4-FFF2-40B4-BE49-F238E27FC236}">
                <a16:creationId xmlns:a16="http://schemas.microsoft.com/office/drawing/2014/main" id="{223D4AC7-C9ED-DEAD-33EE-CC63EB9A47D8}"/>
              </a:ext>
            </a:extLst>
          </p:cNvPr>
          <p:cNvSpPr/>
          <p:nvPr/>
        </p:nvSpPr>
        <p:spPr bwMode="auto">
          <a:xfrm rot="5400000">
            <a:off x="4566108" y="4542771"/>
            <a:ext cx="128380" cy="801881"/>
          </a:xfrm>
          <a:prstGeom prst="rect">
            <a:avLst/>
          </a:prstGeom>
          <a:solidFill>
            <a:srgbClr val="D83B01">
              <a:alpha val="55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dirty="0" err="1">
              <a:solidFill>
                <a:schemeClr val="tx1"/>
              </a:solidFill>
              <a:cs typeface="Segoe UI" pitchFamily="34" charset="0"/>
            </a:endParaRPr>
          </a:p>
        </p:txBody>
      </p:sp>
      <p:sp>
        <p:nvSpPr>
          <p:cNvPr id="38" name="Rectangle 37">
            <a:extLst>
              <a:ext uri="{FF2B5EF4-FFF2-40B4-BE49-F238E27FC236}">
                <a16:creationId xmlns:a16="http://schemas.microsoft.com/office/drawing/2014/main" id="{2163918D-6D81-7FC7-12E8-E27167E4636E}"/>
              </a:ext>
            </a:extLst>
          </p:cNvPr>
          <p:cNvSpPr/>
          <p:nvPr/>
        </p:nvSpPr>
        <p:spPr bwMode="auto">
          <a:xfrm rot="5400000" flipH="1">
            <a:off x="4404520" y="3356642"/>
            <a:ext cx="129946" cy="412604"/>
          </a:xfrm>
          <a:prstGeom prst="rect">
            <a:avLst/>
          </a:prstGeom>
          <a:solidFill>
            <a:srgbClr val="107C10">
              <a:alpha val="55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dirty="0" err="1">
              <a:solidFill>
                <a:schemeClr val="tx1"/>
              </a:solidFill>
              <a:cs typeface="Segoe UI" pitchFamily="34" charset="0"/>
            </a:endParaRPr>
          </a:p>
        </p:txBody>
      </p:sp>
      <p:sp>
        <p:nvSpPr>
          <p:cNvPr id="39" name="TextBox 38">
            <a:extLst>
              <a:ext uri="{FF2B5EF4-FFF2-40B4-BE49-F238E27FC236}">
                <a16:creationId xmlns:a16="http://schemas.microsoft.com/office/drawing/2014/main" id="{28360B0B-3EC7-49F9-9F7F-EC3DE470A82F}"/>
              </a:ext>
            </a:extLst>
          </p:cNvPr>
          <p:cNvSpPr txBox="1"/>
          <p:nvPr/>
        </p:nvSpPr>
        <p:spPr>
          <a:xfrm>
            <a:off x="5901692" y="1593146"/>
            <a:ext cx="1694375" cy="246221"/>
          </a:xfrm>
          <a:prstGeom prst="rect">
            <a:avLst/>
          </a:prstGeom>
          <a:noFill/>
        </p:spPr>
        <p:txBody>
          <a:bodyPr wrap="none" lIns="0" tIns="0" rIns="0" bIns="0" rtlCol="0">
            <a:spAutoFit/>
          </a:bodyPr>
          <a:lstStyle/>
          <a:p>
            <a:pPr algn="l"/>
            <a:r>
              <a:rPr lang="en-US" sz="1600" dirty="0">
                <a:solidFill>
                  <a:schemeClr val="bg1"/>
                </a:solidFill>
              </a:rPr>
              <a:t>Common data sets</a:t>
            </a:r>
          </a:p>
        </p:txBody>
      </p:sp>
      <p:sp>
        <p:nvSpPr>
          <p:cNvPr id="40" name="Right Arrow 39">
            <a:extLst>
              <a:ext uri="{FF2B5EF4-FFF2-40B4-BE49-F238E27FC236}">
                <a16:creationId xmlns:a16="http://schemas.microsoft.com/office/drawing/2014/main" id="{14747D54-4D44-5C12-B51A-EBE40148C4D6}"/>
              </a:ext>
            </a:extLst>
          </p:cNvPr>
          <p:cNvSpPr/>
          <p:nvPr/>
        </p:nvSpPr>
        <p:spPr bwMode="auto">
          <a:xfrm>
            <a:off x="4233340" y="3829421"/>
            <a:ext cx="3931780" cy="211980"/>
          </a:xfrm>
          <a:prstGeom prst="rightArrow">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41" name="Right Arrow 40">
            <a:extLst>
              <a:ext uri="{FF2B5EF4-FFF2-40B4-BE49-F238E27FC236}">
                <a16:creationId xmlns:a16="http://schemas.microsoft.com/office/drawing/2014/main" id="{C917C58E-F2F8-B298-31C9-7FE2C6274716}"/>
              </a:ext>
            </a:extLst>
          </p:cNvPr>
          <p:cNvSpPr/>
          <p:nvPr/>
        </p:nvSpPr>
        <p:spPr bwMode="auto">
          <a:xfrm>
            <a:off x="4236886" y="5202230"/>
            <a:ext cx="3902792" cy="195459"/>
          </a:xfrm>
          <a:prstGeom prst="rightArrow">
            <a:avLst/>
          </a:prstGeom>
          <a:solidFill>
            <a:srgbClr val="D83B0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48" name="Rounded Rectangle 47">
            <a:extLst>
              <a:ext uri="{FF2B5EF4-FFF2-40B4-BE49-F238E27FC236}">
                <a16:creationId xmlns:a16="http://schemas.microsoft.com/office/drawing/2014/main" id="{2BE0DC95-082E-138B-B1D9-138C3E7F99F3}"/>
              </a:ext>
            </a:extLst>
          </p:cNvPr>
          <p:cNvSpPr/>
          <p:nvPr/>
        </p:nvSpPr>
        <p:spPr bwMode="auto">
          <a:xfrm>
            <a:off x="2824874" y="3341327"/>
            <a:ext cx="650316" cy="788275"/>
          </a:xfrm>
          <a:prstGeom prst="round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900" dirty="0">
                <a:solidFill>
                  <a:schemeClr val="tx1"/>
                </a:solidFill>
                <a:ea typeface="Segoe UI" pitchFamily="34" charset="0"/>
                <a:cs typeface="Segoe UI" pitchFamily="34" charset="0"/>
              </a:rPr>
              <a:t>Ingest</a:t>
            </a:r>
          </a:p>
        </p:txBody>
      </p:sp>
      <p:sp>
        <p:nvSpPr>
          <p:cNvPr id="49" name="Rounded Rectangle 48">
            <a:extLst>
              <a:ext uri="{FF2B5EF4-FFF2-40B4-BE49-F238E27FC236}">
                <a16:creationId xmlns:a16="http://schemas.microsoft.com/office/drawing/2014/main" id="{5FE3BA47-B8DD-2B5C-6DAD-1C9BB7919B03}"/>
              </a:ext>
            </a:extLst>
          </p:cNvPr>
          <p:cNvSpPr/>
          <p:nvPr/>
        </p:nvSpPr>
        <p:spPr bwMode="auto">
          <a:xfrm>
            <a:off x="2814788" y="4817622"/>
            <a:ext cx="660402" cy="788275"/>
          </a:xfrm>
          <a:prstGeom prst="roundRect">
            <a:avLst/>
          </a:prstGeom>
          <a:solidFill>
            <a:srgbClr val="D83B0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900" dirty="0">
                <a:solidFill>
                  <a:schemeClr val="tx1"/>
                </a:solidFill>
                <a:ea typeface="Segoe UI" pitchFamily="34" charset="0"/>
                <a:cs typeface="Segoe UI" pitchFamily="34" charset="0"/>
              </a:rPr>
              <a:t>Ingest</a:t>
            </a:r>
          </a:p>
        </p:txBody>
      </p:sp>
      <p:sp>
        <p:nvSpPr>
          <p:cNvPr id="51" name="Rounded Rectangle 50">
            <a:extLst>
              <a:ext uri="{FF2B5EF4-FFF2-40B4-BE49-F238E27FC236}">
                <a16:creationId xmlns:a16="http://schemas.microsoft.com/office/drawing/2014/main" id="{8C4D9811-1DDD-40DF-E68A-061EDAA0FC1B}"/>
              </a:ext>
            </a:extLst>
          </p:cNvPr>
          <p:cNvSpPr/>
          <p:nvPr/>
        </p:nvSpPr>
        <p:spPr bwMode="auto">
          <a:xfrm>
            <a:off x="2644400" y="2825210"/>
            <a:ext cx="1817566" cy="3408980"/>
          </a:xfrm>
          <a:prstGeom prst="roundRect">
            <a:avLst/>
          </a:prstGeom>
          <a:noFill/>
          <a:ln w="635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57" name="Right Arrow 56">
            <a:extLst>
              <a:ext uri="{FF2B5EF4-FFF2-40B4-BE49-F238E27FC236}">
                <a16:creationId xmlns:a16="http://schemas.microsoft.com/office/drawing/2014/main" id="{BDCA3A56-3B03-34F3-8EB7-44ABF417E6CD}"/>
              </a:ext>
            </a:extLst>
          </p:cNvPr>
          <p:cNvSpPr/>
          <p:nvPr/>
        </p:nvSpPr>
        <p:spPr bwMode="auto">
          <a:xfrm flipV="1">
            <a:off x="7579649" y="3419836"/>
            <a:ext cx="569053" cy="181616"/>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58" name="Right Arrow 57">
            <a:extLst>
              <a:ext uri="{FF2B5EF4-FFF2-40B4-BE49-F238E27FC236}">
                <a16:creationId xmlns:a16="http://schemas.microsoft.com/office/drawing/2014/main" id="{3AF3D3D0-BCAD-0735-C41B-D9D632725E74}"/>
              </a:ext>
            </a:extLst>
          </p:cNvPr>
          <p:cNvSpPr/>
          <p:nvPr/>
        </p:nvSpPr>
        <p:spPr bwMode="auto">
          <a:xfrm flipV="1">
            <a:off x="7249257" y="4842828"/>
            <a:ext cx="890421" cy="211980"/>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59" name="Rectangle 58">
            <a:extLst>
              <a:ext uri="{FF2B5EF4-FFF2-40B4-BE49-F238E27FC236}">
                <a16:creationId xmlns:a16="http://schemas.microsoft.com/office/drawing/2014/main" id="{1F902F51-DB89-D1F0-FCB5-F6A9C298773D}"/>
              </a:ext>
            </a:extLst>
          </p:cNvPr>
          <p:cNvSpPr/>
          <p:nvPr/>
        </p:nvSpPr>
        <p:spPr bwMode="auto">
          <a:xfrm>
            <a:off x="7499927" y="2653307"/>
            <a:ext cx="96139" cy="90179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60" name="Rectangle 59">
            <a:extLst>
              <a:ext uri="{FF2B5EF4-FFF2-40B4-BE49-F238E27FC236}">
                <a16:creationId xmlns:a16="http://schemas.microsoft.com/office/drawing/2014/main" id="{F84D1199-988A-D101-2694-8552BFC7D4BB}"/>
              </a:ext>
            </a:extLst>
          </p:cNvPr>
          <p:cNvSpPr/>
          <p:nvPr/>
        </p:nvSpPr>
        <p:spPr bwMode="auto">
          <a:xfrm>
            <a:off x="7236596" y="2656503"/>
            <a:ext cx="101611" cy="234592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61" name="TextBox 60">
            <a:extLst>
              <a:ext uri="{FF2B5EF4-FFF2-40B4-BE49-F238E27FC236}">
                <a16:creationId xmlns:a16="http://schemas.microsoft.com/office/drawing/2014/main" id="{7E5090E7-D287-66A1-DAD9-79C28085D9F4}"/>
              </a:ext>
            </a:extLst>
          </p:cNvPr>
          <p:cNvSpPr txBox="1"/>
          <p:nvPr/>
        </p:nvSpPr>
        <p:spPr>
          <a:xfrm>
            <a:off x="779728" y="329174"/>
            <a:ext cx="4070794" cy="492443"/>
          </a:xfrm>
          <a:prstGeom prst="rect">
            <a:avLst/>
          </a:prstGeom>
          <a:noFill/>
        </p:spPr>
        <p:txBody>
          <a:bodyPr wrap="none" lIns="0" tIns="0" rIns="0" bIns="0" rtlCol="0">
            <a:spAutoFit/>
          </a:bodyPr>
          <a:lstStyle/>
          <a:p>
            <a:pPr algn="l"/>
            <a:r>
              <a:rPr lang="en-US" sz="3200" dirty="0">
                <a:solidFill>
                  <a:schemeClr val="bg1"/>
                </a:solidFill>
              </a:rPr>
              <a:t>“Many data platforms”</a:t>
            </a:r>
          </a:p>
        </p:txBody>
      </p:sp>
      <p:sp>
        <p:nvSpPr>
          <p:cNvPr id="62" name="Rounded Rectangle 61">
            <a:extLst>
              <a:ext uri="{FF2B5EF4-FFF2-40B4-BE49-F238E27FC236}">
                <a16:creationId xmlns:a16="http://schemas.microsoft.com/office/drawing/2014/main" id="{86710620-3D62-8610-F265-DBE97398C65D}"/>
              </a:ext>
            </a:extLst>
          </p:cNvPr>
          <p:cNvSpPr/>
          <p:nvPr/>
        </p:nvSpPr>
        <p:spPr bwMode="auto">
          <a:xfrm rot="5400000">
            <a:off x="9365898" y="1943554"/>
            <a:ext cx="1282028" cy="3324917"/>
          </a:xfrm>
          <a:prstGeom prst="roundRect">
            <a:avLst/>
          </a:prstGeom>
          <a:solidFill>
            <a:schemeClr val="accent2">
              <a:lumMod val="40000"/>
              <a:lumOff val="60000"/>
            </a:schemeClr>
          </a:solidFill>
          <a:ln w="381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64" name="Rounded Rectangle 63">
            <a:extLst>
              <a:ext uri="{FF2B5EF4-FFF2-40B4-BE49-F238E27FC236}">
                <a16:creationId xmlns:a16="http://schemas.microsoft.com/office/drawing/2014/main" id="{FB187C60-541D-AA81-DE97-3C0363C31612}"/>
              </a:ext>
            </a:extLst>
          </p:cNvPr>
          <p:cNvSpPr/>
          <p:nvPr/>
        </p:nvSpPr>
        <p:spPr bwMode="auto">
          <a:xfrm rot="5400000">
            <a:off x="9439827" y="3686739"/>
            <a:ext cx="1199980" cy="3324917"/>
          </a:xfrm>
          <a:prstGeom prst="roundRect">
            <a:avLst/>
          </a:prstGeom>
          <a:solidFill>
            <a:schemeClr val="accent2">
              <a:lumMod val="40000"/>
              <a:lumOff val="60000"/>
            </a:schemeClr>
          </a:solidFill>
          <a:ln w="381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grpSp>
        <p:nvGrpSpPr>
          <p:cNvPr id="56" name="Group 55">
            <a:extLst>
              <a:ext uri="{FF2B5EF4-FFF2-40B4-BE49-F238E27FC236}">
                <a16:creationId xmlns:a16="http://schemas.microsoft.com/office/drawing/2014/main" id="{C3BB63C5-43E9-3D12-F934-9513FCBB0DB7}"/>
              </a:ext>
            </a:extLst>
          </p:cNvPr>
          <p:cNvGrpSpPr/>
          <p:nvPr/>
        </p:nvGrpSpPr>
        <p:grpSpPr>
          <a:xfrm>
            <a:off x="8173494" y="4643176"/>
            <a:ext cx="3333489" cy="1199978"/>
            <a:chOff x="5635021" y="4868383"/>
            <a:chExt cx="3333489" cy="1336918"/>
          </a:xfrm>
        </p:grpSpPr>
        <p:sp>
          <p:nvSpPr>
            <p:cNvPr id="19" name="Rounded Rectangle 18">
              <a:extLst>
                <a:ext uri="{FF2B5EF4-FFF2-40B4-BE49-F238E27FC236}">
                  <a16:creationId xmlns:a16="http://schemas.microsoft.com/office/drawing/2014/main" id="{3E90202F-E9D1-03BF-504C-870D7566A0EF}"/>
                </a:ext>
              </a:extLst>
            </p:cNvPr>
            <p:cNvSpPr/>
            <p:nvPr/>
          </p:nvSpPr>
          <p:spPr bwMode="auto">
            <a:xfrm rot="5400000">
              <a:off x="6633307" y="3870097"/>
              <a:ext cx="1336918" cy="3333489"/>
            </a:xfrm>
            <a:prstGeom prst="roundRect">
              <a:avLst/>
            </a:prstGeom>
            <a:solidFill>
              <a:schemeClr val="accent2">
                <a:lumMod val="40000"/>
                <a:lumOff val="60000"/>
              </a:schemeClr>
            </a:solidFill>
            <a:ln w="381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8" name="Rounded Rectangle 7">
              <a:extLst>
                <a:ext uri="{FF2B5EF4-FFF2-40B4-BE49-F238E27FC236}">
                  <a16:creationId xmlns:a16="http://schemas.microsoft.com/office/drawing/2014/main" id="{37B75BFC-6337-5615-7A5B-0E93D6B5EB9C}"/>
                </a:ext>
              </a:extLst>
            </p:cNvPr>
            <p:cNvSpPr/>
            <p:nvPr/>
          </p:nvSpPr>
          <p:spPr bwMode="auto">
            <a:xfrm>
              <a:off x="5901692" y="5142707"/>
              <a:ext cx="785435" cy="887632"/>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900" dirty="0">
                  <a:solidFill>
                    <a:schemeClr val="tx1"/>
                  </a:solidFill>
                  <a:ea typeface="Segoe UI" pitchFamily="34" charset="0"/>
                  <a:cs typeface="Segoe UI" pitchFamily="34" charset="0"/>
                </a:rPr>
                <a:t>Trans-form</a:t>
              </a:r>
            </a:p>
          </p:txBody>
        </p:sp>
        <p:sp>
          <p:nvSpPr>
            <p:cNvPr id="9" name="Rounded Rectangle 8">
              <a:extLst>
                <a:ext uri="{FF2B5EF4-FFF2-40B4-BE49-F238E27FC236}">
                  <a16:creationId xmlns:a16="http://schemas.microsoft.com/office/drawing/2014/main" id="{686920C7-6693-D85D-6003-B6AA8F496127}"/>
                </a:ext>
              </a:extLst>
            </p:cNvPr>
            <p:cNvSpPr/>
            <p:nvPr/>
          </p:nvSpPr>
          <p:spPr bwMode="auto">
            <a:xfrm>
              <a:off x="6939624" y="5135668"/>
              <a:ext cx="785435" cy="909879"/>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900" dirty="0">
                  <a:solidFill>
                    <a:schemeClr val="tx1"/>
                  </a:solidFill>
                  <a:ea typeface="Segoe UI" pitchFamily="34" charset="0"/>
                  <a:cs typeface="Segoe UI" pitchFamily="34" charset="0"/>
                </a:rPr>
                <a:t>Publish</a:t>
              </a:r>
            </a:p>
          </p:txBody>
        </p:sp>
        <p:sp>
          <p:nvSpPr>
            <p:cNvPr id="14" name="Rounded Rectangle 13">
              <a:extLst>
                <a:ext uri="{FF2B5EF4-FFF2-40B4-BE49-F238E27FC236}">
                  <a16:creationId xmlns:a16="http://schemas.microsoft.com/office/drawing/2014/main" id="{3DE50B0B-E063-1D57-E6E9-BC53D3BD0A27}"/>
                </a:ext>
              </a:extLst>
            </p:cNvPr>
            <p:cNvSpPr/>
            <p:nvPr/>
          </p:nvSpPr>
          <p:spPr bwMode="auto">
            <a:xfrm>
              <a:off x="7964292" y="5135667"/>
              <a:ext cx="772171" cy="909879"/>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900" dirty="0">
                  <a:solidFill>
                    <a:schemeClr val="tx1"/>
                  </a:solidFill>
                  <a:ea typeface="Segoe UI" pitchFamily="34" charset="0"/>
                  <a:cs typeface="Segoe UI" pitchFamily="34" charset="0"/>
                </a:rPr>
                <a:t>Consume</a:t>
              </a:r>
            </a:p>
          </p:txBody>
        </p:sp>
        <p:sp>
          <p:nvSpPr>
            <p:cNvPr id="43" name="TextBox 42">
              <a:extLst>
                <a:ext uri="{FF2B5EF4-FFF2-40B4-BE49-F238E27FC236}">
                  <a16:creationId xmlns:a16="http://schemas.microsoft.com/office/drawing/2014/main" id="{087C7767-F0F1-1B4F-29D8-78BE337ADBE1}"/>
                </a:ext>
              </a:extLst>
            </p:cNvPr>
            <p:cNvSpPr txBox="1"/>
            <p:nvPr/>
          </p:nvSpPr>
          <p:spPr>
            <a:xfrm>
              <a:off x="5867950" y="4890323"/>
              <a:ext cx="1620636" cy="274319"/>
            </a:xfrm>
            <a:prstGeom prst="rect">
              <a:avLst/>
            </a:prstGeom>
            <a:noFill/>
          </p:spPr>
          <p:txBody>
            <a:bodyPr wrap="none" lIns="0" tIns="0" rIns="0" bIns="0" rtlCol="0">
              <a:spAutoFit/>
            </a:bodyPr>
            <a:lstStyle/>
            <a:p>
              <a:pPr algn="l"/>
              <a:r>
                <a:rPr lang="en-US" sz="1600" dirty="0">
                  <a:solidFill>
                    <a:schemeClr val="bg1"/>
                  </a:solidFill>
                </a:rPr>
                <a:t>“Dept 2” data sets</a:t>
              </a:r>
            </a:p>
          </p:txBody>
        </p:sp>
      </p:grpSp>
      <p:grpSp>
        <p:nvGrpSpPr>
          <p:cNvPr id="55" name="Group 54">
            <a:extLst>
              <a:ext uri="{FF2B5EF4-FFF2-40B4-BE49-F238E27FC236}">
                <a16:creationId xmlns:a16="http://schemas.microsoft.com/office/drawing/2014/main" id="{0137E259-6C9C-13F5-FC47-723BDC976AF3}"/>
              </a:ext>
            </a:extLst>
          </p:cNvPr>
          <p:cNvGrpSpPr/>
          <p:nvPr/>
        </p:nvGrpSpPr>
        <p:grpSpPr>
          <a:xfrm>
            <a:off x="8177780" y="3104203"/>
            <a:ext cx="3324917" cy="1286696"/>
            <a:chOff x="5643592" y="3424132"/>
            <a:chExt cx="3324917" cy="1341786"/>
          </a:xfrm>
        </p:grpSpPr>
        <p:sp>
          <p:nvSpPr>
            <p:cNvPr id="18" name="Rounded Rectangle 17">
              <a:extLst>
                <a:ext uri="{FF2B5EF4-FFF2-40B4-BE49-F238E27FC236}">
                  <a16:creationId xmlns:a16="http://schemas.microsoft.com/office/drawing/2014/main" id="{F051535B-A9E6-4DBE-9A4A-4E1705A4DEF8}"/>
                </a:ext>
              </a:extLst>
            </p:cNvPr>
            <p:cNvSpPr/>
            <p:nvPr/>
          </p:nvSpPr>
          <p:spPr bwMode="auto">
            <a:xfrm rot="5400000">
              <a:off x="6637592" y="2435000"/>
              <a:ext cx="1336918" cy="3324917"/>
            </a:xfrm>
            <a:prstGeom prst="roundRect">
              <a:avLst/>
            </a:prstGeom>
            <a:solidFill>
              <a:schemeClr val="accent2">
                <a:lumMod val="40000"/>
                <a:lumOff val="60000"/>
              </a:schemeClr>
            </a:solidFill>
            <a:ln w="381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5" name="Rounded Rectangle 4">
              <a:extLst>
                <a:ext uri="{FF2B5EF4-FFF2-40B4-BE49-F238E27FC236}">
                  <a16:creationId xmlns:a16="http://schemas.microsoft.com/office/drawing/2014/main" id="{27073BBB-FE6E-29D4-B1FD-E37347472E01}"/>
                </a:ext>
              </a:extLst>
            </p:cNvPr>
            <p:cNvSpPr/>
            <p:nvPr/>
          </p:nvSpPr>
          <p:spPr bwMode="auto">
            <a:xfrm>
              <a:off x="5901692" y="3692293"/>
              <a:ext cx="785435" cy="913634"/>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900" dirty="0">
                  <a:solidFill>
                    <a:schemeClr val="tx1"/>
                  </a:solidFill>
                  <a:ea typeface="Segoe UI" pitchFamily="34" charset="0"/>
                  <a:cs typeface="Segoe UI" pitchFamily="34" charset="0"/>
                </a:rPr>
                <a:t>Trans-form</a:t>
              </a:r>
            </a:p>
          </p:txBody>
        </p:sp>
        <p:sp>
          <p:nvSpPr>
            <p:cNvPr id="6" name="Rounded Rectangle 5">
              <a:extLst>
                <a:ext uri="{FF2B5EF4-FFF2-40B4-BE49-F238E27FC236}">
                  <a16:creationId xmlns:a16="http://schemas.microsoft.com/office/drawing/2014/main" id="{C9A2535E-32CC-A44B-13A1-BB18D44F568B}"/>
                </a:ext>
              </a:extLst>
            </p:cNvPr>
            <p:cNvSpPr/>
            <p:nvPr/>
          </p:nvSpPr>
          <p:spPr bwMode="auto">
            <a:xfrm>
              <a:off x="6939624" y="3704829"/>
              <a:ext cx="772171" cy="901099"/>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900" dirty="0">
                  <a:solidFill>
                    <a:schemeClr val="tx1"/>
                  </a:solidFill>
                  <a:ea typeface="Segoe UI" pitchFamily="34" charset="0"/>
                  <a:cs typeface="Segoe UI" pitchFamily="34" charset="0"/>
                </a:rPr>
                <a:t>Publish</a:t>
              </a:r>
            </a:p>
          </p:txBody>
        </p:sp>
        <p:sp>
          <p:nvSpPr>
            <p:cNvPr id="7" name="Rounded Rectangle 6">
              <a:extLst>
                <a:ext uri="{FF2B5EF4-FFF2-40B4-BE49-F238E27FC236}">
                  <a16:creationId xmlns:a16="http://schemas.microsoft.com/office/drawing/2014/main" id="{743B358D-6108-8917-A3BE-E423D7268916}"/>
                </a:ext>
              </a:extLst>
            </p:cNvPr>
            <p:cNvSpPr/>
            <p:nvPr/>
          </p:nvSpPr>
          <p:spPr bwMode="auto">
            <a:xfrm>
              <a:off x="7964292" y="3681987"/>
              <a:ext cx="772171" cy="923940"/>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900" dirty="0">
                  <a:solidFill>
                    <a:schemeClr val="tx1"/>
                  </a:solidFill>
                  <a:ea typeface="Segoe UI" pitchFamily="34" charset="0"/>
                  <a:cs typeface="Segoe UI" pitchFamily="34" charset="0"/>
                </a:rPr>
                <a:t>Consume</a:t>
              </a:r>
            </a:p>
          </p:txBody>
        </p:sp>
        <p:sp>
          <p:nvSpPr>
            <p:cNvPr id="42" name="TextBox 41">
              <a:extLst>
                <a:ext uri="{FF2B5EF4-FFF2-40B4-BE49-F238E27FC236}">
                  <a16:creationId xmlns:a16="http://schemas.microsoft.com/office/drawing/2014/main" id="{5F61A974-796D-6B3A-5C18-EB27F5762950}"/>
                </a:ext>
              </a:extLst>
            </p:cNvPr>
            <p:cNvSpPr txBox="1"/>
            <p:nvPr/>
          </p:nvSpPr>
          <p:spPr>
            <a:xfrm>
              <a:off x="5923600" y="3424132"/>
              <a:ext cx="1620636" cy="256763"/>
            </a:xfrm>
            <a:prstGeom prst="rect">
              <a:avLst/>
            </a:prstGeom>
            <a:noFill/>
          </p:spPr>
          <p:txBody>
            <a:bodyPr wrap="none" lIns="0" tIns="0" rIns="0" bIns="0" rtlCol="0">
              <a:spAutoFit/>
            </a:bodyPr>
            <a:lstStyle/>
            <a:p>
              <a:pPr algn="l"/>
              <a:r>
                <a:rPr lang="en-US" sz="1600" dirty="0">
                  <a:solidFill>
                    <a:schemeClr val="bg1"/>
                  </a:solidFill>
                </a:rPr>
                <a:t>“Dept 1” data sets</a:t>
              </a:r>
            </a:p>
          </p:txBody>
        </p:sp>
      </p:grpSp>
      <p:sp>
        <p:nvSpPr>
          <p:cNvPr id="67" name="Rounded Rectangle 66">
            <a:extLst>
              <a:ext uri="{FF2B5EF4-FFF2-40B4-BE49-F238E27FC236}">
                <a16:creationId xmlns:a16="http://schemas.microsoft.com/office/drawing/2014/main" id="{F5A63581-B2C3-CD76-E340-2AC8DEAD46EE}"/>
              </a:ext>
            </a:extLst>
          </p:cNvPr>
          <p:cNvSpPr/>
          <p:nvPr/>
        </p:nvSpPr>
        <p:spPr bwMode="auto">
          <a:xfrm>
            <a:off x="2645939" y="2825210"/>
            <a:ext cx="1817566" cy="1565689"/>
          </a:xfrm>
          <a:prstGeom prst="roundRect">
            <a:avLst/>
          </a:prstGeom>
          <a:noFill/>
          <a:ln w="38100">
            <a:solidFill>
              <a:schemeClr val="accent1"/>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68" name="Rounded Rectangle 67">
            <a:extLst>
              <a:ext uri="{FF2B5EF4-FFF2-40B4-BE49-F238E27FC236}">
                <a16:creationId xmlns:a16="http://schemas.microsoft.com/office/drawing/2014/main" id="{0AAD05FD-1239-7BB8-F299-F36BCEC84F66}"/>
              </a:ext>
            </a:extLst>
          </p:cNvPr>
          <p:cNvSpPr/>
          <p:nvPr/>
        </p:nvSpPr>
        <p:spPr bwMode="auto">
          <a:xfrm>
            <a:off x="2641421" y="4666412"/>
            <a:ext cx="1817566" cy="1565689"/>
          </a:xfrm>
          <a:prstGeom prst="roundRect">
            <a:avLst/>
          </a:prstGeom>
          <a:noFill/>
          <a:ln w="38100">
            <a:solidFill>
              <a:schemeClr val="accent1"/>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243194156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p:nvPr/>
        </p:nvSpPr>
        <p:spPr>
          <a:xfrm>
            <a:off x="1308399" y="2615922"/>
            <a:ext cx="4490100" cy="2124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0" i="0" u="none" strike="noStrike" cap="none" dirty="0">
                <a:solidFill>
                  <a:schemeClr val="dk1"/>
                </a:solidFill>
                <a:latin typeface="Quattrocento Sans"/>
                <a:ea typeface="Quattrocento Sans"/>
                <a:cs typeface="Quattrocento Sans"/>
                <a:sym typeface="Quattrocento Sans"/>
              </a:rPr>
              <a:t>Thank you</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US" sz="2000" b="0" i="0" u="sng" strike="noStrike" cap="none" dirty="0">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Jan.Cordtz@microsoft.com</a:t>
            </a:r>
            <a:endParaRPr sz="2000" b="0" i="0" u="none" strike="noStrike" cap="none" dirty="0">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chemeClr val="dk1"/>
              </a:buClr>
              <a:buSzPts val="1800"/>
              <a:buFont typeface="Arial"/>
              <a:buNone/>
            </a:pPr>
            <a:r>
              <a:rPr lang="en-US" sz="1800" b="0" i="0" u="none" strike="noStrike" cap="none" dirty="0">
                <a:solidFill>
                  <a:schemeClr val="dk1"/>
                </a:solidFill>
                <a:latin typeface="Quattrocento Sans"/>
                <a:ea typeface="Quattrocento Sans"/>
                <a:cs typeface="Quattrocento Sans"/>
                <a:sym typeface="Quattrocento Sans"/>
              </a:rPr>
              <a:t>https://</a:t>
            </a:r>
            <a:r>
              <a:rPr lang="en-US" sz="1800" b="0" i="0" u="none" strike="noStrike" cap="none" dirty="0" err="1">
                <a:solidFill>
                  <a:schemeClr val="dk1"/>
                </a:solidFill>
                <a:latin typeface="Quattrocento Sans"/>
                <a:ea typeface="Quattrocento Sans"/>
                <a:cs typeface="Quattrocento Sans"/>
                <a:sym typeface="Quattrocento Sans"/>
              </a:rPr>
              <a:t>github.com</a:t>
            </a:r>
            <a:r>
              <a:rPr lang="en-US" sz="1800" b="0" i="0" u="none" strike="noStrike" cap="none" dirty="0">
                <a:solidFill>
                  <a:schemeClr val="dk1"/>
                </a:solidFill>
                <a:latin typeface="Quattrocento Sans"/>
                <a:ea typeface="Quattrocento Sans"/>
                <a:cs typeface="Quattrocento Sans"/>
                <a:sym typeface="Quattrocento Sans"/>
              </a:rPr>
              <a:t>/</a:t>
            </a:r>
            <a:r>
              <a:rPr lang="en-US" sz="1800" b="0" i="0" u="none" strike="noStrike" cap="none" dirty="0" err="1">
                <a:solidFill>
                  <a:schemeClr val="dk1"/>
                </a:solidFill>
                <a:latin typeface="Quattrocento Sans"/>
                <a:ea typeface="Quattrocento Sans"/>
                <a:cs typeface="Quattrocento Sans"/>
                <a:sym typeface="Quattrocento Sans"/>
              </a:rPr>
              <a:t>jcordtz</a:t>
            </a:r>
            <a:r>
              <a:rPr lang="en-US" sz="1800" b="0" i="0" u="none" strike="noStrike" cap="none" dirty="0">
                <a:solidFill>
                  <a:schemeClr val="dk1"/>
                </a:solidFill>
                <a:latin typeface="Quattrocento Sans"/>
                <a:ea typeface="Quattrocento Sans"/>
                <a:cs typeface="Quattrocento Sans"/>
                <a:sym typeface="Quattrocento Sans"/>
              </a:rPr>
              <a:t>/</a:t>
            </a:r>
            <a:r>
              <a:rPr lang="en-US" sz="1800" b="0" i="0" u="none" strike="noStrike" cap="none" dirty="0" err="1">
                <a:solidFill>
                  <a:schemeClr val="dk1"/>
                </a:solidFill>
                <a:latin typeface="Quattrocento Sans"/>
                <a:ea typeface="Quattrocento Sans"/>
                <a:cs typeface="Quattrocento Sans"/>
                <a:sym typeface="Quattrocento Sans"/>
              </a:rPr>
              <a:t>a_data_platform</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Quattrocento Sans"/>
              <a:ea typeface="Quattrocento Sans"/>
              <a:cs typeface="Quattrocento Sans"/>
              <a:sym typeface="Quattrocento Sans"/>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6127E66-2A46-E2D5-46D7-E16EF3B2406D}"/>
              </a:ext>
            </a:extLst>
          </p:cNvPr>
          <p:cNvSpPr txBox="1">
            <a:spLocks/>
          </p:cNvSpPr>
          <p:nvPr/>
        </p:nvSpPr>
        <p:spPr>
          <a:xfrm>
            <a:off x="1322173" y="2611480"/>
            <a:ext cx="6635750" cy="64452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a:spcBef>
                <a:spcPct val="20000"/>
              </a:spcBef>
              <a:buSzPct val="90000"/>
              <a:buFont typeface="Wingdings" panose="05000000000000000000" pitchFamily="2" charset="2"/>
              <a:buNone/>
              <a:defRPr/>
            </a:pPr>
            <a:r>
              <a:rPr lang="en-US" spc="0">
                <a:ln>
                  <a:noFill/>
                </a:ln>
                <a:solidFill>
                  <a:schemeClr val="bg1"/>
                </a:solidFill>
              </a:rPr>
              <a:t>Appendix</a:t>
            </a:r>
            <a:br>
              <a:rPr lang="en-US" spc="0" dirty="0">
                <a:ln>
                  <a:noFill/>
                </a:ln>
                <a:solidFill>
                  <a:schemeClr val="bg1"/>
                </a:solidFill>
              </a:rPr>
            </a:br>
            <a:endParaRPr lang="en-US" spc="0" dirty="0">
              <a:ln>
                <a:noFill/>
              </a:ln>
              <a:solidFill>
                <a:schemeClr val="bg1"/>
              </a:solidFill>
            </a:endParaRPr>
          </a:p>
        </p:txBody>
      </p:sp>
    </p:spTree>
    <p:extLst>
      <p:ext uri="{BB962C8B-B14F-4D97-AF65-F5344CB8AC3E}">
        <p14:creationId xmlns:p14="http://schemas.microsoft.com/office/powerpoint/2010/main" val="364252650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Rectangle: Top Corners Rounded 125">
            <a:extLst>
              <a:ext uri="{FF2B5EF4-FFF2-40B4-BE49-F238E27FC236}">
                <a16:creationId xmlns:a16="http://schemas.microsoft.com/office/drawing/2014/main" id="{3F64EF5E-D711-9CD5-38F0-9AB944B6DB32}"/>
              </a:ext>
              <a:ext uri="{C183D7F6-B498-43B3-948B-1728B52AA6E4}">
                <adec:decorative xmlns:adec="http://schemas.microsoft.com/office/drawing/2017/decorative" val="1"/>
              </a:ext>
            </a:extLst>
          </p:cNvPr>
          <p:cNvSpPr/>
          <p:nvPr/>
        </p:nvSpPr>
        <p:spPr bwMode="auto">
          <a:xfrm>
            <a:off x="581026" y="1787526"/>
            <a:ext cx="11029950" cy="1858852"/>
          </a:xfrm>
          <a:prstGeom prst="roundRect">
            <a:avLst>
              <a:gd name="adj" fmla="val 5343"/>
            </a:avLst>
          </a:prstGeom>
          <a:ln w="19050" cap="rnd">
            <a:solidFill>
              <a:srgbClr val="C0C0C0"/>
            </a:solidFill>
            <a:headEnd type="none" w="sm" len="sm"/>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10631" tIns="88505" rIns="110631" bIns="88505" numCol="1" spcCol="0" rtlCol="0" fromWordArt="0" anchor="ctr" anchorCtr="0" forceAA="0" compatLnSpc="1">
            <a:prstTxWarp prst="textNoShape">
              <a:avLst/>
            </a:prstTxWarp>
            <a:noAutofit/>
          </a:bodyPr>
          <a:lstStyle/>
          <a:p>
            <a:pPr marL="0" marR="0" lvl="0" indent="0" algn="ctr" defTabSz="654278"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err="1">
              <a:ln>
                <a:noFill/>
              </a:ln>
              <a:gradFill>
                <a:gsLst>
                  <a:gs pos="25287">
                    <a:srgbClr val="FFFFFF"/>
                  </a:gs>
                  <a:gs pos="45000">
                    <a:srgbClr val="FFFFFF"/>
                  </a:gs>
                </a:gsLst>
                <a:lin ang="5400000" scaled="1"/>
              </a:gradFill>
              <a:effectLst/>
              <a:uLnTx/>
              <a:uFillTx/>
              <a:latin typeface="Segoe UI Semibold"/>
              <a:ea typeface="+mn-ea"/>
              <a:cs typeface="+mn-cs"/>
            </a:endParaRPr>
          </a:p>
        </p:txBody>
      </p:sp>
      <p:sp>
        <p:nvSpPr>
          <p:cNvPr id="133" name="Text Placeholder 2">
            <a:extLst>
              <a:ext uri="{FF2B5EF4-FFF2-40B4-BE49-F238E27FC236}">
                <a16:creationId xmlns:a16="http://schemas.microsoft.com/office/drawing/2014/main" id="{68FD59F6-A033-691E-DF24-541FD102CA36}"/>
              </a:ext>
            </a:extLst>
          </p:cNvPr>
          <p:cNvSpPr txBox="1">
            <a:spLocks/>
          </p:cNvSpPr>
          <p:nvPr/>
        </p:nvSpPr>
        <p:spPr>
          <a:xfrm>
            <a:off x="4600576" y="1627355"/>
            <a:ext cx="2990850" cy="276999"/>
          </a:xfrm>
          <a:prstGeom prst="rect">
            <a:avLst/>
          </a:prstGeom>
          <a:solidFill>
            <a:srgbClr val="FFFDF9"/>
          </a:solidFill>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t>Intelligent data foundation</a:t>
            </a:r>
          </a:p>
        </p:txBody>
      </p:sp>
      <p:grpSp>
        <p:nvGrpSpPr>
          <p:cNvPr id="4" name="Group 3">
            <a:extLst>
              <a:ext uri="{FF2B5EF4-FFF2-40B4-BE49-F238E27FC236}">
                <a16:creationId xmlns:a16="http://schemas.microsoft.com/office/drawing/2014/main" id="{3510604F-4C06-2547-DC3F-EE2B3E3980C0}"/>
              </a:ext>
              <a:ext uri="{C183D7F6-B498-43B3-948B-1728B52AA6E4}">
                <adec:decorative xmlns:adec="http://schemas.microsoft.com/office/drawing/2017/decorative" val="1"/>
              </a:ext>
            </a:extLst>
          </p:cNvPr>
          <p:cNvGrpSpPr/>
          <p:nvPr/>
        </p:nvGrpSpPr>
        <p:grpSpPr>
          <a:xfrm>
            <a:off x="725939" y="2069199"/>
            <a:ext cx="10740124" cy="1334401"/>
            <a:chOff x="725939" y="2069199"/>
            <a:chExt cx="10740124" cy="1334401"/>
          </a:xfrm>
        </p:grpSpPr>
        <p:sp>
          <p:nvSpPr>
            <p:cNvPr id="59" name="Rounded Rectangle 6">
              <a:extLst>
                <a:ext uri="{FF2B5EF4-FFF2-40B4-BE49-F238E27FC236}">
                  <a16:creationId xmlns:a16="http://schemas.microsoft.com/office/drawing/2014/main" id="{09390DF3-338A-90F0-B7F7-5CA2C405F734}"/>
                </a:ext>
                <a:ext uri="{C183D7F6-B498-43B3-948B-1728B52AA6E4}">
                  <adec:decorative xmlns:adec="http://schemas.microsoft.com/office/drawing/2017/decorative" val="1"/>
                </a:ext>
              </a:extLst>
            </p:cNvPr>
            <p:cNvSpPr/>
            <p:nvPr/>
          </p:nvSpPr>
          <p:spPr bwMode="auto">
            <a:xfrm>
              <a:off x="725939" y="2069199"/>
              <a:ext cx="1435881" cy="1334401"/>
            </a:xfrm>
            <a:prstGeom prst="roundRect">
              <a:avLst>
                <a:gd name="adj" fmla="val 5399"/>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sp>
          <p:nvSpPr>
            <p:cNvPr id="67" name="Rounded Rectangle 10">
              <a:extLst>
                <a:ext uri="{FF2B5EF4-FFF2-40B4-BE49-F238E27FC236}">
                  <a16:creationId xmlns:a16="http://schemas.microsoft.com/office/drawing/2014/main" id="{BA25A3B9-8D34-5AAB-5E15-4A973ABA0C45}"/>
                </a:ext>
                <a:ext uri="{C183D7F6-B498-43B3-948B-1728B52AA6E4}">
                  <adec:decorative xmlns:adec="http://schemas.microsoft.com/office/drawing/2017/decorative" val="1"/>
                </a:ext>
              </a:extLst>
            </p:cNvPr>
            <p:cNvSpPr/>
            <p:nvPr/>
          </p:nvSpPr>
          <p:spPr bwMode="auto">
            <a:xfrm>
              <a:off x="2276646" y="2069199"/>
              <a:ext cx="1435881" cy="1334401"/>
            </a:xfrm>
            <a:prstGeom prst="roundRect">
              <a:avLst>
                <a:gd name="adj" fmla="val 5399"/>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sp>
          <p:nvSpPr>
            <p:cNvPr id="73" name="Rounded Rectangle 14">
              <a:extLst>
                <a:ext uri="{FF2B5EF4-FFF2-40B4-BE49-F238E27FC236}">
                  <a16:creationId xmlns:a16="http://schemas.microsoft.com/office/drawing/2014/main" id="{601A3FB2-AE4C-7E6C-8640-10804CA80DB6}"/>
                </a:ext>
                <a:ext uri="{C183D7F6-B498-43B3-948B-1728B52AA6E4}">
                  <adec:decorative xmlns:adec="http://schemas.microsoft.com/office/drawing/2017/decorative" val="1"/>
                </a:ext>
              </a:extLst>
            </p:cNvPr>
            <p:cNvSpPr/>
            <p:nvPr/>
          </p:nvSpPr>
          <p:spPr bwMode="auto">
            <a:xfrm>
              <a:off x="3827353" y="2069199"/>
              <a:ext cx="1435881" cy="1334401"/>
            </a:xfrm>
            <a:prstGeom prst="roundRect">
              <a:avLst>
                <a:gd name="adj" fmla="val 5399"/>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sp>
          <p:nvSpPr>
            <p:cNvPr id="77" name="Rounded Rectangle 18">
              <a:extLst>
                <a:ext uri="{FF2B5EF4-FFF2-40B4-BE49-F238E27FC236}">
                  <a16:creationId xmlns:a16="http://schemas.microsoft.com/office/drawing/2014/main" id="{0AB4C52B-05B4-9140-F768-1B5EC3729DDE}"/>
                </a:ext>
                <a:ext uri="{C183D7F6-B498-43B3-948B-1728B52AA6E4}">
                  <adec:decorative xmlns:adec="http://schemas.microsoft.com/office/drawing/2017/decorative" val="1"/>
                </a:ext>
              </a:extLst>
            </p:cNvPr>
            <p:cNvSpPr/>
            <p:nvPr/>
          </p:nvSpPr>
          <p:spPr bwMode="auto">
            <a:xfrm>
              <a:off x="5378060" y="2069199"/>
              <a:ext cx="1435881" cy="1334401"/>
            </a:xfrm>
            <a:prstGeom prst="roundRect">
              <a:avLst>
                <a:gd name="adj" fmla="val 5399"/>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sp>
          <p:nvSpPr>
            <p:cNvPr id="81" name="Rounded Rectangle 22">
              <a:extLst>
                <a:ext uri="{FF2B5EF4-FFF2-40B4-BE49-F238E27FC236}">
                  <a16:creationId xmlns:a16="http://schemas.microsoft.com/office/drawing/2014/main" id="{EAA0834D-8CEF-5736-D245-580834E95B34}"/>
                </a:ext>
                <a:ext uri="{C183D7F6-B498-43B3-948B-1728B52AA6E4}">
                  <adec:decorative xmlns:adec="http://schemas.microsoft.com/office/drawing/2017/decorative" val="1"/>
                </a:ext>
              </a:extLst>
            </p:cNvPr>
            <p:cNvSpPr/>
            <p:nvPr/>
          </p:nvSpPr>
          <p:spPr bwMode="auto">
            <a:xfrm>
              <a:off x="6928767" y="2069199"/>
              <a:ext cx="1435881" cy="1334401"/>
            </a:xfrm>
            <a:prstGeom prst="roundRect">
              <a:avLst>
                <a:gd name="adj" fmla="val 5399"/>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sp>
          <p:nvSpPr>
            <p:cNvPr id="85" name="Rounded Rectangle 26">
              <a:extLst>
                <a:ext uri="{FF2B5EF4-FFF2-40B4-BE49-F238E27FC236}">
                  <a16:creationId xmlns:a16="http://schemas.microsoft.com/office/drawing/2014/main" id="{8695D473-7E66-256F-AAF9-A6FD65CE170D}"/>
                </a:ext>
                <a:ext uri="{C183D7F6-B498-43B3-948B-1728B52AA6E4}">
                  <adec:decorative xmlns:adec="http://schemas.microsoft.com/office/drawing/2017/decorative" val="1"/>
                </a:ext>
              </a:extLst>
            </p:cNvPr>
            <p:cNvSpPr/>
            <p:nvPr/>
          </p:nvSpPr>
          <p:spPr bwMode="auto">
            <a:xfrm>
              <a:off x="8479474" y="2069199"/>
              <a:ext cx="1435881" cy="1334401"/>
            </a:xfrm>
            <a:prstGeom prst="roundRect">
              <a:avLst>
                <a:gd name="adj" fmla="val 5399"/>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Segoe UI" panose="020B0502040204020203" pitchFamily="34" charset="0"/>
              </a:endParaRPr>
            </a:p>
          </p:txBody>
        </p:sp>
        <p:sp>
          <p:nvSpPr>
            <p:cNvPr id="89" name="Rounded Rectangle 39">
              <a:extLst>
                <a:ext uri="{FF2B5EF4-FFF2-40B4-BE49-F238E27FC236}">
                  <a16:creationId xmlns:a16="http://schemas.microsoft.com/office/drawing/2014/main" id="{3C0E5D63-9F7F-6DEA-F79C-ECB77F18A72A}"/>
                </a:ext>
                <a:ext uri="{C183D7F6-B498-43B3-948B-1728B52AA6E4}">
                  <adec:decorative xmlns:adec="http://schemas.microsoft.com/office/drawing/2017/decorative" val="0"/>
                </a:ext>
              </a:extLst>
            </p:cNvPr>
            <p:cNvSpPr/>
            <p:nvPr/>
          </p:nvSpPr>
          <p:spPr bwMode="auto">
            <a:xfrm>
              <a:off x="10030182" y="2069199"/>
              <a:ext cx="1435881" cy="1334401"/>
            </a:xfrm>
            <a:prstGeom prst="roundRect">
              <a:avLst>
                <a:gd name="adj" fmla="val 5399"/>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grpSp>
      <p:pic>
        <p:nvPicPr>
          <p:cNvPr id="165" name="Picture 164">
            <a:extLst>
              <a:ext uri="{FF2B5EF4-FFF2-40B4-BE49-F238E27FC236}">
                <a16:creationId xmlns:a16="http://schemas.microsoft.com/office/drawing/2014/main" id="{2FD14DA7-5898-68E1-7B4A-CFD57A237312}"/>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1245679" y="2234759"/>
            <a:ext cx="396401" cy="378446"/>
          </a:xfrm>
          <a:prstGeom prst="rect">
            <a:avLst/>
          </a:prstGeom>
        </p:spPr>
      </p:pic>
      <p:sp>
        <p:nvSpPr>
          <p:cNvPr id="61" name="Text Placeholder 2">
            <a:extLst>
              <a:ext uri="{FF2B5EF4-FFF2-40B4-BE49-F238E27FC236}">
                <a16:creationId xmlns:a16="http://schemas.microsoft.com/office/drawing/2014/main" id="{9713F691-FDCE-42AD-487A-BD45E5FE6D56}"/>
              </a:ext>
            </a:extLst>
          </p:cNvPr>
          <p:cNvSpPr txBox="1">
            <a:spLocks/>
          </p:cNvSpPr>
          <p:nvPr/>
        </p:nvSpPr>
        <p:spPr>
          <a:xfrm>
            <a:off x="973744" y="2812788"/>
            <a:ext cx="940270" cy="430887"/>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t>Data Factory</a:t>
            </a:r>
          </a:p>
        </p:txBody>
      </p:sp>
      <p:pic>
        <p:nvPicPr>
          <p:cNvPr id="166" name="Picture 165">
            <a:extLst>
              <a:ext uri="{FF2B5EF4-FFF2-40B4-BE49-F238E27FC236}">
                <a16:creationId xmlns:a16="http://schemas.microsoft.com/office/drawing/2014/main" id="{F642617C-9899-9FD3-0A4F-EFCAAAD0BB36}"/>
              </a:ext>
              <a:ext uri="{C183D7F6-B498-43B3-948B-1728B52AA6E4}">
                <adec:decorative xmlns:adec="http://schemas.microsoft.com/office/drawing/2017/decorative" val="1"/>
              </a:ext>
            </a:extLst>
          </p:cNvPr>
          <p:cNvPicPr>
            <a:picLocks noChangeAspect="1"/>
          </p:cNvPicPr>
          <p:nvPr/>
        </p:nvPicPr>
        <p:blipFill>
          <a:blip r:embed="rId4"/>
          <a:srcRect/>
          <a:stretch/>
        </p:blipFill>
        <p:spPr>
          <a:xfrm>
            <a:off x="2787376" y="2226158"/>
            <a:ext cx="414420" cy="395648"/>
          </a:xfrm>
          <a:prstGeom prst="rect">
            <a:avLst/>
          </a:prstGeom>
        </p:spPr>
      </p:pic>
      <p:sp>
        <p:nvSpPr>
          <p:cNvPr id="71" name="Text Placeholder 2">
            <a:extLst>
              <a:ext uri="{FF2B5EF4-FFF2-40B4-BE49-F238E27FC236}">
                <a16:creationId xmlns:a16="http://schemas.microsoft.com/office/drawing/2014/main" id="{06F53C9E-7B77-924A-3CB5-12B0C4C8B36B}"/>
              </a:ext>
            </a:extLst>
          </p:cNvPr>
          <p:cNvSpPr txBox="1">
            <a:spLocks/>
          </p:cNvSpPr>
          <p:nvPr/>
        </p:nvSpPr>
        <p:spPr>
          <a:xfrm>
            <a:off x="2502304" y="2812788"/>
            <a:ext cx="984564" cy="430887"/>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t>Data </a:t>
            </a:r>
            <a:br>
              <a:rPr kumimoji="0" lang="en-US"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br>
            <a:r>
              <a:rPr kumimoji="0" lang="en-US"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t>Engineering</a:t>
            </a:r>
          </a:p>
        </p:txBody>
      </p:sp>
      <p:pic>
        <p:nvPicPr>
          <p:cNvPr id="167" name="Picture 166">
            <a:extLst>
              <a:ext uri="{FF2B5EF4-FFF2-40B4-BE49-F238E27FC236}">
                <a16:creationId xmlns:a16="http://schemas.microsoft.com/office/drawing/2014/main" id="{806F4129-D502-8793-17E1-837A7C5E66D6}"/>
              </a:ext>
              <a:ext uri="{C183D7F6-B498-43B3-948B-1728B52AA6E4}">
                <adec:decorative xmlns:adec="http://schemas.microsoft.com/office/drawing/2017/decorative" val="1"/>
              </a:ext>
            </a:extLst>
          </p:cNvPr>
          <p:cNvPicPr>
            <a:picLocks noChangeAspect="1"/>
          </p:cNvPicPr>
          <p:nvPr/>
        </p:nvPicPr>
        <p:blipFill>
          <a:blip r:embed="rId5"/>
          <a:srcRect/>
          <a:stretch/>
        </p:blipFill>
        <p:spPr>
          <a:xfrm>
            <a:off x="4308930" y="2241284"/>
            <a:ext cx="382732" cy="365396"/>
          </a:xfrm>
          <a:prstGeom prst="rect">
            <a:avLst/>
          </a:prstGeom>
        </p:spPr>
      </p:pic>
      <p:sp>
        <p:nvSpPr>
          <p:cNvPr id="75" name="Text Placeholder 2">
            <a:extLst>
              <a:ext uri="{FF2B5EF4-FFF2-40B4-BE49-F238E27FC236}">
                <a16:creationId xmlns:a16="http://schemas.microsoft.com/office/drawing/2014/main" id="{B388A339-D061-6779-FB4B-861B2E9404A5}"/>
              </a:ext>
            </a:extLst>
          </p:cNvPr>
          <p:cNvSpPr txBox="1">
            <a:spLocks/>
          </p:cNvSpPr>
          <p:nvPr/>
        </p:nvSpPr>
        <p:spPr>
          <a:xfrm>
            <a:off x="4059441" y="2812788"/>
            <a:ext cx="971706" cy="430887"/>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t>Data </a:t>
            </a:r>
            <a:br>
              <a:rPr kumimoji="0" lang="en-US"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br>
            <a:r>
              <a:rPr kumimoji="0" lang="en-US"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t>Warehouse</a:t>
            </a:r>
          </a:p>
        </p:txBody>
      </p:sp>
      <p:pic>
        <p:nvPicPr>
          <p:cNvPr id="168" name="Picture 167">
            <a:extLst>
              <a:ext uri="{FF2B5EF4-FFF2-40B4-BE49-F238E27FC236}">
                <a16:creationId xmlns:a16="http://schemas.microsoft.com/office/drawing/2014/main" id="{F54E617A-16FB-F089-A830-BF5B8EEAA8A6}"/>
              </a:ext>
              <a:ext uri="{C183D7F6-B498-43B3-948B-1728B52AA6E4}">
                <adec:decorative xmlns:adec="http://schemas.microsoft.com/office/drawing/2017/decorative" val="1"/>
              </a:ext>
            </a:extLst>
          </p:cNvPr>
          <p:cNvPicPr>
            <a:picLocks noChangeAspect="1"/>
          </p:cNvPicPr>
          <p:nvPr/>
        </p:nvPicPr>
        <p:blipFill>
          <a:blip r:embed="rId6"/>
          <a:srcRect/>
          <a:stretch/>
        </p:blipFill>
        <p:spPr>
          <a:xfrm>
            <a:off x="5893803" y="2230943"/>
            <a:ext cx="404397" cy="386078"/>
          </a:xfrm>
          <a:prstGeom prst="rect">
            <a:avLst/>
          </a:prstGeom>
        </p:spPr>
      </p:pic>
      <p:sp>
        <p:nvSpPr>
          <p:cNvPr id="79" name="Text Placeholder 2">
            <a:extLst>
              <a:ext uri="{FF2B5EF4-FFF2-40B4-BE49-F238E27FC236}">
                <a16:creationId xmlns:a16="http://schemas.microsoft.com/office/drawing/2014/main" id="{65A2257D-2789-3863-249C-5BEF46E30A21}"/>
              </a:ext>
            </a:extLst>
          </p:cNvPr>
          <p:cNvSpPr txBox="1">
            <a:spLocks/>
          </p:cNvSpPr>
          <p:nvPr/>
        </p:nvSpPr>
        <p:spPr>
          <a:xfrm>
            <a:off x="5740400" y="2812788"/>
            <a:ext cx="711202" cy="430887"/>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t>Data </a:t>
            </a:r>
            <a:br>
              <a:rPr kumimoji="0" lang="en-US"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br>
            <a:r>
              <a:rPr kumimoji="0" lang="en-US"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t>Science</a:t>
            </a:r>
          </a:p>
        </p:txBody>
      </p:sp>
      <p:pic>
        <p:nvPicPr>
          <p:cNvPr id="169" name="Picture 168">
            <a:extLst>
              <a:ext uri="{FF2B5EF4-FFF2-40B4-BE49-F238E27FC236}">
                <a16:creationId xmlns:a16="http://schemas.microsoft.com/office/drawing/2014/main" id="{64F5A1FE-D40B-932C-77C3-3A6B844905ED}"/>
              </a:ext>
              <a:ext uri="{C183D7F6-B498-43B3-948B-1728B52AA6E4}">
                <adec:decorative xmlns:adec="http://schemas.microsoft.com/office/drawing/2017/decorative" val="1"/>
              </a:ext>
            </a:extLst>
          </p:cNvPr>
          <p:cNvPicPr>
            <a:picLocks noChangeAspect="1"/>
          </p:cNvPicPr>
          <p:nvPr/>
        </p:nvPicPr>
        <p:blipFill>
          <a:blip r:embed="rId7"/>
          <a:srcRect/>
          <a:stretch/>
        </p:blipFill>
        <p:spPr>
          <a:xfrm>
            <a:off x="7446706" y="2233040"/>
            <a:ext cx="400003" cy="381885"/>
          </a:xfrm>
          <a:prstGeom prst="rect">
            <a:avLst/>
          </a:prstGeom>
        </p:spPr>
      </p:pic>
      <p:sp>
        <p:nvSpPr>
          <p:cNvPr id="83" name="Text Placeholder 2">
            <a:extLst>
              <a:ext uri="{FF2B5EF4-FFF2-40B4-BE49-F238E27FC236}">
                <a16:creationId xmlns:a16="http://schemas.microsoft.com/office/drawing/2014/main" id="{E2F50C23-B27C-0D7A-E016-D3C2B4F0367D}"/>
              </a:ext>
            </a:extLst>
          </p:cNvPr>
          <p:cNvSpPr txBox="1">
            <a:spLocks/>
          </p:cNvSpPr>
          <p:nvPr/>
        </p:nvSpPr>
        <p:spPr>
          <a:xfrm>
            <a:off x="7224509" y="2812788"/>
            <a:ext cx="844396" cy="430887"/>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t>Real Time Analytics</a:t>
            </a:r>
          </a:p>
        </p:txBody>
      </p:sp>
      <p:pic>
        <p:nvPicPr>
          <p:cNvPr id="170" name="Graphic 169">
            <a:extLst>
              <a:ext uri="{FF2B5EF4-FFF2-40B4-BE49-F238E27FC236}">
                <a16:creationId xmlns:a16="http://schemas.microsoft.com/office/drawing/2014/main" id="{97091681-17EA-395D-5C9D-A618587C7E7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943771" y="2182300"/>
            <a:ext cx="507287" cy="483365"/>
          </a:xfrm>
          <a:prstGeom prst="rect">
            <a:avLst/>
          </a:prstGeom>
        </p:spPr>
      </p:pic>
      <p:sp>
        <p:nvSpPr>
          <p:cNvPr id="87" name="Text Placeholder 2">
            <a:extLst>
              <a:ext uri="{FF2B5EF4-FFF2-40B4-BE49-F238E27FC236}">
                <a16:creationId xmlns:a16="http://schemas.microsoft.com/office/drawing/2014/main" id="{75317257-AB8E-2326-4934-98A228E52A48}"/>
              </a:ext>
            </a:extLst>
          </p:cNvPr>
          <p:cNvSpPr txBox="1">
            <a:spLocks/>
          </p:cNvSpPr>
          <p:nvPr/>
        </p:nvSpPr>
        <p:spPr>
          <a:xfrm>
            <a:off x="8692745" y="2920509"/>
            <a:ext cx="1009338" cy="215444"/>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t>Power BI</a:t>
            </a:r>
          </a:p>
        </p:txBody>
      </p:sp>
      <p:pic>
        <p:nvPicPr>
          <p:cNvPr id="171" name="Graphic 170">
            <a:extLst>
              <a:ext uri="{FF2B5EF4-FFF2-40B4-BE49-F238E27FC236}">
                <a16:creationId xmlns:a16="http://schemas.microsoft.com/office/drawing/2014/main" id="{316CD6FB-6E43-B0F0-EEF4-0A10686D095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508209" y="2195382"/>
            <a:ext cx="479827" cy="457200"/>
          </a:xfrm>
          <a:prstGeom prst="rect">
            <a:avLst/>
          </a:prstGeom>
        </p:spPr>
      </p:pic>
      <p:sp>
        <p:nvSpPr>
          <p:cNvPr id="90" name="Text Placeholder 2">
            <a:extLst>
              <a:ext uri="{FF2B5EF4-FFF2-40B4-BE49-F238E27FC236}">
                <a16:creationId xmlns:a16="http://schemas.microsoft.com/office/drawing/2014/main" id="{03D56825-1D79-6826-289D-FC7754303A9F}"/>
              </a:ext>
            </a:extLst>
          </p:cNvPr>
          <p:cNvSpPr txBox="1">
            <a:spLocks/>
          </p:cNvSpPr>
          <p:nvPr/>
        </p:nvSpPr>
        <p:spPr>
          <a:xfrm>
            <a:off x="10183206" y="2812788"/>
            <a:ext cx="1129832" cy="430887"/>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t>Data Activator</a:t>
            </a:r>
          </a:p>
        </p:txBody>
      </p:sp>
      <p:sp>
        <p:nvSpPr>
          <p:cNvPr id="135" name="Text Placeholder 2">
            <a:extLst>
              <a:ext uri="{FF2B5EF4-FFF2-40B4-BE49-F238E27FC236}">
                <a16:creationId xmlns:a16="http://schemas.microsoft.com/office/drawing/2014/main" id="{DE1522E9-38DE-76CF-1341-6C5AC89E5B53}"/>
              </a:ext>
            </a:extLst>
          </p:cNvPr>
          <p:cNvSpPr txBox="1">
            <a:spLocks/>
          </p:cNvSpPr>
          <p:nvPr/>
        </p:nvSpPr>
        <p:spPr>
          <a:xfrm>
            <a:off x="3919539" y="3457763"/>
            <a:ext cx="4352924" cy="358982"/>
          </a:xfrm>
          <a:prstGeom prst="rect">
            <a:avLst/>
          </a:prstGeom>
          <a:solidFill>
            <a:srgbClr val="FFFDF9"/>
          </a:solidFill>
        </p:spPr>
        <p:txBody>
          <a:bodyPr wrap="square" lIns="457200" tIns="0" rIns="91440" bIns="0" anchor="ctr">
            <a:no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1800" i="0" u="none" strike="noStrike" cap="none" spc="0" normalizeH="0" baseline="0">
                <a:ln>
                  <a:noFill/>
                </a:ln>
                <a:effectLst/>
                <a:uLnTx/>
                <a:uFillTx/>
                <a:latin typeface="Segoe Sans Display Semibold" pitchFamily="2" charset="0"/>
                <a:cs typeface="Segoe Sans Display Semibold" pitchFamily="2"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t>Powered by AI with Copilot in Microsoft Fabric</a:t>
            </a:r>
          </a:p>
        </p:txBody>
      </p:sp>
      <p:pic>
        <p:nvPicPr>
          <p:cNvPr id="134" name="Picture 43" descr="Copilot logo">
            <a:extLst>
              <a:ext uri="{FF2B5EF4-FFF2-40B4-BE49-F238E27FC236}">
                <a16:creationId xmlns:a16="http://schemas.microsoft.com/office/drawing/2014/main" id="{EDD7130F-1DCB-1D39-C0DD-5623803A622C}"/>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4015226" y="3490630"/>
            <a:ext cx="293250" cy="293248"/>
          </a:xfrm>
          <a:prstGeom prst="rect">
            <a:avLst/>
          </a:prstGeom>
          <a:noFill/>
          <a:ln>
            <a:noFill/>
            <a:headEnd type="none" w="med" len="med"/>
            <a:tailEnd type="none" w="med" len="med"/>
          </a:ln>
          <a:effectLst/>
        </p:spPr>
      </p:pic>
      <p:sp>
        <p:nvSpPr>
          <p:cNvPr id="98" name="Rounded Rectangle 30">
            <a:extLst>
              <a:ext uri="{FF2B5EF4-FFF2-40B4-BE49-F238E27FC236}">
                <a16:creationId xmlns:a16="http://schemas.microsoft.com/office/drawing/2014/main" id="{55AA1D62-AC29-8AD8-E2E7-F37A99D75434}"/>
              </a:ext>
              <a:ext uri="{C183D7F6-B498-43B3-948B-1728B52AA6E4}">
                <adec:decorative xmlns:adec="http://schemas.microsoft.com/office/drawing/2017/decorative" val="1"/>
              </a:ext>
            </a:extLst>
          </p:cNvPr>
          <p:cNvSpPr/>
          <p:nvPr/>
        </p:nvSpPr>
        <p:spPr bwMode="auto">
          <a:xfrm>
            <a:off x="691525" y="3972901"/>
            <a:ext cx="10830052" cy="789514"/>
          </a:xfrm>
          <a:prstGeom prst="roundRect">
            <a:avLst>
              <a:gd name="adj" fmla="val 5399"/>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pic>
        <p:nvPicPr>
          <p:cNvPr id="99" name="Picture 98" descr="OneLake logo">
            <a:extLst>
              <a:ext uri="{FF2B5EF4-FFF2-40B4-BE49-F238E27FC236}">
                <a16:creationId xmlns:a16="http://schemas.microsoft.com/office/drawing/2014/main" id="{4AE71314-941A-607A-BBCD-A31068E528B9}"/>
              </a:ext>
            </a:extLst>
          </p:cNvPr>
          <p:cNvPicPr>
            <a:picLocks noChangeAspect="1"/>
          </p:cNvPicPr>
          <p:nvPr/>
        </p:nvPicPr>
        <p:blipFill>
          <a:blip r:embed="rId11"/>
          <a:srcRect/>
          <a:stretch/>
        </p:blipFill>
        <p:spPr>
          <a:xfrm>
            <a:off x="924066" y="4162814"/>
            <a:ext cx="408889" cy="409689"/>
          </a:xfrm>
          <a:prstGeom prst="rect">
            <a:avLst/>
          </a:prstGeom>
        </p:spPr>
      </p:pic>
      <p:sp>
        <p:nvSpPr>
          <p:cNvPr id="101" name="Text Placeholder 2">
            <a:extLst>
              <a:ext uri="{FF2B5EF4-FFF2-40B4-BE49-F238E27FC236}">
                <a16:creationId xmlns:a16="http://schemas.microsoft.com/office/drawing/2014/main" id="{672340D6-9054-8589-4DFB-6878546D6177}"/>
              </a:ext>
            </a:extLst>
          </p:cNvPr>
          <p:cNvSpPr txBox="1">
            <a:spLocks/>
          </p:cNvSpPr>
          <p:nvPr/>
        </p:nvSpPr>
        <p:spPr>
          <a:xfrm>
            <a:off x="1493227" y="4136985"/>
            <a:ext cx="1840247" cy="215444"/>
          </a:xfrm>
          <a:prstGeom prst="rect">
            <a:avLst/>
          </a:prstGeom>
        </p:spPr>
        <p:txBody>
          <a:bodyPr wrap="non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t>Single data foundation</a:t>
            </a:r>
          </a:p>
        </p:txBody>
      </p:sp>
      <p:sp>
        <p:nvSpPr>
          <p:cNvPr id="100" name="Text Placeholder 2">
            <a:extLst>
              <a:ext uri="{FF2B5EF4-FFF2-40B4-BE49-F238E27FC236}">
                <a16:creationId xmlns:a16="http://schemas.microsoft.com/office/drawing/2014/main" id="{AD2BAE6A-4E7D-E8BC-E757-3EEECE92030D}"/>
              </a:ext>
            </a:extLst>
          </p:cNvPr>
          <p:cNvSpPr txBox="1">
            <a:spLocks/>
          </p:cNvSpPr>
          <p:nvPr/>
        </p:nvSpPr>
        <p:spPr>
          <a:xfrm>
            <a:off x="1493227" y="4413666"/>
            <a:ext cx="572401" cy="184666"/>
          </a:xfrm>
          <a:prstGeom prst="rect">
            <a:avLst/>
          </a:prstGeom>
        </p:spPr>
        <p:txBody>
          <a:bodyPr wrap="none" lIns="0" tIns="0" rIns="0" bIns="0" anchor="ctr">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sz="1200" spc="0" baseline="0">
                <a:solidFill>
                  <a:schemeClr val="bg1"/>
                </a:solidFill>
                <a:cs typeface="Segoe UI" panose="020B0502040204020203" pitchFamily="34"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err="1">
                <a:ln>
                  <a:noFill/>
                </a:ln>
                <a:solidFill>
                  <a:srgbClr val="000000"/>
                </a:solidFill>
                <a:effectLst/>
                <a:uLnTx/>
                <a:uFillTx/>
                <a:latin typeface="Segoe Sans Text Semilight"/>
                <a:ea typeface="+mn-ea"/>
                <a:cs typeface="Segoe UI" panose="020B0502040204020203" pitchFamily="34" charset="0"/>
              </a:rPr>
              <a:t>OneLake</a:t>
            </a:r>
            <a:endParaRPr kumimoji="0" lang="en-US" sz="1200" b="0" i="0" u="none" strike="noStrike" kern="1200" cap="none" spc="0" normalizeH="0" baseline="0" noProof="0">
              <a:ln>
                <a:noFill/>
              </a:ln>
              <a:solidFill>
                <a:srgbClr val="000000"/>
              </a:solidFill>
              <a:effectLst/>
              <a:uLnTx/>
              <a:uFillTx/>
              <a:latin typeface="Segoe Sans Text Semilight"/>
              <a:ea typeface="+mn-ea"/>
              <a:cs typeface="Segoe UI" panose="020B0502040204020203" pitchFamily="34" charset="0"/>
            </a:endParaRPr>
          </a:p>
        </p:txBody>
      </p:sp>
      <p:sp>
        <p:nvSpPr>
          <p:cNvPr id="102" name="Rounded Rectangle 32">
            <a:extLst>
              <a:ext uri="{FF2B5EF4-FFF2-40B4-BE49-F238E27FC236}">
                <a16:creationId xmlns:a16="http://schemas.microsoft.com/office/drawing/2014/main" id="{D0932EE1-2E24-67DF-AA80-F639CBAFD1AF}"/>
              </a:ext>
              <a:ext uri="{C183D7F6-B498-43B3-948B-1728B52AA6E4}">
                <adec:decorative xmlns:adec="http://schemas.microsoft.com/office/drawing/2017/decorative" val="1"/>
              </a:ext>
            </a:extLst>
          </p:cNvPr>
          <p:cNvSpPr/>
          <p:nvPr/>
        </p:nvSpPr>
        <p:spPr bwMode="auto">
          <a:xfrm>
            <a:off x="691525" y="4853517"/>
            <a:ext cx="10830052" cy="789514"/>
          </a:xfrm>
          <a:prstGeom prst="roundRect">
            <a:avLst>
              <a:gd name="adj" fmla="val 5399"/>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sp>
        <p:nvSpPr>
          <p:cNvPr id="121" name="Text Placeholder 2">
            <a:extLst>
              <a:ext uri="{FF2B5EF4-FFF2-40B4-BE49-F238E27FC236}">
                <a16:creationId xmlns:a16="http://schemas.microsoft.com/office/drawing/2014/main" id="{5EA1CFB1-96A5-CF10-F263-05695BDABBA8}"/>
              </a:ext>
            </a:extLst>
          </p:cNvPr>
          <p:cNvSpPr txBox="1">
            <a:spLocks/>
          </p:cNvSpPr>
          <p:nvPr/>
        </p:nvSpPr>
        <p:spPr>
          <a:xfrm>
            <a:off x="5771524" y="4929322"/>
            <a:ext cx="670055" cy="215444"/>
          </a:xfrm>
          <a:prstGeom prst="rect">
            <a:avLst/>
          </a:prstGeom>
        </p:spPr>
        <p:txBody>
          <a:bodyPr wrap="non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t>UNIFIED</a:t>
            </a:r>
            <a:endParaRPr kumimoji="0" lang="en-US" sz="12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endParaRPr>
          </a:p>
        </p:txBody>
      </p:sp>
      <p:sp>
        <p:nvSpPr>
          <p:cNvPr id="122" name="Text Placeholder 2">
            <a:extLst>
              <a:ext uri="{FF2B5EF4-FFF2-40B4-BE49-F238E27FC236}">
                <a16:creationId xmlns:a16="http://schemas.microsoft.com/office/drawing/2014/main" id="{CC021F67-614D-D075-EEF5-13E22CC25F30}"/>
              </a:ext>
            </a:extLst>
          </p:cNvPr>
          <p:cNvSpPr txBox="1">
            <a:spLocks/>
          </p:cNvSpPr>
          <p:nvPr/>
        </p:nvSpPr>
        <p:spPr>
          <a:xfrm>
            <a:off x="1076344" y="5296073"/>
            <a:ext cx="1627177" cy="184666"/>
          </a:xfrm>
          <a:prstGeom prst="rect">
            <a:avLst/>
          </a:prstGeom>
        </p:spPr>
        <p:txBody>
          <a:bodyPr wrap="none"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Sans Text Semilight"/>
                <a:ea typeface="+mn-ea"/>
                <a:cs typeface="Segoe UI" panose="020B0502040204020203" pitchFamily="34" charset="0"/>
              </a:rPr>
              <a:t>SaaS product experience</a:t>
            </a:r>
          </a:p>
        </p:txBody>
      </p:sp>
      <p:grpSp>
        <p:nvGrpSpPr>
          <p:cNvPr id="5" name="Group 4">
            <a:extLst>
              <a:ext uri="{FF2B5EF4-FFF2-40B4-BE49-F238E27FC236}">
                <a16:creationId xmlns:a16="http://schemas.microsoft.com/office/drawing/2014/main" id="{17EB69B5-817A-9719-7854-C2777F258D7A}"/>
              </a:ext>
              <a:ext uri="{C183D7F6-B498-43B3-948B-1728B52AA6E4}">
                <adec:decorative xmlns:adec="http://schemas.microsoft.com/office/drawing/2017/decorative" val="1"/>
              </a:ext>
            </a:extLst>
          </p:cNvPr>
          <p:cNvGrpSpPr/>
          <p:nvPr/>
        </p:nvGrpSpPr>
        <p:grpSpPr>
          <a:xfrm>
            <a:off x="3295472" y="5261697"/>
            <a:ext cx="5622158" cy="253418"/>
            <a:chOff x="3295472" y="5614219"/>
            <a:chExt cx="5622158" cy="253418"/>
          </a:xfrm>
        </p:grpSpPr>
        <p:cxnSp>
          <p:nvCxnSpPr>
            <p:cNvPr id="126" name="Straight Connector 125">
              <a:extLst>
                <a:ext uri="{FF2B5EF4-FFF2-40B4-BE49-F238E27FC236}">
                  <a16:creationId xmlns:a16="http://schemas.microsoft.com/office/drawing/2014/main" id="{40FA3632-4224-352B-790B-93CC632306A9}"/>
                </a:ext>
                <a:ext uri="{C183D7F6-B498-43B3-948B-1728B52AA6E4}">
                  <adec:decorative xmlns:adec="http://schemas.microsoft.com/office/drawing/2017/decorative" val="1"/>
                </a:ext>
              </a:extLst>
            </p:cNvPr>
            <p:cNvCxnSpPr>
              <a:cxnSpLocks/>
            </p:cNvCxnSpPr>
            <p:nvPr/>
          </p:nvCxnSpPr>
          <p:spPr>
            <a:xfrm>
              <a:off x="3295472" y="5614219"/>
              <a:ext cx="0" cy="253418"/>
            </a:xfrm>
            <a:prstGeom prst="line">
              <a:avLst/>
            </a:prstGeom>
            <a:ln w="19050" cap="rnd">
              <a:solidFill>
                <a:schemeClr val="bg2">
                  <a:lumMod val="75000"/>
                </a:schemeClr>
              </a:solidFill>
              <a:headEnd type="none" w="sm" len="sm"/>
              <a:tailEnd type="none" w="lg" len="med"/>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9DE54683-A2C5-4D64-D930-376D709C6E13}"/>
                </a:ext>
                <a:ext uri="{C183D7F6-B498-43B3-948B-1728B52AA6E4}">
                  <adec:decorative xmlns:adec="http://schemas.microsoft.com/office/drawing/2017/decorative" val="1"/>
                </a:ext>
              </a:extLst>
            </p:cNvPr>
            <p:cNvCxnSpPr>
              <a:cxnSpLocks/>
            </p:cNvCxnSpPr>
            <p:nvPr/>
          </p:nvCxnSpPr>
          <p:spPr>
            <a:xfrm>
              <a:off x="6106551" y="5614219"/>
              <a:ext cx="0" cy="253418"/>
            </a:xfrm>
            <a:prstGeom prst="line">
              <a:avLst/>
            </a:prstGeom>
            <a:ln w="19050" cap="rnd">
              <a:solidFill>
                <a:schemeClr val="bg2">
                  <a:lumMod val="75000"/>
                </a:schemeClr>
              </a:solidFill>
              <a:headEnd type="none" w="sm" len="sm"/>
              <a:tailEnd type="none" w="lg" len="med"/>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E0C619A-1FF1-E650-CB27-A15AF599D61F}"/>
                </a:ext>
                <a:ext uri="{C183D7F6-B498-43B3-948B-1728B52AA6E4}">
                  <adec:decorative xmlns:adec="http://schemas.microsoft.com/office/drawing/2017/decorative" val="1"/>
                </a:ext>
              </a:extLst>
            </p:cNvPr>
            <p:cNvCxnSpPr>
              <a:cxnSpLocks/>
            </p:cNvCxnSpPr>
            <p:nvPr/>
          </p:nvCxnSpPr>
          <p:spPr>
            <a:xfrm>
              <a:off x="8917630" y="5614219"/>
              <a:ext cx="0" cy="253418"/>
            </a:xfrm>
            <a:prstGeom prst="line">
              <a:avLst/>
            </a:prstGeom>
            <a:ln w="19050" cap="rnd">
              <a:solidFill>
                <a:schemeClr val="bg2">
                  <a:lumMod val="75000"/>
                </a:schemeClr>
              </a:solidFill>
              <a:headEnd type="none" w="sm" len="sm"/>
              <a:tailEnd type="none" w="lg" len="med"/>
            </a:ln>
          </p:spPr>
          <p:style>
            <a:lnRef idx="1">
              <a:schemeClr val="accent1"/>
            </a:lnRef>
            <a:fillRef idx="0">
              <a:schemeClr val="accent1"/>
            </a:fillRef>
            <a:effectRef idx="0">
              <a:schemeClr val="accent1"/>
            </a:effectRef>
            <a:fontRef idx="minor">
              <a:schemeClr val="tx1"/>
            </a:fontRef>
          </p:style>
        </p:cxnSp>
      </p:grpSp>
      <p:sp>
        <p:nvSpPr>
          <p:cNvPr id="123" name="Text Placeholder 2">
            <a:extLst>
              <a:ext uri="{FF2B5EF4-FFF2-40B4-BE49-F238E27FC236}">
                <a16:creationId xmlns:a16="http://schemas.microsoft.com/office/drawing/2014/main" id="{233338E2-1F94-F2B7-8412-B66204EB3E0E}"/>
              </a:ext>
            </a:extLst>
          </p:cNvPr>
          <p:cNvSpPr txBox="1">
            <a:spLocks/>
          </p:cNvSpPr>
          <p:nvPr/>
        </p:nvSpPr>
        <p:spPr>
          <a:xfrm>
            <a:off x="3886077" y="5296073"/>
            <a:ext cx="1629869" cy="184666"/>
          </a:xfrm>
          <a:prstGeom prst="rect">
            <a:avLst/>
          </a:prstGeom>
        </p:spPr>
        <p:txBody>
          <a:bodyPr wrap="none"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Sans Text Semilight"/>
                <a:ea typeface="+mn-ea"/>
                <a:cs typeface="Segoe UI" panose="020B0502040204020203" pitchFamily="34" charset="0"/>
              </a:rPr>
              <a:t>Security and governance</a:t>
            </a:r>
          </a:p>
        </p:txBody>
      </p:sp>
      <p:sp>
        <p:nvSpPr>
          <p:cNvPr id="124" name="Text Placeholder 2">
            <a:extLst>
              <a:ext uri="{FF2B5EF4-FFF2-40B4-BE49-F238E27FC236}">
                <a16:creationId xmlns:a16="http://schemas.microsoft.com/office/drawing/2014/main" id="{20D30176-77ED-CD78-22D5-F8D336A600C7}"/>
              </a:ext>
            </a:extLst>
          </p:cNvPr>
          <p:cNvSpPr txBox="1">
            <a:spLocks/>
          </p:cNvSpPr>
          <p:nvPr/>
        </p:nvSpPr>
        <p:spPr>
          <a:xfrm>
            <a:off x="6789136" y="5296073"/>
            <a:ext cx="1445909" cy="184666"/>
          </a:xfrm>
          <a:prstGeom prst="rect">
            <a:avLst/>
          </a:prstGeom>
        </p:spPr>
        <p:txBody>
          <a:bodyPr wrap="none"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Sans Text Semilight"/>
                <a:ea typeface="+mn-ea"/>
                <a:cs typeface="Segoe UI" panose="020B0502040204020203" pitchFamily="34" charset="0"/>
              </a:rPr>
              <a:t>Compute and storage</a:t>
            </a:r>
          </a:p>
        </p:txBody>
      </p:sp>
      <p:sp>
        <p:nvSpPr>
          <p:cNvPr id="125" name="Text Placeholder 2">
            <a:extLst>
              <a:ext uri="{FF2B5EF4-FFF2-40B4-BE49-F238E27FC236}">
                <a16:creationId xmlns:a16="http://schemas.microsoft.com/office/drawing/2014/main" id="{54A5F71F-3474-8211-0A58-9E314F3127B3}"/>
              </a:ext>
            </a:extLst>
          </p:cNvPr>
          <p:cNvSpPr txBox="1">
            <a:spLocks/>
          </p:cNvSpPr>
          <p:nvPr/>
        </p:nvSpPr>
        <p:spPr>
          <a:xfrm>
            <a:off x="9815018" y="5296073"/>
            <a:ext cx="1016304" cy="184666"/>
          </a:xfrm>
          <a:prstGeom prst="rect">
            <a:avLst/>
          </a:prstGeom>
        </p:spPr>
        <p:txBody>
          <a:bodyPr wrap="none"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Sans Text Semilight"/>
                <a:ea typeface="+mn-ea"/>
                <a:cs typeface="Segoe UI" panose="020B0502040204020203" pitchFamily="34" charset="0"/>
              </a:rPr>
              <a:t>Business model</a:t>
            </a:r>
          </a:p>
        </p:txBody>
      </p:sp>
    </p:spTree>
    <p:extLst>
      <p:ext uri="{BB962C8B-B14F-4D97-AF65-F5344CB8AC3E}">
        <p14:creationId xmlns:p14="http://schemas.microsoft.com/office/powerpoint/2010/main" val="334575159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iagram of Azure Synapse Analytics architecture.">
            <a:extLst>
              <a:ext uri="{FF2B5EF4-FFF2-40B4-BE49-F238E27FC236}">
                <a16:creationId xmlns:a16="http://schemas.microsoft.com/office/drawing/2014/main" id="{5DF75C1F-19D1-7325-CEFB-BB824AA82C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20" y="1395663"/>
            <a:ext cx="11994959" cy="4247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9719025"/>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8A02FFB-A203-ECF7-E7BD-2095F46FAFE1}"/>
              </a:ext>
            </a:extLst>
          </p:cNvPr>
          <p:cNvPicPr>
            <a:picLocks noChangeAspect="1"/>
          </p:cNvPicPr>
          <p:nvPr/>
        </p:nvPicPr>
        <p:blipFill>
          <a:blip r:embed="rId2"/>
          <a:stretch>
            <a:fillRect/>
          </a:stretch>
        </p:blipFill>
        <p:spPr>
          <a:xfrm>
            <a:off x="266700" y="799037"/>
            <a:ext cx="11658600" cy="5259926"/>
          </a:xfrm>
          <a:prstGeom prst="rect">
            <a:avLst/>
          </a:prstGeom>
        </p:spPr>
      </p:pic>
    </p:spTree>
    <p:extLst>
      <p:ext uri="{BB962C8B-B14F-4D97-AF65-F5344CB8AC3E}">
        <p14:creationId xmlns:p14="http://schemas.microsoft.com/office/powerpoint/2010/main" val="1388197840"/>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253FD-2BB2-57C1-CEEC-335EC6FDD17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80BC086-FB53-5C33-A96C-DD55B87E4E99}"/>
              </a:ext>
            </a:extLst>
          </p:cNvPr>
          <p:cNvSpPr/>
          <p:nvPr/>
        </p:nvSpPr>
        <p:spPr bwMode="auto">
          <a:xfrm>
            <a:off x="1751727" y="3847292"/>
            <a:ext cx="2050834" cy="1967024"/>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chemeClr val="bg1"/>
                </a:solidFill>
                <a:effectLst/>
                <a:uLnTx/>
                <a:uFillTx/>
                <a:latin typeface="Segoe UI Semibold"/>
                <a:ea typeface="+mn-ea"/>
                <a:cs typeface="+mn-cs"/>
              </a:rPr>
              <a:t>Ingest/bronze</a:t>
            </a:r>
          </a:p>
          <a:p>
            <a:pPr marL="0" marR="0" lvl="0" indent="0" algn="ctr" defTabSz="932472" eaLnBrk="1" fontAlgn="base" latinLnBrk="0" hangingPunct="1">
              <a:lnSpc>
                <a:spcPct val="100000"/>
              </a:lnSpc>
              <a:spcBef>
                <a:spcPct val="0"/>
              </a:spcBef>
              <a:spcAft>
                <a:spcPct val="0"/>
              </a:spcAft>
              <a:buClrTx/>
              <a:buSzTx/>
              <a:buFontTx/>
              <a:buNone/>
              <a:tabLst/>
              <a:defRPr/>
            </a:pPr>
            <a:endParaRPr lang="en-US" sz="1050" kern="0" dirty="0">
              <a:solidFill>
                <a:schemeClr val="bg1"/>
              </a:solidFill>
              <a:latin typeface="Segoe UI Semibold"/>
              <a:ea typeface="+mn-ea"/>
              <a:cs typeface="+mn-cs"/>
            </a:endParaRPr>
          </a:p>
          <a:p>
            <a:pPr marR="0" lvl="0" defTabSz="932472" eaLnBrk="1" fontAlgn="base" latinLnBrk="0" hangingPunct="1">
              <a:lnSpc>
                <a:spcPct val="100000"/>
              </a:lnSpc>
              <a:spcBef>
                <a:spcPct val="0"/>
              </a:spcBef>
              <a:spcAft>
                <a:spcPct val="0"/>
              </a:spcAft>
              <a:buClrTx/>
              <a:buSzTx/>
              <a:tabLst/>
              <a:defRPr/>
            </a:pPr>
            <a:r>
              <a:rPr kumimoji="0" lang="en-US" sz="800" b="0" i="0" u="none" strike="noStrike" kern="0" cap="none" spc="0" normalizeH="0" baseline="0" noProof="0" dirty="0">
                <a:ln>
                  <a:noFill/>
                </a:ln>
                <a:solidFill>
                  <a:schemeClr val="bg1"/>
                </a:solidFill>
                <a:effectLst/>
                <a:uLnTx/>
                <a:uFillTx/>
                <a:latin typeface="Segoe UI Semibold"/>
                <a:ea typeface="+mn-ea"/>
                <a:cs typeface="+mn-cs"/>
              </a:rPr>
              <a:t>Characteristics</a:t>
            </a:r>
            <a:br>
              <a:rPr kumimoji="0" lang="en-US" sz="800" b="0" i="0" u="none" strike="noStrike" kern="0" cap="none" spc="0" normalizeH="0" baseline="0" noProof="0" dirty="0">
                <a:ln>
                  <a:noFill/>
                </a:ln>
                <a:solidFill>
                  <a:schemeClr val="bg1"/>
                </a:solidFill>
                <a:effectLst/>
                <a:uLnTx/>
                <a:uFillTx/>
                <a:latin typeface="Segoe UI Semibold"/>
                <a:ea typeface="+mn-ea"/>
                <a:cs typeface="+mn-cs"/>
              </a:rPr>
            </a:br>
            <a:endParaRPr kumimoji="0" lang="en-US" sz="800" b="0" i="0" u="none" strike="noStrike" kern="0" cap="none" spc="0" normalizeH="0" baseline="0" noProof="0" dirty="0">
              <a:ln>
                <a:noFill/>
              </a:ln>
              <a:solidFill>
                <a:schemeClr val="bg1"/>
              </a:solidFill>
              <a:effectLst/>
              <a:uLnTx/>
              <a:uFillTx/>
              <a:latin typeface="Segoe UI Semibold"/>
              <a:ea typeface="+mn-ea"/>
              <a:cs typeface="+mn-cs"/>
            </a:endParaRPr>
          </a:p>
          <a:p>
            <a:pPr marL="285750" marR="0" lvl="0" indent="-285750" defTabSz="932472"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800" kern="0" dirty="0">
                <a:solidFill>
                  <a:schemeClr val="bg1"/>
                </a:solidFill>
                <a:latin typeface="Segoe UI Semibold"/>
                <a:ea typeface="+mn-ea"/>
                <a:cs typeface="+mn-cs"/>
              </a:rPr>
              <a:t>Consume raw data</a:t>
            </a:r>
          </a:p>
          <a:p>
            <a:pPr marL="285750" marR="0" lvl="0" indent="-285750" defTabSz="932472"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chemeClr val="bg1"/>
                </a:solidFill>
                <a:effectLst/>
                <a:uLnTx/>
                <a:uFillTx/>
                <a:latin typeface="Segoe UI Semibold"/>
                <a:ea typeface="+mn-ea"/>
                <a:cs typeface="+mn-cs"/>
              </a:rPr>
              <a:t>High degree</a:t>
            </a:r>
            <a:r>
              <a:rPr kumimoji="0" lang="en-US" sz="800" b="0" i="0" u="none" strike="noStrike" kern="0" cap="none" spc="0" normalizeH="0" noProof="0" dirty="0">
                <a:ln>
                  <a:noFill/>
                </a:ln>
                <a:solidFill>
                  <a:schemeClr val="bg1"/>
                </a:solidFill>
                <a:effectLst/>
                <a:uLnTx/>
                <a:uFillTx/>
                <a:latin typeface="Segoe UI Semibold"/>
                <a:ea typeface="+mn-ea"/>
                <a:cs typeface="+mn-cs"/>
              </a:rPr>
              <a:t> of integration points</a:t>
            </a:r>
          </a:p>
          <a:p>
            <a:pPr marL="285750" marR="0" lvl="0" indent="-285750" defTabSz="932472"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800" kern="0" dirty="0">
                <a:solidFill>
                  <a:schemeClr val="bg1"/>
                </a:solidFill>
                <a:latin typeface="Segoe UI Semibold"/>
                <a:ea typeface="+mn-ea"/>
                <a:cs typeface="+mn-cs"/>
              </a:rPr>
              <a:t>Very technical</a:t>
            </a:r>
          </a:p>
          <a:p>
            <a:pPr marL="285750" marR="0" lvl="0" indent="-285750" defTabSz="932472"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800" b="0" i="0" u="none" strike="noStrike" kern="0" cap="none" spc="0" normalizeH="0" noProof="0" dirty="0">
                <a:ln>
                  <a:noFill/>
                </a:ln>
                <a:solidFill>
                  <a:schemeClr val="bg1"/>
                </a:solidFill>
                <a:effectLst/>
                <a:uLnTx/>
                <a:uFillTx/>
                <a:latin typeface="Segoe UI Semibold"/>
                <a:ea typeface="+mn-ea"/>
                <a:cs typeface="+mn-cs"/>
              </a:rPr>
              <a:t>No transformation</a:t>
            </a:r>
          </a:p>
          <a:p>
            <a:pPr marR="0" lvl="0" defTabSz="932472" eaLnBrk="1" fontAlgn="base" latinLnBrk="0" hangingPunct="1">
              <a:lnSpc>
                <a:spcPct val="100000"/>
              </a:lnSpc>
              <a:spcBef>
                <a:spcPct val="0"/>
              </a:spcBef>
              <a:spcAft>
                <a:spcPct val="0"/>
              </a:spcAft>
              <a:buClrTx/>
              <a:buSzTx/>
              <a:tabLst/>
              <a:defRPr/>
            </a:pPr>
            <a:endParaRPr kumimoji="0" lang="en-US" sz="900" b="0" i="0" u="none" strike="noStrike" kern="0" cap="none" spc="0" normalizeH="0" noProof="0" dirty="0">
              <a:ln>
                <a:noFill/>
              </a:ln>
              <a:solidFill>
                <a:schemeClr val="bg1"/>
              </a:solidFill>
              <a:effectLst/>
              <a:uLnTx/>
              <a:uFillTx/>
              <a:latin typeface="Segoe UI Semibold"/>
              <a:ea typeface="+mn-ea"/>
              <a:cs typeface="+mn-cs"/>
            </a:endParaRP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chemeClr val="bg1"/>
              </a:solidFill>
              <a:effectLst/>
              <a:uLnTx/>
              <a:uFillTx/>
              <a:latin typeface="Segoe UI Semibold"/>
              <a:ea typeface="Segoe UI" pitchFamily="34" charset="0"/>
              <a:cs typeface="Segoe UI" pitchFamily="34" charset="0"/>
            </a:endParaRPr>
          </a:p>
        </p:txBody>
      </p:sp>
      <p:sp>
        <p:nvSpPr>
          <p:cNvPr id="8" name="Rectangle 7">
            <a:extLst>
              <a:ext uri="{FF2B5EF4-FFF2-40B4-BE49-F238E27FC236}">
                <a16:creationId xmlns:a16="http://schemas.microsoft.com/office/drawing/2014/main" id="{C262A69D-9EA9-6A95-B06C-7B94D123D589}"/>
              </a:ext>
            </a:extLst>
          </p:cNvPr>
          <p:cNvSpPr/>
          <p:nvPr/>
        </p:nvSpPr>
        <p:spPr bwMode="auto">
          <a:xfrm>
            <a:off x="9439573" y="3847292"/>
            <a:ext cx="2193335" cy="1967024"/>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chemeClr val="bg1"/>
                </a:solidFill>
                <a:effectLst/>
                <a:uLnTx/>
                <a:uFillTx/>
                <a:latin typeface="Segoe UI Semibold"/>
                <a:ea typeface="+mn-ea"/>
                <a:cs typeface="+mn-cs"/>
              </a:rPr>
              <a:t>Consume</a:t>
            </a:r>
          </a:p>
          <a:p>
            <a:pPr marL="0" marR="0" lvl="0" indent="0" algn="ctr" defTabSz="932472" eaLnBrk="1" fontAlgn="base" latinLnBrk="0" hangingPunct="1">
              <a:lnSpc>
                <a:spcPct val="100000"/>
              </a:lnSpc>
              <a:spcBef>
                <a:spcPct val="0"/>
              </a:spcBef>
              <a:spcAft>
                <a:spcPct val="0"/>
              </a:spcAft>
              <a:buClrTx/>
              <a:buSzTx/>
              <a:buFontTx/>
              <a:buNone/>
              <a:tabLst/>
              <a:defRPr/>
            </a:pPr>
            <a:endParaRPr lang="en-US" sz="1050" kern="0">
              <a:solidFill>
                <a:schemeClr val="bg1"/>
              </a:solidFill>
              <a:latin typeface="Segoe UI Semibold"/>
              <a:ea typeface="+mn-ea"/>
              <a:cs typeface="+mn-cs"/>
            </a:endParaRPr>
          </a:p>
          <a:p>
            <a:pPr lvl="0" defTabSz="932472" fontAlgn="base">
              <a:spcBef>
                <a:spcPct val="0"/>
              </a:spcBef>
              <a:spcAft>
                <a:spcPct val="0"/>
              </a:spcAft>
              <a:defRPr/>
            </a:pPr>
            <a:r>
              <a:rPr lang="en-US" sz="800" kern="0">
                <a:solidFill>
                  <a:schemeClr val="bg1"/>
                </a:solidFill>
                <a:latin typeface="Segoe UI Semibold"/>
              </a:rPr>
              <a:t>Characteristics</a:t>
            </a:r>
          </a:p>
          <a:p>
            <a:pPr marL="285750" lvl="0" indent="-285750" defTabSz="932472" fontAlgn="base">
              <a:spcBef>
                <a:spcPct val="0"/>
              </a:spcBef>
              <a:spcAft>
                <a:spcPct val="0"/>
              </a:spcAft>
              <a:buFont typeface="Arial" panose="020B0604020202020204" pitchFamily="34" charset="0"/>
              <a:buChar char="•"/>
              <a:defRPr/>
            </a:pPr>
            <a:r>
              <a:rPr lang="en-US" sz="800" kern="0">
                <a:solidFill>
                  <a:schemeClr val="bg1"/>
                </a:solidFill>
                <a:latin typeface="Segoe UI Semibold"/>
              </a:rPr>
              <a:t>End user tools</a:t>
            </a:r>
          </a:p>
          <a:p>
            <a:pPr marL="285750" lvl="0" indent="-285750" defTabSz="932472" fontAlgn="base">
              <a:spcBef>
                <a:spcPct val="0"/>
              </a:spcBef>
              <a:spcAft>
                <a:spcPct val="0"/>
              </a:spcAft>
              <a:buFont typeface="Arial" panose="020B0604020202020204" pitchFamily="34" charset="0"/>
              <a:buChar char="•"/>
              <a:defRPr/>
            </a:pPr>
            <a:r>
              <a:rPr lang="en-US" sz="800" kern="0">
                <a:solidFill>
                  <a:schemeClr val="bg1"/>
                </a:solidFill>
                <a:latin typeface="Segoe UI Semibold"/>
              </a:rPr>
              <a:t>Business Intelligence</a:t>
            </a:r>
          </a:p>
          <a:p>
            <a:pPr marL="285750" lvl="0" indent="-285750" defTabSz="932472" fontAlgn="base">
              <a:spcBef>
                <a:spcPct val="0"/>
              </a:spcBef>
              <a:spcAft>
                <a:spcPct val="0"/>
              </a:spcAft>
              <a:buFont typeface="Arial" panose="020B0604020202020204" pitchFamily="34" charset="0"/>
              <a:buChar char="•"/>
              <a:defRPr/>
            </a:pPr>
            <a:r>
              <a:rPr lang="en-US" sz="800" kern="0">
                <a:solidFill>
                  <a:schemeClr val="bg1"/>
                </a:solidFill>
                <a:latin typeface="Segoe UI Semibold"/>
              </a:rPr>
              <a:t>Reporting</a:t>
            </a:r>
          </a:p>
          <a:p>
            <a:pPr marL="285750" lvl="0" indent="-285750" defTabSz="932472" fontAlgn="base">
              <a:spcBef>
                <a:spcPct val="0"/>
              </a:spcBef>
              <a:spcAft>
                <a:spcPct val="0"/>
              </a:spcAft>
              <a:buFont typeface="Arial" panose="020B0604020202020204" pitchFamily="34" charset="0"/>
              <a:buChar char="•"/>
              <a:defRPr/>
            </a:pPr>
            <a:r>
              <a:rPr lang="en-US" sz="800" kern="0">
                <a:solidFill>
                  <a:schemeClr val="bg1"/>
                </a:solidFill>
                <a:latin typeface="Segoe UI Semibold"/>
              </a:rPr>
              <a:t>Machine Learning</a:t>
            </a:r>
          </a:p>
          <a:p>
            <a:pPr marL="285750" lvl="0" indent="-285750" defTabSz="932472" fontAlgn="base">
              <a:spcBef>
                <a:spcPct val="0"/>
              </a:spcBef>
              <a:spcAft>
                <a:spcPct val="0"/>
              </a:spcAft>
              <a:buFont typeface="Arial" panose="020B0604020202020204" pitchFamily="34" charset="0"/>
              <a:buChar char="•"/>
              <a:defRPr/>
            </a:pPr>
            <a:r>
              <a:rPr lang="en-US" sz="800" kern="0">
                <a:solidFill>
                  <a:schemeClr val="bg1"/>
                </a:solidFill>
                <a:latin typeface="Segoe UI Semibold"/>
              </a:rPr>
              <a:t>Artificial Intelligence</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da-DK" sz="1050" b="0" i="0" u="none" strike="noStrike" kern="0" cap="none" spc="0" normalizeH="0" baseline="0" noProof="0" err="1">
              <a:ln>
                <a:noFill/>
              </a:ln>
              <a:solidFill>
                <a:schemeClr val="bg1"/>
              </a:solidFill>
              <a:effectLst/>
              <a:uLnTx/>
              <a:uFillTx/>
              <a:latin typeface="Segoe UI Semibold"/>
              <a:ea typeface="Segoe UI" pitchFamily="34" charset="0"/>
              <a:cs typeface="Segoe UI" pitchFamily="34" charset="0"/>
            </a:endParaRPr>
          </a:p>
        </p:txBody>
      </p:sp>
      <p:sp>
        <p:nvSpPr>
          <p:cNvPr id="85" name="Rectangle 84">
            <a:extLst>
              <a:ext uri="{FF2B5EF4-FFF2-40B4-BE49-F238E27FC236}">
                <a16:creationId xmlns:a16="http://schemas.microsoft.com/office/drawing/2014/main" id="{FFE7FBD8-252E-8FF6-D2C0-E7E853AF172F}"/>
              </a:ext>
            </a:extLst>
          </p:cNvPr>
          <p:cNvSpPr/>
          <p:nvPr/>
        </p:nvSpPr>
        <p:spPr bwMode="auto">
          <a:xfrm>
            <a:off x="6759250" y="3847292"/>
            <a:ext cx="2403955" cy="1967024"/>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chemeClr val="bg1"/>
                </a:solidFill>
                <a:effectLst/>
                <a:uLnTx/>
                <a:uFillTx/>
                <a:latin typeface="Segoe UI Semibold"/>
                <a:ea typeface="+mn-ea"/>
                <a:cs typeface="+mn-cs"/>
              </a:rPr>
              <a:t>Publish/gold</a:t>
            </a:r>
          </a:p>
          <a:p>
            <a:pPr marL="0" marR="0" lvl="0" indent="0" algn="ctr" defTabSz="932472" eaLnBrk="1" fontAlgn="base" latinLnBrk="0" hangingPunct="1">
              <a:lnSpc>
                <a:spcPct val="100000"/>
              </a:lnSpc>
              <a:spcBef>
                <a:spcPct val="0"/>
              </a:spcBef>
              <a:spcAft>
                <a:spcPct val="0"/>
              </a:spcAft>
              <a:buClrTx/>
              <a:buSzTx/>
              <a:buFontTx/>
              <a:buNone/>
              <a:tabLst/>
              <a:defRPr/>
            </a:pPr>
            <a:endParaRPr lang="en-US" sz="1050" kern="0" dirty="0">
              <a:solidFill>
                <a:schemeClr val="bg1"/>
              </a:solidFill>
              <a:latin typeface="Segoe UI Semibold"/>
              <a:ea typeface="+mn-ea"/>
              <a:cs typeface="+mn-cs"/>
            </a:endParaRPr>
          </a:p>
          <a:p>
            <a:pPr lvl="0" defTabSz="932472" fontAlgn="base">
              <a:spcBef>
                <a:spcPct val="0"/>
              </a:spcBef>
              <a:spcAft>
                <a:spcPct val="0"/>
              </a:spcAft>
              <a:defRPr/>
            </a:pPr>
            <a:r>
              <a:rPr lang="en-US" sz="800" kern="0" dirty="0">
                <a:solidFill>
                  <a:schemeClr val="bg1"/>
                </a:solidFill>
                <a:latin typeface="Segoe UI Semibold"/>
              </a:rPr>
              <a:t>Characteristics</a:t>
            </a:r>
          </a:p>
          <a:p>
            <a:pPr marL="285750" lvl="0" indent="-285750" defTabSz="932472" fontAlgn="base">
              <a:spcBef>
                <a:spcPct val="0"/>
              </a:spcBef>
              <a:spcAft>
                <a:spcPct val="0"/>
              </a:spcAft>
              <a:buFont typeface="Arial" panose="020B0604020202020204" pitchFamily="34" charset="0"/>
              <a:buChar char="•"/>
              <a:defRPr/>
            </a:pPr>
            <a:r>
              <a:rPr lang="en-US" sz="800" kern="0" dirty="0">
                <a:solidFill>
                  <a:schemeClr val="bg1"/>
                </a:solidFill>
                <a:latin typeface="Segoe UI Semibold"/>
              </a:rPr>
              <a:t>Business useable datasets</a:t>
            </a:r>
          </a:p>
          <a:p>
            <a:pPr marL="285750" lvl="0" indent="-285750" defTabSz="932472" fontAlgn="base">
              <a:spcBef>
                <a:spcPct val="0"/>
              </a:spcBef>
              <a:spcAft>
                <a:spcPct val="0"/>
              </a:spcAft>
              <a:buFont typeface="Arial" panose="020B0604020202020204" pitchFamily="34" charset="0"/>
              <a:buChar char="•"/>
              <a:defRPr/>
            </a:pPr>
            <a:r>
              <a:rPr lang="en-US" sz="800" kern="0" dirty="0">
                <a:solidFill>
                  <a:schemeClr val="bg1"/>
                </a:solidFill>
                <a:latin typeface="Segoe UI Semibold"/>
              </a:rPr>
              <a:t>Datasets placed in whatever suitable technology for the end usage</a:t>
            </a:r>
          </a:p>
          <a:p>
            <a:pPr marL="285750" lvl="0" indent="-285750" defTabSz="932472" fontAlgn="base">
              <a:spcBef>
                <a:spcPct val="0"/>
              </a:spcBef>
              <a:spcAft>
                <a:spcPct val="0"/>
              </a:spcAft>
              <a:buFont typeface="Arial" panose="020B0604020202020204" pitchFamily="34" charset="0"/>
              <a:buChar char="•"/>
              <a:defRPr/>
            </a:pPr>
            <a:r>
              <a:rPr lang="en-US" sz="800" kern="0" dirty="0">
                <a:solidFill>
                  <a:schemeClr val="bg1"/>
                </a:solidFill>
                <a:latin typeface="Segoe UI Semibold"/>
              </a:rPr>
              <a:t>“Lives” as long as being used</a:t>
            </a:r>
          </a:p>
          <a:p>
            <a:pPr marL="285750" lvl="0" indent="-285750" defTabSz="932472" fontAlgn="base">
              <a:spcBef>
                <a:spcPct val="0"/>
              </a:spcBef>
              <a:spcAft>
                <a:spcPct val="0"/>
              </a:spcAft>
              <a:buFont typeface="Arial" panose="020B0604020202020204" pitchFamily="34" charset="0"/>
              <a:buChar char="•"/>
              <a:defRPr/>
            </a:pPr>
            <a:r>
              <a:rPr lang="en-US" sz="800" kern="0" dirty="0">
                <a:solidFill>
                  <a:schemeClr val="bg1"/>
                </a:solidFill>
                <a:latin typeface="Segoe UI Semibold"/>
              </a:rPr>
              <a:t>Can be recreated (by self-service)</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da-DK" sz="1050" b="0" i="0" u="none" strike="noStrike" kern="0" cap="none" spc="0" normalizeH="0" baseline="0" noProof="0" dirty="0">
              <a:ln>
                <a:noFill/>
              </a:ln>
              <a:solidFill>
                <a:schemeClr val="bg1"/>
              </a:solidFill>
              <a:effectLst/>
              <a:uLnTx/>
              <a:uFillTx/>
              <a:latin typeface="Segoe UI Semibold"/>
              <a:ea typeface="Segoe UI" pitchFamily="34" charset="0"/>
              <a:cs typeface="Segoe UI" pitchFamily="34" charset="0"/>
            </a:endParaRPr>
          </a:p>
        </p:txBody>
      </p:sp>
      <p:sp>
        <p:nvSpPr>
          <p:cNvPr id="6" name="Rectangle 5">
            <a:extLst>
              <a:ext uri="{FF2B5EF4-FFF2-40B4-BE49-F238E27FC236}">
                <a16:creationId xmlns:a16="http://schemas.microsoft.com/office/drawing/2014/main" id="{3FFE29EB-B558-583A-F2FB-47320DC52E64}"/>
              </a:ext>
            </a:extLst>
          </p:cNvPr>
          <p:cNvSpPr/>
          <p:nvPr/>
        </p:nvSpPr>
        <p:spPr bwMode="auto">
          <a:xfrm>
            <a:off x="4078928" y="3847292"/>
            <a:ext cx="2403955" cy="1967024"/>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chemeClr val="bg1"/>
                </a:solidFill>
                <a:effectLst/>
                <a:uLnTx/>
                <a:uFillTx/>
                <a:latin typeface="Segoe UI Semibold"/>
                <a:ea typeface="+mn-ea"/>
                <a:cs typeface="+mn-cs"/>
              </a:rPr>
              <a:t>Transform/silver</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chemeClr val="bg1"/>
              </a:solidFill>
              <a:effectLst/>
              <a:uLnTx/>
              <a:uFillTx/>
              <a:latin typeface="Segoe UI Semibold"/>
              <a:ea typeface="+mn-ea"/>
              <a:cs typeface="+mn-cs"/>
            </a:endParaRPr>
          </a:p>
          <a:p>
            <a:pPr lvl="0" defTabSz="932472" fontAlgn="base">
              <a:spcBef>
                <a:spcPct val="0"/>
              </a:spcBef>
              <a:spcAft>
                <a:spcPct val="0"/>
              </a:spcAft>
              <a:defRPr/>
            </a:pPr>
            <a:r>
              <a:rPr lang="en-US" sz="800" kern="0" dirty="0">
                <a:solidFill>
                  <a:schemeClr val="bg1"/>
                </a:solidFill>
                <a:latin typeface="Segoe UI Semibold"/>
              </a:rPr>
              <a:t>Characteristics</a:t>
            </a:r>
          </a:p>
          <a:p>
            <a:pPr marL="285750" lvl="0" indent="-285750" defTabSz="932472" fontAlgn="base">
              <a:spcBef>
                <a:spcPct val="0"/>
              </a:spcBef>
              <a:spcAft>
                <a:spcPct val="0"/>
              </a:spcAft>
              <a:buFont typeface="Arial" panose="020B0604020202020204" pitchFamily="34" charset="0"/>
              <a:buChar char="•"/>
              <a:defRPr/>
            </a:pPr>
            <a:r>
              <a:rPr lang="en-US" sz="800" kern="0" dirty="0">
                <a:solidFill>
                  <a:schemeClr val="bg1"/>
                </a:solidFill>
                <a:latin typeface="Segoe UI Semibold"/>
              </a:rPr>
              <a:t>Technical usable data</a:t>
            </a:r>
          </a:p>
          <a:p>
            <a:pPr marL="285750" lvl="0" indent="-285750" defTabSz="932472" fontAlgn="base">
              <a:spcBef>
                <a:spcPct val="0"/>
              </a:spcBef>
              <a:spcAft>
                <a:spcPct val="0"/>
              </a:spcAft>
              <a:buFont typeface="Arial" panose="020B0604020202020204" pitchFamily="34" charset="0"/>
              <a:buChar char="•"/>
              <a:defRPr/>
            </a:pPr>
            <a:r>
              <a:rPr lang="en-US" sz="800" kern="0" dirty="0">
                <a:solidFill>
                  <a:schemeClr val="bg1"/>
                </a:solidFill>
                <a:latin typeface="Segoe UI Semibold"/>
              </a:rPr>
              <a:t>Getting data from ingest layer - only</a:t>
            </a:r>
          </a:p>
          <a:p>
            <a:pPr marL="285750" lvl="0" indent="-285750" defTabSz="932472" fontAlgn="base">
              <a:spcBef>
                <a:spcPct val="0"/>
              </a:spcBef>
              <a:spcAft>
                <a:spcPct val="0"/>
              </a:spcAft>
              <a:buFont typeface="Arial" panose="020B0604020202020204" pitchFamily="34" charset="0"/>
              <a:buChar char="•"/>
              <a:defRPr/>
            </a:pPr>
            <a:r>
              <a:rPr lang="en-US" sz="800" kern="0" dirty="0">
                <a:solidFill>
                  <a:schemeClr val="bg1"/>
                </a:solidFill>
                <a:latin typeface="Segoe UI Semibold"/>
              </a:rPr>
              <a:t>Very technical</a:t>
            </a:r>
          </a:p>
          <a:p>
            <a:pPr marL="285750" lvl="0" indent="-285750" defTabSz="932472" fontAlgn="base">
              <a:spcBef>
                <a:spcPct val="0"/>
              </a:spcBef>
              <a:spcAft>
                <a:spcPct val="0"/>
              </a:spcAft>
              <a:buFont typeface="Arial" panose="020B0604020202020204" pitchFamily="34" charset="0"/>
              <a:buChar char="•"/>
              <a:defRPr/>
            </a:pPr>
            <a:r>
              <a:rPr lang="en-US" sz="800" kern="0" dirty="0">
                <a:solidFill>
                  <a:schemeClr val="bg1"/>
                </a:solidFill>
                <a:latin typeface="Segoe UI Semibold"/>
              </a:rPr>
              <a:t>Place for technical transformations</a:t>
            </a:r>
          </a:p>
          <a:p>
            <a:pPr marL="285750" lvl="0" indent="-285750" defTabSz="932472" fontAlgn="base">
              <a:spcBef>
                <a:spcPct val="0"/>
              </a:spcBef>
              <a:spcAft>
                <a:spcPct val="0"/>
              </a:spcAft>
              <a:buFont typeface="Arial" panose="020B0604020202020204" pitchFamily="34" charset="0"/>
              <a:buChar char="•"/>
              <a:defRPr/>
            </a:pPr>
            <a:r>
              <a:rPr lang="en-US" sz="800" kern="0" dirty="0">
                <a:solidFill>
                  <a:schemeClr val="bg1"/>
                </a:solidFill>
                <a:latin typeface="Segoe UI Semibold"/>
              </a:rPr>
              <a:t>Adhere to company chosen standards</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da-DK" sz="1050" b="0" i="0" u="none" strike="noStrike" kern="0" cap="none" spc="0" normalizeH="0" baseline="0" noProof="0" dirty="0">
              <a:ln>
                <a:noFill/>
              </a:ln>
              <a:solidFill>
                <a:schemeClr val="bg1"/>
              </a:solidFill>
              <a:effectLst/>
              <a:uLnTx/>
              <a:uFillTx/>
              <a:latin typeface="Segoe UI Semibold"/>
              <a:ea typeface="Segoe UI" pitchFamily="34" charset="0"/>
              <a:cs typeface="Segoe UI" pitchFamily="34" charset="0"/>
            </a:endParaRPr>
          </a:p>
        </p:txBody>
      </p:sp>
      <p:sp>
        <p:nvSpPr>
          <p:cNvPr id="5" name="Rectangle 4">
            <a:extLst>
              <a:ext uri="{FF2B5EF4-FFF2-40B4-BE49-F238E27FC236}">
                <a16:creationId xmlns:a16="http://schemas.microsoft.com/office/drawing/2014/main" id="{7DBA1887-0132-6B35-5404-7508E7FFB75B}"/>
              </a:ext>
            </a:extLst>
          </p:cNvPr>
          <p:cNvSpPr/>
          <p:nvPr/>
        </p:nvSpPr>
        <p:spPr bwMode="auto">
          <a:xfrm>
            <a:off x="517904" y="5112358"/>
            <a:ext cx="848441" cy="635474"/>
          </a:xfrm>
          <a:prstGeom prst="rect">
            <a:avLst/>
          </a:prstGeom>
          <a:solidFill>
            <a:srgbClr val="00B050"/>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32472" fontAlgn="base">
              <a:spcBef>
                <a:spcPct val="0"/>
              </a:spcBef>
              <a:spcAft>
                <a:spcPct val="0"/>
              </a:spcAft>
            </a:pPr>
            <a:r>
              <a:rPr lang="da-DK" sz="900" dirty="0">
                <a:solidFill>
                  <a:schemeClr val="bg1"/>
                </a:solidFill>
                <a:ea typeface="Segoe UI" pitchFamily="34" charset="0"/>
                <a:cs typeface="Segoe UI" pitchFamily="34" charset="0"/>
              </a:rPr>
              <a:t>Source systems</a:t>
            </a:r>
          </a:p>
          <a:p>
            <a:pPr algn="ctr" defTabSz="932472" fontAlgn="base">
              <a:spcBef>
                <a:spcPct val="0"/>
              </a:spcBef>
              <a:spcAft>
                <a:spcPct val="0"/>
              </a:spcAft>
            </a:pPr>
            <a:endParaRPr lang="da-DK" sz="900" dirty="0">
              <a:solidFill>
                <a:schemeClr val="bg1"/>
              </a:solidFill>
              <a:ea typeface="Segoe UI" pitchFamily="34" charset="0"/>
              <a:cs typeface="Segoe UI" pitchFamily="34" charset="0"/>
            </a:endParaRPr>
          </a:p>
          <a:p>
            <a:pPr algn="ctr" defTabSz="932472" fontAlgn="base">
              <a:spcBef>
                <a:spcPct val="0"/>
              </a:spcBef>
              <a:spcAft>
                <a:spcPct val="0"/>
              </a:spcAft>
            </a:pPr>
            <a:r>
              <a:rPr lang="da-DK" sz="900" dirty="0">
                <a:solidFill>
                  <a:schemeClr val="bg1"/>
                </a:solidFill>
                <a:ea typeface="Segoe UI" pitchFamily="34" charset="0"/>
                <a:cs typeface="Segoe UI" pitchFamily="34" charset="0"/>
              </a:rPr>
              <a:t>Batch</a:t>
            </a:r>
          </a:p>
        </p:txBody>
      </p:sp>
      <p:sp>
        <p:nvSpPr>
          <p:cNvPr id="17" name="Rectangle 16">
            <a:extLst>
              <a:ext uri="{FF2B5EF4-FFF2-40B4-BE49-F238E27FC236}">
                <a16:creationId xmlns:a16="http://schemas.microsoft.com/office/drawing/2014/main" id="{438058F5-A528-F0F6-79A9-F6E1BE49FFD8}"/>
              </a:ext>
            </a:extLst>
          </p:cNvPr>
          <p:cNvSpPr/>
          <p:nvPr/>
        </p:nvSpPr>
        <p:spPr bwMode="auto">
          <a:xfrm>
            <a:off x="506090" y="4020312"/>
            <a:ext cx="848441" cy="864364"/>
          </a:xfrm>
          <a:prstGeom prst="rect">
            <a:avLst/>
          </a:prstGeom>
          <a:solidFill>
            <a:srgbClr val="00B050"/>
          </a:solid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32472" fontAlgn="base">
              <a:spcBef>
                <a:spcPct val="0"/>
              </a:spcBef>
              <a:spcAft>
                <a:spcPct val="0"/>
              </a:spcAft>
            </a:pPr>
            <a:r>
              <a:rPr lang="da-DK" sz="900" dirty="0">
                <a:solidFill>
                  <a:schemeClr val="bg1"/>
                </a:solidFill>
                <a:ea typeface="Segoe UI" pitchFamily="34" charset="0"/>
                <a:cs typeface="Segoe UI" pitchFamily="34" charset="0"/>
              </a:rPr>
              <a:t>Source systems</a:t>
            </a:r>
          </a:p>
          <a:p>
            <a:pPr algn="ctr" defTabSz="932472" fontAlgn="base">
              <a:spcBef>
                <a:spcPct val="0"/>
              </a:spcBef>
              <a:spcAft>
                <a:spcPct val="0"/>
              </a:spcAft>
            </a:pPr>
            <a:endParaRPr lang="da-DK" sz="900" dirty="0">
              <a:solidFill>
                <a:schemeClr val="bg1"/>
              </a:solidFill>
              <a:ea typeface="Segoe UI" pitchFamily="34" charset="0"/>
              <a:cs typeface="Segoe UI" pitchFamily="34" charset="0"/>
            </a:endParaRPr>
          </a:p>
          <a:p>
            <a:pPr algn="ctr" defTabSz="932472" fontAlgn="base">
              <a:spcBef>
                <a:spcPct val="0"/>
              </a:spcBef>
              <a:spcAft>
                <a:spcPct val="0"/>
              </a:spcAft>
            </a:pPr>
            <a:r>
              <a:rPr lang="da-DK" sz="900" dirty="0">
                <a:solidFill>
                  <a:schemeClr val="bg1"/>
                </a:solidFill>
                <a:ea typeface="Segoe UI" pitchFamily="34" charset="0"/>
                <a:cs typeface="Segoe UI" pitchFamily="34" charset="0"/>
              </a:rPr>
              <a:t>Streaming/events</a:t>
            </a:r>
          </a:p>
        </p:txBody>
      </p:sp>
      <p:grpSp>
        <p:nvGrpSpPr>
          <p:cNvPr id="25" name="Group 24">
            <a:extLst>
              <a:ext uri="{FF2B5EF4-FFF2-40B4-BE49-F238E27FC236}">
                <a16:creationId xmlns:a16="http://schemas.microsoft.com/office/drawing/2014/main" id="{B0E5AB07-AA23-4F83-8431-CBC5C0C76C78}"/>
              </a:ext>
            </a:extLst>
          </p:cNvPr>
          <p:cNvGrpSpPr/>
          <p:nvPr/>
        </p:nvGrpSpPr>
        <p:grpSpPr>
          <a:xfrm>
            <a:off x="1751727" y="6048240"/>
            <a:ext cx="9881179" cy="329184"/>
            <a:chOff x="1651471" y="6028551"/>
            <a:chExt cx="9217776" cy="558801"/>
          </a:xfrm>
        </p:grpSpPr>
        <p:sp>
          <p:nvSpPr>
            <p:cNvPr id="3" name="Rectangle 2">
              <a:extLst>
                <a:ext uri="{FF2B5EF4-FFF2-40B4-BE49-F238E27FC236}">
                  <a16:creationId xmlns:a16="http://schemas.microsoft.com/office/drawing/2014/main" id="{86BC6DBE-ED4F-9CD6-FC3B-46AAB1083E0C}"/>
                </a:ext>
              </a:extLst>
            </p:cNvPr>
            <p:cNvSpPr/>
            <p:nvPr/>
          </p:nvSpPr>
          <p:spPr bwMode="auto">
            <a:xfrm>
              <a:off x="1651471" y="6028551"/>
              <a:ext cx="9217776" cy="558801"/>
            </a:xfrm>
            <a:prstGeom prst="rect">
              <a:avLst/>
            </a:prstGeom>
            <a:solidFill>
              <a:srgbClr val="F3F3F3"/>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defRPr/>
              </a:pPr>
              <a:r>
                <a:rPr kumimoji="0" lang="en-US" sz="900" b="0" i="0" u="none" strike="noStrike" kern="0" cap="none" spc="0" normalizeH="0" baseline="0">
                  <a:ln>
                    <a:noFill/>
                  </a:ln>
                  <a:solidFill>
                    <a:schemeClr val="bg1"/>
                  </a:solidFill>
                  <a:effectLst/>
                  <a:uLnTx/>
                  <a:uFillTx/>
                  <a:latin typeface="Segoe UI Semibold"/>
                  <a:ea typeface="+mn-ea"/>
                  <a:cs typeface="Segoe UI" pitchFamily="34" charset="0"/>
                </a:rPr>
                <a:t>Supporting</a:t>
              </a:r>
              <a:r>
                <a:rPr kumimoji="0" lang="en-US" sz="900" b="0" i="0" u="none" strike="noStrike" kern="0" cap="none" spc="0" normalizeH="0">
                  <a:ln>
                    <a:noFill/>
                  </a:ln>
                  <a:solidFill>
                    <a:schemeClr val="bg1"/>
                  </a:solidFill>
                  <a:effectLst/>
                  <a:uLnTx/>
                  <a:uFillTx/>
                  <a:latin typeface="Segoe UI Semibold"/>
                  <a:ea typeface="+mn-ea"/>
                  <a:cs typeface="Segoe UI" pitchFamily="34" charset="0"/>
                </a:rPr>
                <a:t> Data </a:t>
              </a:r>
              <a:r>
                <a:rPr kumimoji="0" lang="en-US" sz="900" b="0" i="0" u="none" strike="noStrike" kern="0" cap="none" spc="0" normalizeH="0" baseline="0">
                  <a:ln>
                    <a:noFill/>
                  </a:ln>
                  <a:solidFill>
                    <a:schemeClr val="bg1"/>
                  </a:solidFill>
                  <a:effectLst/>
                  <a:uLnTx/>
                  <a:uFillTx/>
                  <a:latin typeface="Segoe UI Semibold"/>
                  <a:ea typeface="+mn-ea"/>
                  <a:cs typeface="Segoe UI" pitchFamily="34" charset="0"/>
                </a:rPr>
                <a:t>Services</a:t>
              </a:r>
            </a:p>
          </p:txBody>
        </p:sp>
        <p:sp>
          <p:nvSpPr>
            <p:cNvPr id="185" name="TextBox 184">
              <a:extLst>
                <a:ext uri="{FF2B5EF4-FFF2-40B4-BE49-F238E27FC236}">
                  <a16:creationId xmlns:a16="http://schemas.microsoft.com/office/drawing/2014/main" id="{F062540E-06BB-E053-7E09-EE2F83A26421}"/>
                </a:ext>
              </a:extLst>
            </p:cNvPr>
            <p:cNvSpPr txBox="1"/>
            <p:nvPr/>
          </p:nvSpPr>
          <p:spPr>
            <a:xfrm>
              <a:off x="3346685" y="6178543"/>
              <a:ext cx="7141335" cy="365723"/>
            </a:xfrm>
            <a:prstGeom prst="rect">
              <a:avLst/>
            </a:prstGeom>
            <a:noFill/>
          </p:spPr>
          <p:txBody>
            <a:bodyPr wrap="square">
              <a:spAutoFit/>
            </a:bodyPr>
            <a:lstStyle/>
            <a:p>
              <a:pPr algn="ctr"/>
              <a:r>
                <a:rPr lang="en-US" sz="800" b="0" i="0">
                  <a:solidFill>
                    <a:schemeClr val="bg1"/>
                  </a:solidFill>
                  <a:effectLst/>
                  <a:latin typeface="+mj-lt"/>
                </a:rPr>
                <a:t>Data Catalog | Common Data Model  |  Data Discovery  |  Data Lineage  </a:t>
              </a:r>
              <a:r>
                <a:rPr lang="en-US" sz="800">
                  <a:solidFill>
                    <a:schemeClr val="bg1"/>
                  </a:solidFill>
                  <a:latin typeface="+mj-lt"/>
                </a:rPr>
                <a:t>|  </a:t>
              </a:r>
              <a:r>
                <a:rPr lang="en-US" sz="800" b="0" i="0">
                  <a:solidFill>
                    <a:schemeClr val="bg1"/>
                  </a:solidFill>
                  <a:effectLst/>
                  <a:latin typeface="+mj-lt"/>
                </a:rPr>
                <a:t>Data Governance  |  Master Data</a:t>
              </a:r>
              <a:endParaRPr lang="en-US" sz="800">
                <a:solidFill>
                  <a:schemeClr val="bg1"/>
                </a:solidFill>
                <a:latin typeface="+mj-lt"/>
              </a:endParaRPr>
            </a:p>
          </p:txBody>
        </p:sp>
      </p:grpSp>
      <p:sp>
        <p:nvSpPr>
          <p:cNvPr id="10" name="Arrow: Right 9">
            <a:extLst>
              <a:ext uri="{FF2B5EF4-FFF2-40B4-BE49-F238E27FC236}">
                <a16:creationId xmlns:a16="http://schemas.microsoft.com/office/drawing/2014/main" id="{4303F2AB-7E92-B55F-396E-9FF94479BEA8}"/>
              </a:ext>
            </a:extLst>
          </p:cNvPr>
          <p:cNvSpPr/>
          <p:nvPr/>
        </p:nvSpPr>
        <p:spPr>
          <a:xfrm>
            <a:off x="1375481" y="4298288"/>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sz="1050">
              <a:solidFill>
                <a:schemeClr val="bg1"/>
              </a:solidFill>
            </a:endParaRPr>
          </a:p>
        </p:txBody>
      </p:sp>
      <p:sp>
        <p:nvSpPr>
          <p:cNvPr id="11" name="Arrow: Right 10">
            <a:extLst>
              <a:ext uri="{FF2B5EF4-FFF2-40B4-BE49-F238E27FC236}">
                <a16:creationId xmlns:a16="http://schemas.microsoft.com/office/drawing/2014/main" id="{5BA34460-4A99-3FB8-6114-D81152E67A9E}"/>
              </a:ext>
            </a:extLst>
          </p:cNvPr>
          <p:cNvSpPr/>
          <p:nvPr/>
        </p:nvSpPr>
        <p:spPr>
          <a:xfrm>
            <a:off x="1373086" y="5234632"/>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sz="1050">
              <a:solidFill>
                <a:schemeClr val="bg1"/>
              </a:solidFill>
            </a:endParaRPr>
          </a:p>
        </p:txBody>
      </p:sp>
      <p:sp>
        <p:nvSpPr>
          <p:cNvPr id="12" name="Arrow: Right 11">
            <a:extLst>
              <a:ext uri="{FF2B5EF4-FFF2-40B4-BE49-F238E27FC236}">
                <a16:creationId xmlns:a16="http://schemas.microsoft.com/office/drawing/2014/main" id="{696FFFD8-701C-015E-CED1-9728C5091043}"/>
              </a:ext>
            </a:extLst>
          </p:cNvPr>
          <p:cNvSpPr/>
          <p:nvPr/>
        </p:nvSpPr>
        <p:spPr>
          <a:xfrm>
            <a:off x="3748053" y="4783174"/>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sz="1050">
              <a:solidFill>
                <a:schemeClr val="bg1"/>
              </a:solidFill>
            </a:endParaRPr>
          </a:p>
        </p:txBody>
      </p:sp>
      <p:sp>
        <p:nvSpPr>
          <p:cNvPr id="13" name="Arrow: Right 12">
            <a:extLst>
              <a:ext uri="{FF2B5EF4-FFF2-40B4-BE49-F238E27FC236}">
                <a16:creationId xmlns:a16="http://schemas.microsoft.com/office/drawing/2014/main" id="{8C6A4231-4851-1CF1-A0D2-58FD8D77891E}"/>
              </a:ext>
            </a:extLst>
          </p:cNvPr>
          <p:cNvSpPr/>
          <p:nvPr/>
        </p:nvSpPr>
        <p:spPr>
          <a:xfrm>
            <a:off x="6373868" y="4752722"/>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sz="1050">
              <a:solidFill>
                <a:schemeClr val="bg1"/>
              </a:solidFill>
            </a:endParaRPr>
          </a:p>
        </p:txBody>
      </p:sp>
      <p:sp>
        <p:nvSpPr>
          <p:cNvPr id="14" name="Arrow: Right 13">
            <a:extLst>
              <a:ext uri="{FF2B5EF4-FFF2-40B4-BE49-F238E27FC236}">
                <a16:creationId xmlns:a16="http://schemas.microsoft.com/office/drawing/2014/main" id="{7458EC5D-72B3-0218-B7BC-51C97A6C0871}"/>
              </a:ext>
            </a:extLst>
          </p:cNvPr>
          <p:cNvSpPr/>
          <p:nvPr/>
        </p:nvSpPr>
        <p:spPr>
          <a:xfrm>
            <a:off x="9108698" y="4752722"/>
            <a:ext cx="385382" cy="32918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sz="1050">
              <a:solidFill>
                <a:schemeClr val="bg1"/>
              </a:solidFill>
            </a:endParaRPr>
          </a:p>
        </p:txBody>
      </p:sp>
      <p:sp>
        <p:nvSpPr>
          <p:cNvPr id="15" name="TextBox 14">
            <a:extLst>
              <a:ext uri="{FF2B5EF4-FFF2-40B4-BE49-F238E27FC236}">
                <a16:creationId xmlns:a16="http://schemas.microsoft.com/office/drawing/2014/main" id="{B8DBE6DB-D6EF-0B54-84F1-D9AD4175DDF7}"/>
              </a:ext>
            </a:extLst>
          </p:cNvPr>
          <p:cNvSpPr txBox="1"/>
          <p:nvPr/>
        </p:nvSpPr>
        <p:spPr>
          <a:xfrm>
            <a:off x="2445963" y="5399224"/>
            <a:ext cx="476412" cy="261610"/>
          </a:xfrm>
          <a:prstGeom prst="rect">
            <a:avLst/>
          </a:prstGeom>
          <a:noFill/>
        </p:spPr>
        <p:txBody>
          <a:bodyPr wrap="none" rtlCol="0">
            <a:spAutoFit/>
          </a:bodyPr>
          <a:lstStyle/>
          <a:p>
            <a:r>
              <a:rPr lang="en-GB" sz="1050" dirty="0">
                <a:solidFill>
                  <a:schemeClr val="bg1"/>
                </a:solidFill>
              </a:rPr>
              <a:t>Data</a:t>
            </a:r>
            <a:endParaRPr lang="en-DK" sz="1050" dirty="0">
              <a:solidFill>
                <a:schemeClr val="bg1"/>
              </a:solidFill>
            </a:endParaRPr>
          </a:p>
        </p:txBody>
      </p:sp>
      <p:sp>
        <p:nvSpPr>
          <p:cNvPr id="16" name="TextBox 15">
            <a:extLst>
              <a:ext uri="{FF2B5EF4-FFF2-40B4-BE49-F238E27FC236}">
                <a16:creationId xmlns:a16="http://schemas.microsoft.com/office/drawing/2014/main" id="{12A4F075-9101-8844-2B39-1019ACE19C5F}"/>
              </a:ext>
            </a:extLst>
          </p:cNvPr>
          <p:cNvSpPr txBox="1"/>
          <p:nvPr/>
        </p:nvSpPr>
        <p:spPr>
          <a:xfrm>
            <a:off x="4949725" y="5399224"/>
            <a:ext cx="476412" cy="261610"/>
          </a:xfrm>
          <a:prstGeom prst="rect">
            <a:avLst/>
          </a:prstGeom>
          <a:noFill/>
        </p:spPr>
        <p:txBody>
          <a:bodyPr wrap="none" rtlCol="0">
            <a:spAutoFit/>
          </a:bodyPr>
          <a:lstStyle/>
          <a:p>
            <a:r>
              <a:rPr lang="en-GB" sz="1050" dirty="0">
                <a:solidFill>
                  <a:schemeClr val="bg1"/>
                </a:solidFill>
              </a:rPr>
              <a:t>Data</a:t>
            </a:r>
            <a:endParaRPr lang="en-DK" sz="1050" dirty="0">
              <a:solidFill>
                <a:schemeClr val="bg1"/>
              </a:solidFill>
            </a:endParaRPr>
          </a:p>
        </p:txBody>
      </p:sp>
      <p:sp>
        <p:nvSpPr>
          <p:cNvPr id="18" name="TextBox 17">
            <a:extLst>
              <a:ext uri="{FF2B5EF4-FFF2-40B4-BE49-F238E27FC236}">
                <a16:creationId xmlns:a16="http://schemas.microsoft.com/office/drawing/2014/main" id="{71E39520-2C45-8420-533F-4419765DF7C1}"/>
              </a:ext>
            </a:extLst>
          </p:cNvPr>
          <p:cNvSpPr txBox="1"/>
          <p:nvPr/>
        </p:nvSpPr>
        <p:spPr>
          <a:xfrm>
            <a:off x="7419700" y="5399224"/>
            <a:ext cx="692818" cy="253916"/>
          </a:xfrm>
          <a:prstGeom prst="rect">
            <a:avLst/>
          </a:prstGeom>
          <a:noFill/>
        </p:spPr>
        <p:txBody>
          <a:bodyPr wrap="none" rtlCol="0">
            <a:spAutoFit/>
          </a:bodyPr>
          <a:lstStyle/>
          <a:p>
            <a:r>
              <a:rPr lang="en-GB" sz="1050" dirty="0">
                <a:solidFill>
                  <a:schemeClr val="bg1"/>
                </a:solidFill>
              </a:rPr>
              <a:t>Datasets</a:t>
            </a:r>
            <a:endParaRPr lang="en-DK" sz="1050" dirty="0">
              <a:solidFill>
                <a:schemeClr val="bg1"/>
              </a:solidFill>
            </a:endParaRPr>
          </a:p>
        </p:txBody>
      </p:sp>
      <p:sp>
        <p:nvSpPr>
          <p:cNvPr id="19" name="TextBox 18">
            <a:extLst>
              <a:ext uri="{FF2B5EF4-FFF2-40B4-BE49-F238E27FC236}">
                <a16:creationId xmlns:a16="http://schemas.microsoft.com/office/drawing/2014/main" id="{0C86FFFB-5D7F-47E4-C5C1-DE70B45CF857}"/>
              </a:ext>
            </a:extLst>
          </p:cNvPr>
          <p:cNvSpPr txBox="1"/>
          <p:nvPr/>
        </p:nvSpPr>
        <p:spPr>
          <a:xfrm>
            <a:off x="9994713" y="5399224"/>
            <a:ext cx="692818" cy="253916"/>
          </a:xfrm>
          <a:prstGeom prst="rect">
            <a:avLst/>
          </a:prstGeom>
          <a:noFill/>
        </p:spPr>
        <p:txBody>
          <a:bodyPr wrap="none" rtlCol="0">
            <a:spAutoFit/>
          </a:bodyPr>
          <a:lstStyle/>
          <a:p>
            <a:r>
              <a:rPr lang="en-GB" sz="1050" dirty="0">
                <a:solidFill>
                  <a:schemeClr val="bg1"/>
                </a:solidFill>
              </a:rPr>
              <a:t>Datasets</a:t>
            </a:r>
            <a:endParaRPr lang="en-DK" sz="1050" dirty="0">
              <a:solidFill>
                <a:schemeClr val="bg1"/>
              </a:solidFill>
            </a:endParaRPr>
          </a:p>
        </p:txBody>
      </p:sp>
      <p:sp>
        <p:nvSpPr>
          <p:cNvPr id="2" name="Rectangle 1">
            <a:extLst>
              <a:ext uri="{FF2B5EF4-FFF2-40B4-BE49-F238E27FC236}">
                <a16:creationId xmlns:a16="http://schemas.microsoft.com/office/drawing/2014/main" id="{5C7B6847-B9C4-82E1-EA45-A25384BD851D}"/>
              </a:ext>
            </a:extLst>
          </p:cNvPr>
          <p:cNvSpPr/>
          <p:nvPr/>
        </p:nvSpPr>
        <p:spPr>
          <a:xfrm>
            <a:off x="1751727" y="940526"/>
            <a:ext cx="2050834" cy="2906766"/>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Ingest model</a:t>
            </a:r>
          </a:p>
          <a:p>
            <a:pPr algn="ctr"/>
            <a:endParaRPr lang="en-GB" dirty="0">
              <a:solidFill>
                <a:schemeClr val="bg1"/>
              </a:solidFill>
            </a:endParaRPr>
          </a:p>
          <a:p>
            <a:r>
              <a:rPr lang="en-GB" sz="1400" dirty="0">
                <a:solidFill>
                  <a:schemeClr val="bg1"/>
                </a:solidFill>
              </a:rPr>
              <a:t>Type: Tabel model</a:t>
            </a:r>
          </a:p>
          <a:p>
            <a:r>
              <a:rPr lang="en-GB" sz="1400" dirty="0">
                <a:solidFill>
                  <a:schemeClr val="bg1"/>
                </a:solidFill>
              </a:rPr>
              <a:t>Description:</a:t>
            </a:r>
          </a:p>
          <a:p>
            <a:r>
              <a:rPr lang="en-GB" sz="1400" dirty="0">
                <a:solidFill>
                  <a:schemeClr val="bg1"/>
                </a:solidFill>
              </a:rPr>
              <a:t>Outcome: Good/bad records</a:t>
            </a:r>
          </a:p>
        </p:txBody>
      </p:sp>
      <p:sp>
        <p:nvSpPr>
          <p:cNvPr id="7" name="Rectangle 6">
            <a:extLst>
              <a:ext uri="{FF2B5EF4-FFF2-40B4-BE49-F238E27FC236}">
                <a16:creationId xmlns:a16="http://schemas.microsoft.com/office/drawing/2014/main" id="{1DFB455C-6A65-A66D-BB18-F0209726CBD5}"/>
              </a:ext>
            </a:extLst>
          </p:cNvPr>
          <p:cNvSpPr/>
          <p:nvPr/>
        </p:nvSpPr>
        <p:spPr>
          <a:xfrm>
            <a:off x="4081269" y="922113"/>
            <a:ext cx="2401613" cy="2906766"/>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Transform model</a:t>
            </a:r>
          </a:p>
          <a:p>
            <a:endParaRPr lang="en-GB" dirty="0">
              <a:solidFill>
                <a:schemeClr val="bg1"/>
              </a:solidFill>
            </a:endParaRPr>
          </a:p>
          <a:p>
            <a:r>
              <a:rPr lang="en-GB" sz="1400" dirty="0">
                <a:solidFill>
                  <a:schemeClr val="bg1"/>
                </a:solidFill>
              </a:rPr>
              <a:t>Type: Aligned Tabel model</a:t>
            </a:r>
          </a:p>
          <a:p>
            <a:r>
              <a:rPr lang="en-GB" sz="1400" dirty="0">
                <a:solidFill>
                  <a:schemeClr val="bg1"/>
                </a:solidFill>
              </a:rPr>
              <a:t>Description</a:t>
            </a:r>
          </a:p>
          <a:p>
            <a:r>
              <a:rPr lang="en-GB" sz="1400" dirty="0">
                <a:solidFill>
                  <a:schemeClr val="bg1"/>
                </a:solidFill>
              </a:rPr>
              <a:t>Outcome: Easy to join structures</a:t>
            </a:r>
            <a:endParaRPr lang="en-DK" sz="1400" dirty="0">
              <a:solidFill>
                <a:schemeClr val="bg1"/>
              </a:solidFill>
            </a:endParaRPr>
          </a:p>
        </p:txBody>
      </p:sp>
      <p:sp>
        <p:nvSpPr>
          <p:cNvPr id="9" name="Rectangle 8">
            <a:extLst>
              <a:ext uri="{FF2B5EF4-FFF2-40B4-BE49-F238E27FC236}">
                <a16:creationId xmlns:a16="http://schemas.microsoft.com/office/drawing/2014/main" id="{CF5B9B57-0B5A-663B-FF6B-524A92866AC0}"/>
              </a:ext>
            </a:extLst>
          </p:cNvPr>
          <p:cNvSpPr/>
          <p:nvPr/>
        </p:nvSpPr>
        <p:spPr>
          <a:xfrm>
            <a:off x="6759250" y="922113"/>
            <a:ext cx="2401613" cy="2906766"/>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Publish Model</a:t>
            </a:r>
          </a:p>
          <a:p>
            <a:pPr algn="ctr"/>
            <a:endParaRPr lang="en-GB" dirty="0">
              <a:solidFill>
                <a:schemeClr val="bg1"/>
              </a:solidFill>
            </a:endParaRPr>
          </a:p>
          <a:p>
            <a:r>
              <a:rPr lang="en-GB" sz="1400" dirty="0">
                <a:solidFill>
                  <a:schemeClr val="bg1"/>
                </a:solidFill>
              </a:rPr>
              <a:t>Type: Dimensional Model</a:t>
            </a:r>
          </a:p>
          <a:p>
            <a:r>
              <a:rPr lang="en-GB" sz="1400" dirty="0">
                <a:solidFill>
                  <a:schemeClr val="bg1"/>
                </a:solidFill>
              </a:rPr>
              <a:t>Description:</a:t>
            </a:r>
          </a:p>
          <a:p>
            <a:r>
              <a:rPr lang="en-GB" sz="1400" dirty="0">
                <a:solidFill>
                  <a:schemeClr val="bg1"/>
                </a:solidFill>
              </a:rPr>
              <a:t>Outcome: Data Products aligned with business needs</a:t>
            </a:r>
            <a:endParaRPr lang="en-DK" sz="1400" dirty="0">
              <a:solidFill>
                <a:schemeClr val="bg1"/>
              </a:solidFill>
            </a:endParaRPr>
          </a:p>
        </p:txBody>
      </p:sp>
      <p:sp>
        <p:nvSpPr>
          <p:cNvPr id="20" name="Rectangle 19">
            <a:extLst>
              <a:ext uri="{FF2B5EF4-FFF2-40B4-BE49-F238E27FC236}">
                <a16:creationId xmlns:a16="http://schemas.microsoft.com/office/drawing/2014/main" id="{9A7025CE-5D49-70CE-12CB-F87BB4F76739}"/>
              </a:ext>
            </a:extLst>
          </p:cNvPr>
          <p:cNvSpPr/>
          <p:nvPr/>
        </p:nvSpPr>
        <p:spPr>
          <a:xfrm>
            <a:off x="9437232" y="922113"/>
            <a:ext cx="2193336" cy="2906766"/>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Consume model</a:t>
            </a:r>
          </a:p>
          <a:p>
            <a:pPr algn="ctr"/>
            <a:endParaRPr lang="en-GB" dirty="0">
              <a:solidFill>
                <a:schemeClr val="bg1"/>
              </a:solidFill>
            </a:endParaRPr>
          </a:p>
          <a:p>
            <a:r>
              <a:rPr lang="en-GB" sz="1400" dirty="0">
                <a:solidFill>
                  <a:schemeClr val="bg1"/>
                </a:solidFill>
              </a:rPr>
              <a:t>Type : Data Products</a:t>
            </a:r>
          </a:p>
          <a:p>
            <a:r>
              <a:rPr lang="en-GB" sz="1400" dirty="0">
                <a:solidFill>
                  <a:schemeClr val="bg1"/>
                </a:solidFill>
              </a:rPr>
              <a:t>Description :</a:t>
            </a:r>
          </a:p>
          <a:p>
            <a:r>
              <a:rPr lang="en-GB" sz="1400" dirty="0">
                <a:solidFill>
                  <a:schemeClr val="bg1"/>
                </a:solidFill>
              </a:rPr>
              <a:t>Outcome: Business focused documentation</a:t>
            </a:r>
            <a:endParaRPr lang="en-DK" sz="1400" dirty="0">
              <a:solidFill>
                <a:schemeClr val="bg1"/>
              </a:solidFill>
            </a:endParaRPr>
          </a:p>
        </p:txBody>
      </p:sp>
    </p:spTree>
    <p:extLst>
      <p:ext uri="{BB962C8B-B14F-4D97-AF65-F5344CB8AC3E}">
        <p14:creationId xmlns:p14="http://schemas.microsoft.com/office/powerpoint/2010/main" val="72714483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5"/>
                                        </p:tgtEl>
                                        <p:attrNameLst>
                                          <p:attrName>style.visibility</p:attrName>
                                        </p:attrNameLst>
                                      </p:cBhvr>
                                      <p:to>
                                        <p:strVal val="visible"/>
                                      </p:to>
                                    </p:set>
                                    <p:animEffect transition="in" filter="fade">
                                      <p:cBhvr>
                                        <p:cTn id="17" dur="500"/>
                                        <p:tgtEl>
                                          <p:spTgt spid="8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ppt_x"/>
                                          </p:val>
                                        </p:tav>
                                        <p:tav tm="100000">
                                          <p:val>
                                            <p:strVal val="#ppt_x"/>
                                          </p:val>
                                        </p:tav>
                                      </p:tavLst>
                                    </p:anim>
                                    <p:anim calcmode="lin" valueType="num">
                                      <p:cBhvr additive="base">
                                        <p:cTn id="2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85" grpId="0" animBg="1"/>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3">
            <a:extLst>
              <a:ext uri="{FF2B5EF4-FFF2-40B4-BE49-F238E27FC236}">
                <a16:creationId xmlns:a16="http://schemas.microsoft.com/office/drawing/2014/main" id="{C45D4362-0571-EE6E-4549-044A596911A7}"/>
              </a:ext>
            </a:extLst>
          </p:cNvPr>
          <p:cNvGraphicFramePr>
            <a:graphicFrameLocks noGrp="1"/>
          </p:cNvGraphicFramePr>
          <p:nvPr>
            <p:ph sz="quarter" idx="4294967295"/>
            <p:extLst>
              <p:ext uri="{D42A27DB-BD31-4B8C-83A1-F6EECF244321}">
                <p14:modId xmlns:p14="http://schemas.microsoft.com/office/powerpoint/2010/main" val="3775325488"/>
              </p:ext>
            </p:extLst>
          </p:nvPr>
        </p:nvGraphicFramePr>
        <p:xfrm>
          <a:off x="898525" y="1027113"/>
          <a:ext cx="9793287" cy="5033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13178813"/>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90"/>
        <p:cNvGrpSpPr/>
        <p:nvPr/>
      </p:nvGrpSpPr>
      <p:grpSpPr>
        <a:xfrm>
          <a:off x="0" y="0"/>
          <a:ext cx="0" cy="0"/>
          <a:chOff x="0" y="0"/>
          <a:chExt cx="0" cy="0"/>
        </a:xfrm>
      </p:grpSpPr>
      <p:sp>
        <p:nvSpPr>
          <p:cNvPr id="6" name="Rounded Rectangle 64" descr="AI safety and security encompass the Copilot stack">
            <a:extLst>
              <a:ext uri="{FF2B5EF4-FFF2-40B4-BE49-F238E27FC236}">
                <a16:creationId xmlns:a16="http://schemas.microsoft.com/office/drawing/2014/main" id="{851B4EFD-5E6A-9387-5ADE-C4AA083C5464}"/>
              </a:ext>
              <a:ext uri="{C183D7F6-B498-43B3-948B-1728B52AA6E4}">
                <adec:decorative xmlns:adec="http://schemas.microsoft.com/office/drawing/2017/decorative" val="0"/>
              </a:ext>
            </a:extLst>
          </p:cNvPr>
          <p:cNvSpPr/>
          <p:nvPr/>
        </p:nvSpPr>
        <p:spPr bwMode="auto">
          <a:xfrm>
            <a:off x="1039318" y="1452547"/>
            <a:ext cx="10113364" cy="3952906"/>
          </a:xfrm>
          <a:prstGeom prst="roundRect">
            <a:avLst>
              <a:gd name="adj" fmla="val 2222"/>
            </a:avLst>
          </a:prstGeom>
          <a:noFill/>
          <a:ln w="19050" cap="rnd">
            <a:gradFill flip="none" rotWithShape="1">
              <a:gsLst>
                <a:gs pos="52000">
                  <a:srgbClr val="0078D4"/>
                </a:gs>
                <a:gs pos="100000">
                  <a:srgbClr val="C03BC4"/>
                </a:gs>
              </a:gsLst>
              <a:lin ang="3000000" scaled="0"/>
              <a:tileRect/>
            </a:gradFill>
            <a:headEnd type="none" w="med" len="med"/>
            <a:tailEnd type="none" w="med" len="med"/>
          </a:ln>
          <a:effectLst>
            <a:outerShdw blurRad="63500" dist="127000" dir="2700000" algn="tl" rotWithShape="0">
              <a:srgbClr val="000000">
                <a:alpha val="5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ctr" anchorCtr="0" forceAA="0" compatLnSpc="1">
            <a:prstTxWarp prst="textNoShape">
              <a:avLst/>
            </a:prstTxWarp>
            <a:noAutofit/>
          </a:bodyPr>
          <a:lstStyle/>
          <a:p>
            <a:pPr marL="0" marR="0" lvl="0" indent="0" algn="ctr" defTabSz="811670" rtl="0" eaLnBrk="1" fontAlgn="auto" latinLnBrk="0" hangingPunct="1">
              <a:lnSpc>
                <a:spcPct val="100000"/>
              </a:lnSpc>
              <a:spcBef>
                <a:spcPts val="174"/>
              </a:spcBef>
              <a:spcAft>
                <a:spcPts val="0"/>
              </a:spcAft>
              <a:buClrTx/>
              <a:buSzTx/>
              <a:buFontTx/>
              <a:buNone/>
              <a:tabLst/>
              <a:defRPr/>
            </a:pPr>
            <a:endParaRPr kumimoji="0" lang="en-US" sz="2400" b="0" i="0" u="none" strike="noStrike" kern="1200" cap="none" spc="0" normalizeH="0" baseline="0" noProof="0">
              <a:ln>
                <a:noFill/>
              </a:ln>
              <a:gradFill>
                <a:gsLst>
                  <a:gs pos="41958">
                    <a:srgbClr val="FFFFFF"/>
                  </a:gs>
                  <a:gs pos="63000">
                    <a:srgbClr val="FFFFFF"/>
                  </a:gs>
                </a:gsLst>
                <a:lin ang="0" scaled="0"/>
              </a:gradFill>
              <a:effectLst/>
              <a:uLnTx/>
              <a:uFillTx/>
              <a:latin typeface="Segoe UI Semibold"/>
              <a:ea typeface="+mn-ea"/>
              <a:cs typeface="+mn-cs"/>
            </a:endParaRPr>
          </a:p>
        </p:txBody>
      </p:sp>
      <p:cxnSp>
        <p:nvCxnSpPr>
          <p:cNvPr id="8" name="Straight Connector 7">
            <a:extLst>
              <a:ext uri="{FF2B5EF4-FFF2-40B4-BE49-F238E27FC236}">
                <a16:creationId xmlns:a16="http://schemas.microsoft.com/office/drawing/2014/main" id="{286EFDB9-BA68-745E-748B-54E92FFFDD95}"/>
              </a:ext>
              <a:ext uri="{C183D7F6-B498-43B3-948B-1728B52AA6E4}">
                <adec:decorative xmlns:adec="http://schemas.microsoft.com/office/drawing/2017/decorative" val="1"/>
              </a:ext>
            </a:extLst>
          </p:cNvPr>
          <p:cNvCxnSpPr/>
          <p:nvPr/>
        </p:nvCxnSpPr>
        <p:spPr>
          <a:xfrm>
            <a:off x="3567660" y="2172201"/>
            <a:ext cx="0" cy="2753669"/>
          </a:xfrm>
          <a:prstGeom prst="line">
            <a:avLst/>
          </a:prstGeom>
          <a:noFill/>
          <a:ln w="19050">
            <a:solidFill>
              <a:srgbClr val="2E404B"/>
            </a:solidFill>
            <a:headEnd type="none" w="med" len="med"/>
            <a:tailEnd type="none" w="med" len="med"/>
          </a:ln>
          <a:effectLst>
            <a:outerShdw blurRad="63500" dist="127000" dir="2700000" algn="tl"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cxnSp>
      <p:cxnSp>
        <p:nvCxnSpPr>
          <p:cNvPr id="9" name="Straight Connector 8">
            <a:extLst>
              <a:ext uri="{FF2B5EF4-FFF2-40B4-BE49-F238E27FC236}">
                <a16:creationId xmlns:a16="http://schemas.microsoft.com/office/drawing/2014/main" id="{9970995B-07E6-FC24-4F8E-E19B313188D9}"/>
              </a:ext>
              <a:ext uri="{C183D7F6-B498-43B3-948B-1728B52AA6E4}">
                <adec:decorative xmlns:adec="http://schemas.microsoft.com/office/drawing/2017/decorative" val="1"/>
              </a:ext>
            </a:extLst>
          </p:cNvPr>
          <p:cNvCxnSpPr/>
          <p:nvPr/>
        </p:nvCxnSpPr>
        <p:spPr>
          <a:xfrm>
            <a:off x="6096002" y="2172201"/>
            <a:ext cx="0" cy="2753669"/>
          </a:xfrm>
          <a:prstGeom prst="line">
            <a:avLst/>
          </a:prstGeom>
          <a:noFill/>
          <a:ln w="19050">
            <a:solidFill>
              <a:srgbClr val="2E404B"/>
            </a:solidFill>
            <a:headEnd type="none" w="med" len="med"/>
            <a:tailEnd type="none" w="med" len="med"/>
          </a:ln>
          <a:effectLst>
            <a:outerShdw blurRad="63500" dist="127000" dir="2700000" algn="tl"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cxnSp>
      <p:cxnSp>
        <p:nvCxnSpPr>
          <p:cNvPr id="10" name="Straight Connector 9">
            <a:extLst>
              <a:ext uri="{FF2B5EF4-FFF2-40B4-BE49-F238E27FC236}">
                <a16:creationId xmlns:a16="http://schemas.microsoft.com/office/drawing/2014/main" id="{D4C4FA6C-C5FE-7423-2635-165A501E7A83}"/>
              </a:ext>
              <a:ext uri="{C183D7F6-B498-43B3-948B-1728B52AA6E4}">
                <adec:decorative xmlns:adec="http://schemas.microsoft.com/office/drawing/2017/decorative" val="1"/>
              </a:ext>
            </a:extLst>
          </p:cNvPr>
          <p:cNvCxnSpPr/>
          <p:nvPr/>
        </p:nvCxnSpPr>
        <p:spPr>
          <a:xfrm>
            <a:off x="8624344" y="2172201"/>
            <a:ext cx="0" cy="2753669"/>
          </a:xfrm>
          <a:prstGeom prst="line">
            <a:avLst/>
          </a:prstGeom>
          <a:noFill/>
          <a:ln w="19050">
            <a:solidFill>
              <a:srgbClr val="2E404B"/>
            </a:solidFill>
            <a:headEnd type="none" w="med" len="med"/>
            <a:tailEnd type="none" w="med" len="med"/>
          </a:ln>
          <a:effectLst>
            <a:outerShdw blurRad="63500" dist="127000" dir="2700000" algn="tl"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cxnSp>
      <p:sp>
        <p:nvSpPr>
          <p:cNvPr id="13" name="Google Shape;3000;p241">
            <a:extLst>
              <a:ext uri="{FF2B5EF4-FFF2-40B4-BE49-F238E27FC236}">
                <a16:creationId xmlns:a16="http://schemas.microsoft.com/office/drawing/2014/main" id="{81A92297-2CB3-5277-EE68-D1D618E96DF7}"/>
              </a:ext>
            </a:extLst>
          </p:cNvPr>
          <p:cNvSpPr txBox="1"/>
          <p:nvPr/>
        </p:nvSpPr>
        <p:spPr>
          <a:xfrm>
            <a:off x="1354114" y="2982817"/>
            <a:ext cx="1898750" cy="738456"/>
          </a:xfrm>
          <a:prstGeom prst="rect">
            <a:avLst/>
          </a:prstGeom>
          <a:noFill/>
          <a:ln>
            <a:noFill/>
          </a:ln>
        </p:spPr>
        <p:txBody>
          <a:bodyPr spcFirstLastPara="1" wrap="square" lIns="121747" tIns="60857" rIns="121747" bIns="60857" anchor="t" anchorCtr="0">
            <a:spAutoFit/>
          </a:bodyPr>
          <a:lstStyle/>
          <a:p>
            <a:pPr marL="0" marR="0" lvl="0" indent="0" algn="ctr" defTabSz="914165" rtl="0" eaLnBrk="1" fontAlgn="auto" latinLnBrk="0" hangingPunct="1">
              <a:lnSpc>
                <a:spcPct val="100000"/>
              </a:lnSpc>
              <a:spcBef>
                <a:spcPts val="0"/>
              </a:spcBef>
              <a:spcAft>
                <a:spcPts val="0"/>
              </a:spcAft>
              <a:buClr>
                <a:srgbClr val="FFFFFF"/>
              </a:buClr>
              <a:buSzPts val="1600"/>
              <a:buFontTx/>
              <a:buNone/>
              <a:tabLst/>
              <a:defRPr/>
            </a:pPr>
            <a:r>
              <a:rPr kumimoji="0" lang="en-US" sz="20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Your data </a:t>
            </a:r>
            <a:r>
              <a:rPr kumimoji="0" lang="en-US" sz="1999" b="1" i="0" u="none" strike="noStrike" kern="1200" cap="none" spc="0" normalizeH="0" baseline="0" noProof="0">
                <a:ln w="3175">
                  <a:noFill/>
                </a:ln>
                <a:solidFill>
                  <a:srgbClr val="000000"/>
                </a:solidFill>
                <a:effectLst/>
                <a:uLnTx/>
                <a:uFillTx/>
                <a:latin typeface="Segoe UI Semibold"/>
                <a:ea typeface="+mj-lt"/>
                <a:cs typeface="Segoe UI Semibold"/>
              </a:rPr>
              <a:t>is your data</a:t>
            </a:r>
          </a:p>
        </p:txBody>
      </p:sp>
      <p:sp>
        <p:nvSpPr>
          <p:cNvPr id="14" name="Google Shape;3000;p241">
            <a:extLst>
              <a:ext uri="{FF2B5EF4-FFF2-40B4-BE49-F238E27FC236}">
                <a16:creationId xmlns:a16="http://schemas.microsoft.com/office/drawing/2014/main" id="{FC24C630-830F-C6AB-9D10-2779EB74F000}"/>
              </a:ext>
            </a:extLst>
          </p:cNvPr>
          <p:cNvSpPr txBox="1"/>
          <p:nvPr/>
        </p:nvSpPr>
        <p:spPr>
          <a:xfrm>
            <a:off x="3882456" y="2982817"/>
            <a:ext cx="1898750" cy="1661785"/>
          </a:xfrm>
          <a:prstGeom prst="rect">
            <a:avLst/>
          </a:prstGeom>
          <a:noFill/>
          <a:ln>
            <a:noFill/>
          </a:ln>
        </p:spPr>
        <p:txBody>
          <a:bodyPr spcFirstLastPara="1" wrap="square" lIns="121747" tIns="60857" rIns="121747" bIns="60857" anchor="t" anchorCtr="0">
            <a:spAutoFit/>
          </a:bodyPr>
          <a:lstStyle/>
          <a:p>
            <a:pPr marL="0" marR="0" lvl="0" indent="0" algn="ctr" defTabSz="914165" rtl="0" eaLnBrk="1" fontAlgn="auto" latinLnBrk="0" hangingPunct="1">
              <a:lnSpc>
                <a:spcPct val="100000"/>
              </a:lnSpc>
              <a:spcBef>
                <a:spcPts val="0"/>
              </a:spcBef>
              <a:spcAft>
                <a:spcPts val="0"/>
              </a:spcAft>
              <a:buClr>
                <a:srgbClr val="FFFFFF"/>
              </a:buClr>
              <a:buSzPts val="1600"/>
              <a:buFontTx/>
              <a:buNone/>
              <a:tabLst/>
              <a:defRPr/>
            </a:pPr>
            <a:r>
              <a:rPr kumimoji="0" lang="en-US" sz="20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Your data </a:t>
            </a:r>
            <a:r>
              <a:rPr kumimoji="0" lang="en-US" sz="1999" b="1" i="0" u="none" strike="noStrike" kern="1200" cap="none" spc="0" normalizeH="0" baseline="0" noProof="0">
                <a:ln w="3175">
                  <a:noFill/>
                </a:ln>
                <a:solidFill>
                  <a:srgbClr val="000000"/>
                </a:solidFill>
                <a:effectLst/>
                <a:uLnTx/>
                <a:uFillTx/>
                <a:latin typeface="Segoe UI Semibold"/>
                <a:ea typeface="+mj-lt"/>
                <a:cs typeface="Segoe UI Semibold"/>
              </a:rPr>
              <a:t>is not used</a:t>
            </a:r>
            <a:r>
              <a:rPr kumimoji="0" lang="en-US" sz="20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 to train or enrich foundation </a:t>
            </a:r>
          </a:p>
          <a:p>
            <a:pPr marL="0" marR="0" lvl="0" indent="0" algn="ctr" defTabSz="914165" rtl="0" eaLnBrk="1" fontAlgn="auto" latinLnBrk="0" hangingPunct="1">
              <a:lnSpc>
                <a:spcPct val="100000"/>
              </a:lnSpc>
              <a:spcBef>
                <a:spcPts val="0"/>
              </a:spcBef>
              <a:spcAft>
                <a:spcPts val="0"/>
              </a:spcAft>
              <a:buClr>
                <a:srgbClr val="FFFFFF"/>
              </a:buClr>
              <a:buSzPts val="1600"/>
              <a:buFontTx/>
              <a:buNone/>
              <a:tabLst/>
              <a:defRPr/>
            </a:pPr>
            <a:r>
              <a:rPr kumimoji="0" lang="en-US" sz="20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AI models</a:t>
            </a:r>
          </a:p>
        </p:txBody>
      </p:sp>
      <p:sp>
        <p:nvSpPr>
          <p:cNvPr id="15" name="Google Shape;3000;p241">
            <a:extLst>
              <a:ext uri="{FF2B5EF4-FFF2-40B4-BE49-F238E27FC236}">
                <a16:creationId xmlns:a16="http://schemas.microsoft.com/office/drawing/2014/main" id="{FA09F1D2-66C2-4BB3-FD03-13820566EA52}"/>
              </a:ext>
            </a:extLst>
          </p:cNvPr>
          <p:cNvSpPr txBox="1"/>
          <p:nvPr/>
        </p:nvSpPr>
        <p:spPr>
          <a:xfrm>
            <a:off x="6410798" y="2982817"/>
            <a:ext cx="1898750" cy="1354009"/>
          </a:xfrm>
          <a:prstGeom prst="rect">
            <a:avLst/>
          </a:prstGeom>
          <a:noFill/>
          <a:ln>
            <a:noFill/>
          </a:ln>
        </p:spPr>
        <p:txBody>
          <a:bodyPr spcFirstLastPara="1" wrap="square" lIns="121747" tIns="60857" rIns="121747" bIns="60857" anchor="t" anchorCtr="0">
            <a:spAutoFit/>
          </a:bodyPr>
          <a:lstStyle/>
          <a:p>
            <a:pPr marL="0" marR="0" lvl="0" indent="0" algn="ctr" defTabSz="914165" rtl="0" eaLnBrk="1" fontAlgn="auto" latinLnBrk="0" hangingPunct="1">
              <a:lnSpc>
                <a:spcPct val="100000"/>
              </a:lnSpc>
              <a:spcBef>
                <a:spcPts val="0"/>
              </a:spcBef>
              <a:spcAft>
                <a:spcPts val="0"/>
              </a:spcAft>
              <a:buClr>
                <a:srgbClr val="FFFFFF"/>
              </a:buClr>
              <a:buSzPts val="1600"/>
              <a:buFontTx/>
              <a:buNone/>
              <a:tabLst/>
              <a:defRPr/>
            </a:pPr>
            <a:r>
              <a:rPr kumimoji="0" lang="en-US" sz="20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Your data and AI models </a:t>
            </a:r>
            <a:r>
              <a:rPr kumimoji="0" lang="en-US" sz="1999" b="1" i="0" u="none" strike="noStrike" kern="1200" cap="none" spc="0" normalizeH="0" baseline="0" noProof="0">
                <a:ln w="3175">
                  <a:noFill/>
                </a:ln>
                <a:solidFill>
                  <a:srgbClr val="000000"/>
                </a:solidFill>
                <a:effectLst/>
                <a:uLnTx/>
                <a:uFillTx/>
                <a:latin typeface="Segoe UI Semibold"/>
                <a:ea typeface="+mj-lt"/>
                <a:cs typeface="Segoe UI Semibold"/>
              </a:rPr>
              <a:t>are protected </a:t>
            </a:r>
            <a:r>
              <a:rPr kumimoji="0" lang="en-US" sz="20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at every step</a:t>
            </a:r>
          </a:p>
        </p:txBody>
      </p:sp>
      <p:sp>
        <p:nvSpPr>
          <p:cNvPr id="16" name="Google Shape;3000;p241">
            <a:extLst>
              <a:ext uri="{FF2B5EF4-FFF2-40B4-BE49-F238E27FC236}">
                <a16:creationId xmlns:a16="http://schemas.microsoft.com/office/drawing/2014/main" id="{93102542-1AD4-7469-075F-E0968B929F04}"/>
              </a:ext>
            </a:extLst>
          </p:cNvPr>
          <p:cNvSpPr txBox="1"/>
          <p:nvPr/>
        </p:nvSpPr>
        <p:spPr>
          <a:xfrm>
            <a:off x="8939137" y="2982817"/>
            <a:ext cx="1898750" cy="1046232"/>
          </a:xfrm>
          <a:prstGeom prst="rect">
            <a:avLst/>
          </a:prstGeom>
          <a:noFill/>
          <a:ln>
            <a:noFill/>
          </a:ln>
        </p:spPr>
        <p:txBody>
          <a:bodyPr spcFirstLastPara="1" wrap="square" lIns="121747" tIns="60857" rIns="121747" bIns="60857" anchor="t" anchorCtr="0">
            <a:spAutoFit/>
          </a:bodyPr>
          <a:lstStyle/>
          <a:p>
            <a:pPr marL="0" marR="0" lvl="0" indent="0" algn="ctr" defTabSz="914165" rtl="0" eaLnBrk="1" fontAlgn="auto" latinLnBrk="0" hangingPunct="1">
              <a:lnSpc>
                <a:spcPct val="100000"/>
              </a:lnSpc>
              <a:spcBef>
                <a:spcPts val="0"/>
              </a:spcBef>
              <a:spcAft>
                <a:spcPts val="0"/>
              </a:spcAft>
              <a:buClr>
                <a:srgbClr val="FFFFFF"/>
              </a:buClr>
              <a:buSzPts val="1600"/>
              <a:buFontTx/>
              <a:buNone/>
              <a:tabLst/>
              <a:defRPr/>
            </a:pPr>
            <a:r>
              <a:rPr kumimoji="0" lang="en-US" sz="20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Our Customer Copyright </a:t>
            </a:r>
            <a:r>
              <a:rPr kumimoji="0" lang="en-US" sz="1999" b="1" i="0" u="none" strike="noStrike" kern="1200" cap="none" spc="0" normalizeH="0" baseline="0" noProof="0">
                <a:ln w="3175">
                  <a:noFill/>
                </a:ln>
                <a:solidFill>
                  <a:srgbClr val="000000"/>
                </a:solidFill>
                <a:effectLst/>
                <a:uLnTx/>
                <a:uFillTx/>
                <a:latin typeface="Segoe UI Semibold"/>
                <a:ea typeface="+mj-lt"/>
                <a:cs typeface="Segoe UI Semibold"/>
              </a:rPr>
              <a:t>Commitment</a:t>
            </a:r>
          </a:p>
        </p:txBody>
      </p:sp>
      <p:sp>
        <p:nvSpPr>
          <p:cNvPr id="18" name="Rounded Rectangle 62">
            <a:extLst>
              <a:ext uri="{FF2B5EF4-FFF2-40B4-BE49-F238E27FC236}">
                <a16:creationId xmlns:a16="http://schemas.microsoft.com/office/drawing/2014/main" id="{1D8BC96E-02A3-8C28-6483-388ADE98D094}"/>
              </a:ext>
            </a:extLst>
          </p:cNvPr>
          <p:cNvSpPr/>
          <p:nvPr/>
        </p:nvSpPr>
        <p:spPr bwMode="auto">
          <a:xfrm>
            <a:off x="2074398" y="2390662"/>
            <a:ext cx="458182" cy="459478"/>
          </a:xfrm>
          <a:prstGeom prst="roundRect">
            <a:avLst>
              <a:gd name="adj" fmla="val 50000"/>
            </a:avLst>
          </a:prstGeom>
          <a:gradFill>
            <a:gsLst>
              <a:gs pos="38000">
                <a:srgbClr val="7752CA"/>
              </a:gs>
              <a:gs pos="100000">
                <a:srgbClr val="49C5B1"/>
              </a:gs>
              <a:gs pos="0">
                <a:srgbClr val="C03BC4"/>
              </a:gs>
              <a:gs pos="67000">
                <a:srgbClr val="0078D4"/>
              </a:gs>
            </a:gsLst>
            <a:path path="circle">
              <a:fillToRect l="100000" t="100000"/>
            </a:path>
          </a:gradFill>
          <a:ln w="44450" cap="rnd" cmpd="sng" algn="ctr">
            <a:noFill/>
            <a:prstDash val="solid"/>
            <a:headEnd type="none" w="lg" len="med"/>
            <a:tailEnd type="none" w="lg" len="med"/>
          </a:ln>
          <a:effectLst>
            <a:outerShdw blurRad="63500" dist="127000" dir="2700000" algn="tl" rotWithShape="0">
              <a:srgbClr val="000000">
                <a:alpha val="50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19896" numCol="1" spcCol="0" rtlCol="0" fromWordArt="0" anchor="ctr" anchorCtr="0" forceAA="0" compatLnSpc="1">
            <a:prstTxWarp prst="textNoShape">
              <a:avLst/>
            </a:prstTxWarp>
            <a:noAutofit/>
          </a:bodyPr>
          <a:lstStyle/>
          <a:p>
            <a:pPr marL="0" marR="0" lvl="0" indent="0" algn="ctr" defTabSz="491019"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gradFill>
                  <a:gsLst>
                    <a:gs pos="14504">
                      <a:srgbClr val="FFFFFF"/>
                    </a:gs>
                    <a:gs pos="35115">
                      <a:srgbClr val="FFFFFF"/>
                    </a:gs>
                  </a:gsLst>
                  <a:path path="circle">
                    <a:fillToRect l="100000" t="100000"/>
                  </a:path>
                </a:gradFill>
                <a:effectLst/>
                <a:uLnTx/>
                <a:uFillTx/>
                <a:latin typeface="Segoe UI Semibold"/>
                <a:ea typeface="Open Sans" panose="020B0606030504020204" pitchFamily="34" charset="0"/>
                <a:cs typeface="Open Sans" panose="020B0606030504020204" pitchFamily="34" charset="0"/>
              </a:rPr>
              <a:t>1</a:t>
            </a:r>
          </a:p>
        </p:txBody>
      </p:sp>
      <p:sp>
        <p:nvSpPr>
          <p:cNvPr id="19" name="Rounded Rectangle 62">
            <a:extLst>
              <a:ext uri="{FF2B5EF4-FFF2-40B4-BE49-F238E27FC236}">
                <a16:creationId xmlns:a16="http://schemas.microsoft.com/office/drawing/2014/main" id="{6D54B691-FA57-881C-2E38-210C834FEF1C}"/>
              </a:ext>
            </a:extLst>
          </p:cNvPr>
          <p:cNvSpPr/>
          <p:nvPr/>
        </p:nvSpPr>
        <p:spPr bwMode="auto">
          <a:xfrm>
            <a:off x="4602740" y="2390662"/>
            <a:ext cx="458182" cy="459478"/>
          </a:xfrm>
          <a:prstGeom prst="roundRect">
            <a:avLst>
              <a:gd name="adj" fmla="val 50000"/>
            </a:avLst>
          </a:prstGeom>
          <a:gradFill>
            <a:gsLst>
              <a:gs pos="38000">
                <a:srgbClr val="7752CA"/>
              </a:gs>
              <a:gs pos="100000">
                <a:srgbClr val="49C5B1"/>
              </a:gs>
              <a:gs pos="0">
                <a:srgbClr val="C03BC4"/>
              </a:gs>
              <a:gs pos="67000">
                <a:srgbClr val="0078D4"/>
              </a:gs>
            </a:gsLst>
            <a:path path="circle">
              <a:fillToRect l="100000" t="100000"/>
            </a:path>
          </a:gradFill>
          <a:ln w="44450" cap="rnd" cmpd="sng" algn="ctr">
            <a:noFill/>
            <a:prstDash val="solid"/>
            <a:headEnd type="none" w="lg" len="med"/>
            <a:tailEnd type="none" w="lg" len="med"/>
          </a:ln>
          <a:effectLst>
            <a:outerShdw blurRad="63500" dist="127000" dir="2700000" algn="tl" rotWithShape="0">
              <a:srgbClr val="000000">
                <a:alpha val="50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19896" numCol="1" spcCol="0" rtlCol="0" fromWordArt="0" anchor="ctr" anchorCtr="0" forceAA="0" compatLnSpc="1">
            <a:prstTxWarp prst="textNoShape">
              <a:avLst/>
            </a:prstTxWarp>
            <a:noAutofit/>
          </a:bodyPr>
          <a:lstStyle/>
          <a:p>
            <a:pPr marL="0" marR="0" lvl="0" indent="0" algn="ctr" defTabSz="491019"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gradFill>
                  <a:gsLst>
                    <a:gs pos="14504">
                      <a:srgbClr val="FFFFFF"/>
                    </a:gs>
                    <a:gs pos="35115">
                      <a:srgbClr val="FFFFFF"/>
                    </a:gs>
                  </a:gsLst>
                  <a:path path="circle">
                    <a:fillToRect l="100000" t="100000"/>
                  </a:path>
                </a:gradFill>
                <a:effectLst/>
                <a:uLnTx/>
                <a:uFillTx/>
                <a:latin typeface="Segoe UI Semibold"/>
                <a:ea typeface="Open Sans" panose="020B0606030504020204" pitchFamily="34" charset="0"/>
                <a:cs typeface="Open Sans" panose="020B0606030504020204" pitchFamily="34" charset="0"/>
              </a:rPr>
              <a:t>2</a:t>
            </a:r>
          </a:p>
        </p:txBody>
      </p:sp>
      <p:sp>
        <p:nvSpPr>
          <p:cNvPr id="20" name="Rounded Rectangle 62">
            <a:extLst>
              <a:ext uri="{FF2B5EF4-FFF2-40B4-BE49-F238E27FC236}">
                <a16:creationId xmlns:a16="http://schemas.microsoft.com/office/drawing/2014/main" id="{F9C2CF70-24A1-5941-033F-CCF05E87A573}"/>
              </a:ext>
            </a:extLst>
          </p:cNvPr>
          <p:cNvSpPr/>
          <p:nvPr/>
        </p:nvSpPr>
        <p:spPr bwMode="auto">
          <a:xfrm>
            <a:off x="7131082" y="2390662"/>
            <a:ext cx="458182" cy="459478"/>
          </a:xfrm>
          <a:prstGeom prst="roundRect">
            <a:avLst>
              <a:gd name="adj" fmla="val 50000"/>
            </a:avLst>
          </a:prstGeom>
          <a:gradFill>
            <a:gsLst>
              <a:gs pos="38000">
                <a:srgbClr val="7752CA"/>
              </a:gs>
              <a:gs pos="100000">
                <a:srgbClr val="49C5B1"/>
              </a:gs>
              <a:gs pos="0">
                <a:srgbClr val="C03BC4"/>
              </a:gs>
              <a:gs pos="67000">
                <a:srgbClr val="0078D4"/>
              </a:gs>
            </a:gsLst>
            <a:path path="circle">
              <a:fillToRect l="100000" t="100000"/>
            </a:path>
          </a:gradFill>
          <a:ln w="44450" cap="rnd" cmpd="sng" algn="ctr">
            <a:noFill/>
            <a:prstDash val="solid"/>
            <a:headEnd type="none" w="lg" len="med"/>
            <a:tailEnd type="none" w="lg" len="med"/>
          </a:ln>
          <a:effectLst>
            <a:outerShdw blurRad="63500" dist="127000" dir="2700000" algn="tl" rotWithShape="0">
              <a:srgbClr val="000000">
                <a:alpha val="50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19896" numCol="1" spcCol="0" rtlCol="0" fromWordArt="0" anchor="ctr" anchorCtr="0" forceAA="0" compatLnSpc="1">
            <a:prstTxWarp prst="textNoShape">
              <a:avLst/>
            </a:prstTxWarp>
            <a:noAutofit/>
          </a:bodyPr>
          <a:lstStyle/>
          <a:p>
            <a:pPr marL="0" marR="0" lvl="0" indent="0" algn="ctr" defTabSz="491019"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gradFill>
                  <a:gsLst>
                    <a:gs pos="14504">
                      <a:srgbClr val="FFFFFF"/>
                    </a:gs>
                    <a:gs pos="35115">
                      <a:srgbClr val="FFFFFF"/>
                    </a:gs>
                  </a:gsLst>
                  <a:path path="circle">
                    <a:fillToRect l="100000" t="100000"/>
                  </a:path>
                </a:gradFill>
                <a:effectLst/>
                <a:uLnTx/>
                <a:uFillTx/>
                <a:latin typeface="Segoe UI Semibold"/>
                <a:ea typeface="Open Sans" panose="020B0606030504020204" pitchFamily="34" charset="0"/>
                <a:cs typeface="Open Sans" panose="020B0606030504020204" pitchFamily="34" charset="0"/>
              </a:rPr>
              <a:t>3</a:t>
            </a:r>
          </a:p>
        </p:txBody>
      </p:sp>
      <p:sp>
        <p:nvSpPr>
          <p:cNvPr id="21" name="Rounded Rectangle 62">
            <a:extLst>
              <a:ext uri="{FF2B5EF4-FFF2-40B4-BE49-F238E27FC236}">
                <a16:creationId xmlns:a16="http://schemas.microsoft.com/office/drawing/2014/main" id="{665340E1-1EF5-FB1A-0CD3-2DE9D8A84037}"/>
              </a:ext>
            </a:extLst>
          </p:cNvPr>
          <p:cNvSpPr/>
          <p:nvPr/>
        </p:nvSpPr>
        <p:spPr bwMode="auto">
          <a:xfrm>
            <a:off x="9659421" y="2390662"/>
            <a:ext cx="458182" cy="459478"/>
          </a:xfrm>
          <a:prstGeom prst="roundRect">
            <a:avLst>
              <a:gd name="adj" fmla="val 50000"/>
            </a:avLst>
          </a:prstGeom>
          <a:gradFill>
            <a:gsLst>
              <a:gs pos="38000">
                <a:srgbClr val="7752CA"/>
              </a:gs>
              <a:gs pos="100000">
                <a:srgbClr val="49C5B1"/>
              </a:gs>
              <a:gs pos="0">
                <a:srgbClr val="C03BC4"/>
              </a:gs>
              <a:gs pos="67000">
                <a:srgbClr val="0078D4"/>
              </a:gs>
            </a:gsLst>
            <a:path path="circle">
              <a:fillToRect l="100000" t="100000"/>
            </a:path>
          </a:gradFill>
          <a:ln w="44450" cap="rnd" cmpd="sng" algn="ctr">
            <a:noFill/>
            <a:prstDash val="solid"/>
            <a:headEnd type="none" w="lg" len="med"/>
            <a:tailEnd type="none" w="lg" len="med"/>
          </a:ln>
          <a:effectLst>
            <a:outerShdw blurRad="63500" dist="127000" dir="2700000" algn="tl" rotWithShape="0">
              <a:srgbClr val="000000">
                <a:alpha val="50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19896" numCol="1" spcCol="0" rtlCol="0" fromWordArt="0" anchor="ctr" anchorCtr="0" forceAA="0" compatLnSpc="1">
            <a:prstTxWarp prst="textNoShape">
              <a:avLst/>
            </a:prstTxWarp>
            <a:noAutofit/>
          </a:bodyPr>
          <a:lstStyle/>
          <a:p>
            <a:pPr marL="0" marR="0" lvl="0" indent="0" algn="ctr" defTabSz="491019"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gradFill>
                  <a:gsLst>
                    <a:gs pos="14504">
                      <a:srgbClr val="FFFFFF"/>
                    </a:gs>
                    <a:gs pos="35115">
                      <a:srgbClr val="FFFFFF"/>
                    </a:gs>
                  </a:gsLst>
                  <a:path path="circle">
                    <a:fillToRect l="100000" t="100000"/>
                  </a:path>
                </a:gradFill>
                <a:effectLst/>
                <a:uLnTx/>
                <a:uFillTx/>
                <a:latin typeface="Segoe UI Semibold"/>
                <a:ea typeface="Open Sans" panose="020B0606030504020204" pitchFamily="34" charset="0"/>
                <a:cs typeface="Open Sans" panose="020B0606030504020204" pitchFamily="34" charset="0"/>
              </a:rPr>
              <a:t>4</a:t>
            </a:r>
          </a:p>
        </p:txBody>
      </p:sp>
    </p:spTree>
    <p:extLst>
      <p:ext uri="{BB962C8B-B14F-4D97-AF65-F5344CB8AC3E}">
        <p14:creationId xmlns:p14="http://schemas.microsoft.com/office/powerpoint/2010/main" val="1293615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Graphic 67">
            <a:extLst>
              <a:ext uri="{FF2B5EF4-FFF2-40B4-BE49-F238E27FC236}">
                <a16:creationId xmlns:a16="http://schemas.microsoft.com/office/drawing/2014/main" id="{D863D2BE-4C89-DD27-C0C6-A26C8260122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1960" y="1246608"/>
            <a:ext cx="12234232" cy="89711"/>
          </a:xfrm>
          <a:prstGeom prst="rect">
            <a:avLst/>
          </a:prstGeom>
        </p:spPr>
      </p:pic>
      <p:sp>
        <p:nvSpPr>
          <p:cNvPr id="85" name="Rectangle: Rounded Corners 84">
            <a:extLst>
              <a:ext uri="{FF2B5EF4-FFF2-40B4-BE49-F238E27FC236}">
                <a16:creationId xmlns:a16="http://schemas.microsoft.com/office/drawing/2014/main" id="{E5086F87-C6C9-1CB0-1A02-AC463C227D55}"/>
              </a:ext>
            </a:extLst>
          </p:cNvPr>
          <p:cNvSpPr/>
          <p:nvPr/>
        </p:nvSpPr>
        <p:spPr>
          <a:xfrm>
            <a:off x="1025276" y="1554179"/>
            <a:ext cx="261707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algn="ctr" defTabSz="579011">
              <a:defRPr/>
            </a:pPr>
            <a:r>
              <a:rPr lang="da-DK" sz="1200" b="1" i="0">
                <a:solidFill>
                  <a:srgbClr val="FF0000"/>
                </a:solidFill>
                <a:effectLst/>
                <a:latin typeface="Open Sans" panose="020B0606030504020204" pitchFamily="34" charset="0"/>
              </a:rPr>
              <a:t>Data Processing Agreement</a:t>
            </a:r>
            <a:endParaRPr kumimoji="0" lang="en-US" sz="1200" b="0" i="0" u="none" strike="noStrike" kern="0" cap="none" spc="0" normalizeH="0" baseline="0" noProof="0">
              <a:ln>
                <a:noFill/>
              </a:ln>
              <a:solidFill>
                <a:srgbClr val="FF0000"/>
              </a:solidFill>
              <a:effectLst/>
              <a:uLnTx/>
              <a:uFillTx/>
              <a:latin typeface="Segoe UI Semibold" panose="020B0702040204020203" pitchFamily="34" charset="0"/>
              <a:ea typeface="+mn-ea"/>
              <a:cs typeface="Segoe UI Semibold" panose="020B0702040204020203" pitchFamily="34" charset="0"/>
            </a:endParaRPr>
          </a:p>
        </p:txBody>
      </p:sp>
      <p:sp>
        <p:nvSpPr>
          <p:cNvPr id="86" name="Rectangle: Rounded Corners 85">
            <a:extLst>
              <a:ext uri="{FF2B5EF4-FFF2-40B4-BE49-F238E27FC236}">
                <a16:creationId xmlns:a16="http://schemas.microsoft.com/office/drawing/2014/main" id="{8197044A-FDFC-2151-5875-27C69491FA4E}"/>
              </a:ext>
            </a:extLst>
          </p:cNvPr>
          <p:cNvSpPr/>
          <p:nvPr/>
        </p:nvSpPr>
        <p:spPr>
          <a:xfrm>
            <a:off x="5006729" y="1548311"/>
            <a:ext cx="261707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200" b="1" i="0">
                <a:solidFill>
                  <a:srgbClr val="0070C0"/>
                </a:solidFill>
                <a:effectLst/>
                <a:latin typeface="Open Sans" panose="020B0606030504020204" pitchFamily="34" charset="0"/>
              </a:rPr>
              <a:t>Audit &amp; Inspection</a:t>
            </a:r>
            <a:endParaRPr kumimoji="0" lang="en-US" sz="1200" b="0" i="0" u="none" strike="noStrike" kern="0" cap="none" spc="0" normalizeH="0" baseline="0">
              <a:ln>
                <a:noFill/>
              </a:ln>
              <a:solidFill>
                <a:srgbClr val="0070C0"/>
              </a:solidFill>
              <a:effectLst/>
              <a:uLnTx/>
              <a:uFillTx/>
              <a:latin typeface="Segoe UI Semibold" panose="020B0702040204020203" pitchFamily="34" charset="0"/>
              <a:ea typeface="+mn-ea"/>
              <a:cs typeface="Segoe UI Semibold" panose="020B0702040204020203" pitchFamily="34" charset="0"/>
            </a:endParaRPr>
          </a:p>
        </p:txBody>
      </p:sp>
      <p:pic>
        <p:nvPicPr>
          <p:cNvPr id="3" name="Graphic 2">
            <a:extLst>
              <a:ext uri="{FF2B5EF4-FFF2-40B4-BE49-F238E27FC236}">
                <a16:creationId xmlns:a16="http://schemas.microsoft.com/office/drawing/2014/main" id="{A37A87C2-BF13-8F98-F0E6-27AE6C382C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83595" y="1104086"/>
            <a:ext cx="342900" cy="333375"/>
          </a:xfrm>
          <a:prstGeom prst="rect">
            <a:avLst/>
          </a:prstGeom>
        </p:spPr>
      </p:pic>
      <p:sp>
        <p:nvSpPr>
          <p:cNvPr id="4" name="Rectangle: Rounded Corners 3">
            <a:extLst>
              <a:ext uri="{FF2B5EF4-FFF2-40B4-BE49-F238E27FC236}">
                <a16:creationId xmlns:a16="http://schemas.microsoft.com/office/drawing/2014/main" id="{CF6BF90C-2FA0-4A41-1230-BA694B99F186}"/>
              </a:ext>
            </a:extLst>
          </p:cNvPr>
          <p:cNvSpPr/>
          <p:nvPr/>
        </p:nvSpPr>
        <p:spPr>
          <a:xfrm>
            <a:off x="1020538" y="1104086"/>
            <a:ext cx="261707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algn="ctr" defTabSz="579011">
              <a:defRPr/>
            </a:pPr>
            <a:r>
              <a:rPr lang="en-US" sz="1400" b="1" i="0">
                <a:solidFill>
                  <a:srgbClr val="FF0000"/>
                </a:solidFill>
                <a:effectLst/>
                <a:latin typeface="Open Sans" panose="020B0606030504020204" pitchFamily="34" charset="0"/>
              </a:rPr>
              <a:t>Contractual Compliance</a:t>
            </a:r>
            <a:endParaRPr kumimoji="0" lang="en-US" sz="2000" b="0" i="0" u="none" strike="noStrike" kern="0" cap="none" spc="0" normalizeH="0" baseline="0">
              <a:ln>
                <a:noFill/>
              </a:ln>
              <a:solidFill>
                <a:srgbClr val="FF0000"/>
              </a:solidFill>
              <a:effectLst/>
              <a:uLnTx/>
              <a:uFillTx/>
              <a:latin typeface="Segoe UI Semibold" panose="020B0702040204020203" pitchFamily="34" charset="0"/>
              <a:ea typeface="+mn-ea"/>
              <a:cs typeface="Segoe UI Semibold" panose="020B0702040204020203" pitchFamily="34" charset="0"/>
            </a:endParaRPr>
          </a:p>
        </p:txBody>
      </p:sp>
      <p:sp>
        <p:nvSpPr>
          <p:cNvPr id="5" name="Rectangle: Rounded Corners 4">
            <a:extLst>
              <a:ext uri="{FF2B5EF4-FFF2-40B4-BE49-F238E27FC236}">
                <a16:creationId xmlns:a16="http://schemas.microsoft.com/office/drawing/2014/main" id="{10EE45B4-8A83-0E10-3760-08B6819017ED}"/>
              </a:ext>
            </a:extLst>
          </p:cNvPr>
          <p:cNvSpPr/>
          <p:nvPr/>
        </p:nvSpPr>
        <p:spPr>
          <a:xfrm>
            <a:off x="5020937" y="1107692"/>
            <a:ext cx="261707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400" b="1" i="0">
                <a:solidFill>
                  <a:srgbClr val="0070C0"/>
                </a:solidFill>
                <a:effectLst/>
                <a:latin typeface="Open Sans" panose="020B0606030504020204" pitchFamily="34" charset="0"/>
              </a:rPr>
              <a:t>Demonstrated Compliance</a:t>
            </a:r>
            <a:endParaRPr kumimoji="0" lang="en-US" sz="1400" b="0" i="0" u="none" strike="noStrike" kern="0" cap="none" spc="0" normalizeH="0" baseline="0">
              <a:ln>
                <a:noFill/>
              </a:ln>
              <a:solidFill>
                <a:srgbClr val="0070C0"/>
              </a:solidFill>
              <a:effectLst/>
              <a:uLnTx/>
              <a:uFillTx/>
              <a:latin typeface="Segoe UI Semibold" panose="020B0702040204020203" pitchFamily="34" charset="0"/>
              <a:ea typeface="+mn-ea"/>
              <a:cs typeface="Segoe UI Semibold" panose="020B0702040204020203" pitchFamily="34" charset="0"/>
            </a:endParaRPr>
          </a:p>
        </p:txBody>
      </p:sp>
      <p:sp>
        <p:nvSpPr>
          <p:cNvPr id="6" name="Rectangle: Rounded Corners 5">
            <a:extLst>
              <a:ext uri="{FF2B5EF4-FFF2-40B4-BE49-F238E27FC236}">
                <a16:creationId xmlns:a16="http://schemas.microsoft.com/office/drawing/2014/main" id="{A9C5CAAB-C213-A3E9-1E48-49753825E63F}"/>
              </a:ext>
            </a:extLst>
          </p:cNvPr>
          <p:cNvSpPr/>
          <p:nvPr/>
        </p:nvSpPr>
        <p:spPr>
          <a:xfrm>
            <a:off x="8904840" y="1091999"/>
            <a:ext cx="270756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400" b="1">
                <a:solidFill>
                  <a:srgbClr val="00B050"/>
                </a:solidFill>
                <a:latin typeface="Open Sans" panose="020B0606030504020204" pitchFamily="34" charset="0"/>
              </a:rPr>
              <a:t>Adopted</a:t>
            </a:r>
            <a:r>
              <a:rPr lang="en-US" sz="1400" b="1" i="0">
                <a:solidFill>
                  <a:srgbClr val="00B050"/>
                </a:solidFill>
                <a:effectLst/>
                <a:latin typeface="Open Sans" panose="020B0606030504020204" pitchFamily="34" charset="0"/>
              </a:rPr>
              <a:t> Compliance</a:t>
            </a:r>
            <a:endParaRPr kumimoji="0" lang="en-US" sz="1400" b="0" i="0" u="none" strike="noStrike" kern="0" cap="none" spc="0" normalizeH="0" baseline="0" noProof="0">
              <a:ln>
                <a:noFill/>
              </a:ln>
              <a:solidFill>
                <a:srgbClr val="00B050"/>
              </a:solidFill>
              <a:effectLst/>
              <a:uLnTx/>
              <a:uFillTx/>
              <a:latin typeface="Segoe UI Semibold" panose="020B0702040204020203" pitchFamily="34" charset="0"/>
              <a:ea typeface="+mn-ea"/>
              <a:cs typeface="Segoe UI Semibold" panose="020B0702040204020203" pitchFamily="34" charset="0"/>
            </a:endParaRPr>
          </a:p>
        </p:txBody>
      </p:sp>
      <p:pic>
        <p:nvPicPr>
          <p:cNvPr id="8" name="Graphic 7">
            <a:extLst>
              <a:ext uri="{FF2B5EF4-FFF2-40B4-BE49-F238E27FC236}">
                <a16:creationId xmlns:a16="http://schemas.microsoft.com/office/drawing/2014/main" id="{F2217612-97C7-6228-0F37-1AE48B8C0D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77005" y="1124428"/>
            <a:ext cx="342900" cy="333375"/>
          </a:xfrm>
          <a:prstGeom prst="rect">
            <a:avLst/>
          </a:prstGeom>
        </p:spPr>
      </p:pic>
      <p:grpSp>
        <p:nvGrpSpPr>
          <p:cNvPr id="15" name="Group 14">
            <a:extLst>
              <a:ext uri="{FF2B5EF4-FFF2-40B4-BE49-F238E27FC236}">
                <a16:creationId xmlns:a16="http://schemas.microsoft.com/office/drawing/2014/main" id="{02C5EFF4-4AD1-6CE3-B575-3BE8BD53799C}"/>
              </a:ext>
            </a:extLst>
          </p:cNvPr>
          <p:cNvGrpSpPr/>
          <p:nvPr/>
        </p:nvGrpSpPr>
        <p:grpSpPr>
          <a:xfrm>
            <a:off x="104664" y="1321656"/>
            <a:ext cx="757781" cy="748189"/>
            <a:chOff x="10912391" y="1544696"/>
            <a:chExt cx="757781" cy="748189"/>
          </a:xfrm>
        </p:grpSpPr>
        <p:pic>
          <p:nvPicPr>
            <p:cNvPr id="16" name="Graphic 15">
              <a:extLst>
                <a:ext uri="{FF2B5EF4-FFF2-40B4-BE49-F238E27FC236}">
                  <a16:creationId xmlns:a16="http://schemas.microsoft.com/office/drawing/2014/main" id="{C674BF80-27D1-D8A2-9A4B-BAFCFB1590A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912391" y="1544696"/>
              <a:ext cx="757781" cy="748189"/>
            </a:xfrm>
            <a:prstGeom prst="rect">
              <a:avLst/>
            </a:prstGeom>
          </p:spPr>
        </p:pic>
        <p:pic>
          <p:nvPicPr>
            <p:cNvPr id="17" name="Graphic 16">
              <a:extLst>
                <a:ext uri="{FF2B5EF4-FFF2-40B4-BE49-F238E27FC236}">
                  <a16:creationId xmlns:a16="http://schemas.microsoft.com/office/drawing/2014/main" id="{A96B2A60-83E2-889B-FDA6-03180261887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110306" y="1727568"/>
              <a:ext cx="361950" cy="371475"/>
            </a:xfrm>
            <a:prstGeom prst="rect">
              <a:avLst/>
            </a:prstGeom>
          </p:spPr>
        </p:pic>
      </p:grpSp>
      <p:pic>
        <p:nvPicPr>
          <p:cNvPr id="19" name="Graphic 18">
            <a:extLst>
              <a:ext uri="{FF2B5EF4-FFF2-40B4-BE49-F238E27FC236}">
                <a16:creationId xmlns:a16="http://schemas.microsoft.com/office/drawing/2014/main" id="{EEDEFCD6-354F-5BC3-5CE9-425B3696180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202464" y="1304227"/>
            <a:ext cx="714306" cy="705263"/>
          </a:xfrm>
          <a:prstGeom prst="rect">
            <a:avLst/>
          </a:prstGeom>
        </p:spPr>
      </p:pic>
      <p:pic>
        <p:nvPicPr>
          <p:cNvPr id="20" name="Graphic 19">
            <a:extLst>
              <a:ext uri="{FF2B5EF4-FFF2-40B4-BE49-F238E27FC236}">
                <a16:creationId xmlns:a16="http://schemas.microsoft.com/office/drawing/2014/main" id="{96DFFBF4-537E-D986-BD1A-FF1F120ACF1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401809" y="1526521"/>
            <a:ext cx="313502" cy="306036"/>
          </a:xfrm>
          <a:prstGeom prst="rect">
            <a:avLst/>
          </a:prstGeom>
        </p:spPr>
      </p:pic>
      <p:grpSp>
        <p:nvGrpSpPr>
          <p:cNvPr id="21" name="Group 20">
            <a:extLst>
              <a:ext uri="{FF2B5EF4-FFF2-40B4-BE49-F238E27FC236}">
                <a16:creationId xmlns:a16="http://schemas.microsoft.com/office/drawing/2014/main" id="{71FF75F8-64D6-0AFC-F729-57A4ABE2642D}"/>
              </a:ext>
            </a:extLst>
          </p:cNvPr>
          <p:cNvGrpSpPr/>
          <p:nvPr/>
        </p:nvGrpSpPr>
        <p:grpSpPr>
          <a:xfrm>
            <a:off x="8158631" y="1291879"/>
            <a:ext cx="757781" cy="756775"/>
            <a:chOff x="8896303" y="1525049"/>
            <a:chExt cx="757781" cy="748189"/>
          </a:xfrm>
        </p:grpSpPr>
        <p:pic>
          <p:nvPicPr>
            <p:cNvPr id="22" name="Graphic 21">
              <a:extLst>
                <a:ext uri="{FF2B5EF4-FFF2-40B4-BE49-F238E27FC236}">
                  <a16:creationId xmlns:a16="http://schemas.microsoft.com/office/drawing/2014/main" id="{36C3D28C-FCCE-C3DE-90DE-9F2A93E8AEE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96303" y="1525049"/>
              <a:ext cx="757781" cy="748189"/>
            </a:xfrm>
            <a:prstGeom prst="rect">
              <a:avLst/>
            </a:prstGeom>
          </p:spPr>
        </p:pic>
        <p:pic>
          <p:nvPicPr>
            <p:cNvPr id="23" name="Graphic 22" descr="Connections outline">
              <a:extLst>
                <a:ext uri="{FF2B5EF4-FFF2-40B4-BE49-F238E27FC236}">
                  <a16:creationId xmlns:a16="http://schemas.microsoft.com/office/drawing/2014/main" id="{6EFABA65-01D3-D446-1504-9717780E429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9075602" y="1709275"/>
              <a:ext cx="399182" cy="399182"/>
            </a:xfrm>
            <a:prstGeom prst="rect">
              <a:avLst/>
            </a:prstGeom>
          </p:spPr>
        </p:pic>
      </p:grpSp>
      <p:sp>
        <p:nvSpPr>
          <p:cNvPr id="24" name="Rectangle: Rounded Corners 23">
            <a:extLst>
              <a:ext uri="{FF2B5EF4-FFF2-40B4-BE49-F238E27FC236}">
                <a16:creationId xmlns:a16="http://schemas.microsoft.com/office/drawing/2014/main" id="{6B97EC86-20D3-C164-6443-3FF9A4E780D3}"/>
              </a:ext>
            </a:extLst>
          </p:cNvPr>
          <p:cNvSpPr/>
          <p:nvPr/>
        </p:nvSpPr>
        <p:spPr>
          <a:xfrm>
            <a:off x="8920942" y="1544367"/>
            <a:ext cx="2691464"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200" b="1" i="0">
                <a:solidFill>
                  <a:srgbClr val="00B050"/>
                </a:solidFill>
                <a:effectLst/>
                <a:latin typeface="Open Sans" panose="020B0606030504020204" pitchFamily="34" charset="0"/>
              </a:rPr>
              <a:t>Technical &amp; security measures and tools for organizational use</a:t>
            </a:r>
            <a:endParaRPr kumimoji="0" lang="en-US" sz="1200" b="0" i="0" u="none" strike="noStrike" kern="0" cap="none" spc="0" normalizeH="0" baseline="0">
              <a:ln>
                <a:noFill/>
              </a:ln>
              <a:solidFill>
                <a:srgbClr val="00B050"/>
              </a:solidFill>
              <a:effectLst/>
              <a:uLnTx/>
              <a:uFillTx/>
              <a:latin typeface="Segoe UI Semibold" panose="020B0702040204020203" pitchFamily="34" charset="0"/>
              <a:ea typeface="+mn-ea"/>
              <a:cs typeface="Segoe UI Semibold" panose="020B0702040204020203" pitchFamily="34" charset="0"/>
            </a:endParaRPr>
          </a:p>
        </p:txBody>
      </p:sp>
      <p:sp>
        <p:nvSpPr>
          <p:cNvPr id="25" name="Rectangle: Rounded Corners 24">
            <a:extLst>
              <a:ext uri="{FF2B5EF4-FFF2-40B4-BE49-F238E27FC236}">
                <a16:creationId xmlns:a16="http://schemas.microsoft.com/office/drawing/2014/main" id="{34819FF4-2C45-18CB-2A85-5499F70D9250}"/>
              </a:ext>
            </a:extLst>
          </p:cNvPr>
          <p:cNvSpPr/>
          <p:nvPr/>
        </p:nvSpPr>
        <p:spPr>
          <a:xfrm>
            <a:off x="1007904" y="2155348"/>
            <a:ext cx="6946902" cy="283264"/>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algn="ctr" defTabSz="579011">
              <a:defRPr/>
            </a:pPr>
            <a:r>
              <a:rPr lang="en-US" sz="1200" b="1" i="0" dirty="0">
                <a:solidFill>
                  <a:srgbClr val="FF0000"/>
                </a:solidFill>
                <a:effectLst/>
                <a:latin typeface="Open Sans" panose="020B0606030504020204" pitchFamily="34" charset="0"/>
              </a:rPr>
              <a:t>Contractual Compliance defines the obligations</a:t>
            </a:r>
            <a:endParaRPr kumimoji="0" lang="en-US" b="0" i="0" u="none" strike="noStrike" kern="0" cap="none" spc="0" normalizeH="0" baseline="0" dirty="0">
              <a:ln>
                <a:noFill/>
              </a:ln>
              <a:solidFill>
                <a:srgbClr val="000000"/>
              </a:solidFill>
              <a:effectLst/>
              <a:uLnTx/>
              <a:uFillTx/>
              <a:latin typeface="Segoe UI Semibold" panose="020B0702040204020203" pitchFamily="34" charset="0"/>
              <a:ea typeface="+mn-ea"/>
              <a:cs typeface="Segoe UI Semibold" panose="020B0702040204020203" pitchFamily="34" charset="0"/>
            </a:endParaRPr>
          </a:p>
        </p:txBody>
      </p:sp>
      <p:sp>
        <p:nvSpPr>
          <p:cNvPr id="26" name="Rectangle: Rounded Corners 25">
            <a:extLst>
              <a:ext uri="{FF2B5EF4-FFF2-40B4-BE49-F238E27FC236}">
                <a16:creationId xmlns:a16="http://schemas.microsoft.com/office/drawing/2014/main" id="{7788B557-14B7-B449-F243-167DBD5C06A7}"/>
              </a:ext>
            </a:extLst>
          </p:cNvPr>
          <p:cNvSpPr/>
          <p:nvPr/>
        </p:nvSpPr>
        <p:spPr>
          <a:xfrm>
            <a:off x="4994777" y="2700854"/>
            <a:ext cx="6605145" cy="283264"/>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algn="ctr" defTabSz="579011">
              <a:defRPr/>
            </a:pPr>
            <a:r>
              <a:rPr lang="en-US" sz="1200" b="1" i="0" dirty="0">
                <a:solidFill>
                  <a:srgbClr val="00B050"/>
                </a:solidFill>
                <a:effectLst/>
                <a:latin typeface="Open Sans" panose="020B0606030504020204" pitchFamily="34" charset="0"/>
              </a:rPr>
              <a:t>Adopted Compliance is compliance in action</a:t>
            </a:r>
            <a:endParaRPr kumimoji="0" lang="en-US" b="0" i="0" u="none" strike="noStrike" kern="0" cap="none" spc="0" normalizeH="0" baseline="0" dirty="0">
              <a:ln>
                <a:noFill/>
              </a:ln>
              <a:solidFill>
                <a:srgbClr val="000000"/>
              </a:solidFill>
              <a:effectLst/>
              <a:uLnTx/>
              <a:uFillTx/>
              <a:latin typeface="Segoe UI Semibold" panose="020B0702040204020203" pitchFamily="34" charset="0"/>
              <a:ea typeface="+mn-ea"/>
              <a:cs typeface="Segoe UI Semibold" panose="020B0702040204020203" pitchFamily="34" charset="0"/>
            </a:endParaRPr>
          </a:p>
        </p:txBody>
      </p:sp>
      <p:sp>
        <p:nvSpPr>
          <p:cNvPr id="9" name="Rectangle 8">
            <a:extLst>
              <a:ext uri="{FF2B5EF4-FFF2-40B4-BE49-F238E27FC236}">
                <a16:creationId xmlns:a16="http://schemas.microsoft.com/office/drawing/2014/main" id="{BD49DD82-25F3-748C-2E4A-063E9378AAF7}"/>
              </a:ext>
            </a:extLst>
          </p:cNvPr>
          <p:cNvSpPr/>
          <p:nvPr/>
        </p:nvSpPr>
        <p:spPr bwMode="auto">
          <a:xfrm>
            <a:off x="988670" y="1988519"/>
            <a:ext cx="6966136" cy="119333"/>
          </a:xfrm>
          <a:prstGeom prst="rect">
            <a:avLst/>
          </a:prstGeom>
          <a:gradFill flip="none" rotWithShape="1">
            <a:gsLst>
              <a:gs pos="0">
                <a:srgbClr val="0078D3"/>
              </a:gs>
              <a:gs pos="65000">
                <a:srgbClr val="007EA9">
                  <a:alpha val="85000"/>
                </a:srgbClr>
              </a:gs>
              <a:gs pos="39000">
                <a:srgbClr val="00847E">
                  <a:alpha val="85000"/>
                </a:srgbClr>
              </a:gs>
              <a:gs pos="100000">
                <a:srgbClr val="0078D3"/>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3B26FCC6-2C28-D438-8340-C5DC9D126765}"/>
              </a:ext>
            </a:extLst>
          </p:cNvPr>
          <p:cNvSpPr/>
          <p:nvPr/>
        </p:nvSpPr>
        <p:spPr bwMode="auto">
          <a:xfrm>
            <a:off x="5001847" y="2531767"/>
            <a:ext cx="6605145" cy="118800"/>
          </a:xfrm>
          <a:prstGeom prst="rect">
            <a:avLst/>
          </a:prstGeom>
          <a:gradFill flip="none" rotWithShape="1">
            <a:gsLst>
              <a:gs pos="0">
                <a:srgbClr val="0078D3"/>
              </a:gs>
              <a:gs pos="65000">
                <a:srgbClr val="007EA9">
                  <a:alpha val="85000"/>
                </a:srgbClr>
              </a:gs>
              <a:gs pos="39000">
                <a:srgbClr val="00847E">
                  <a:alpha val="85000"/>
                </a:srgbClr>
              </a:gs>
              <a:gs pos="100000">
                <a:srgbClr val="0078D3"/>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pic>
        <p:nvPicPr>
          <p:cNvPr id="12" name="Graphic 11">
            <a:extLst>
              <a:ext uri="{FF2B5EF4-FFF2-40B4-BE49-F238E27FC236}">
                <a16:creationId xmlns:a16="http://schemas.microsoft.com/office/drawing/2014/main" id="{2D176E1F-8632-9B54-DD27-67D76A8C1A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66154" y="3706514"/>
            <a:ext cx="342900" cy="333375"/>
          </a:xfrm>
          <a:prstGeom prst="rect">
            <a:avLst/>
          </a:prstGeom>
        </p:spPr>
      </p:pic>
      <p:sp>
        <p:nvSpPr>
          <p:cNvPr id="13" name="Rectangle: Rounded Corners 12">
            <a:extLst>
              <a:ext uri="{FF2B5EF4-FFF2-40B4-BE49-F238E27FC236}">
                <a16:creationId xmlns:a16="http://schemas.microsoft.com/office/drawing/2014/main" id="{F340F4DE-1823-6F7F-09BD-57E84468B4D8}"/>
              </a:ext>
            </a:extLst>
          </p:cNvPr>
          <p:cNvSpPr/>
          <p:nvPr/>
        </p:nvSpPr>
        <p:spPr>
          <a:xfrm>
            <a:off x="1103097" y="3706514"/>
            <a:ext cx="261707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algn="ctr" defTabSz="579011">
              <a:defRPr/>
            </a:pPr>
            <a:r>
              <a:rPr lang="en-US" sz="1400" b="1" i="0">
                <a:solidFill>
                  <a:srgbClr val="FF0000"/>
                </a:solidFill>
                <a:effectLst/>
                <a:latin typeface="Open Sans" panose="020B0606030504020204" pitchFamily="34" charset="0"/>
              </a:rPr>
              <a:t>“On w</a:t>
            </a:r>
            <a:r>
              <a:rPr lang="en-US" sz="1400" b="1">
                <a:solidFill>
                  <a:srgbClr val="FF0000"/>
                </a:solidFill>
                <a:latin typeface="Open Sans" panose="020B0606030504020204" pitchFamily="34" charset="0"/>
              </a:rPr>
              <a:t>hich Terms</a:t>
            </a:r>
            <a:r>
              <a:rPr lang="en-US" sz="1400" b="1" i="0">
                <a:solidFill>
                  <a:srgbClr val="FF0000"/>
                </a:solidFill>
                <a:effectLst/>
                <a:latin typeface="Open Sans" panose="020B0606030504020204" pitchFamily="34" charset="0"/>
              </a:rPr>
              <a:t>”</a:t>
            </a:r>
            <a:endParaRPr kumimoji="0" lang="en-US" sz="2000" b="0" i="0" u="none" strike="noStrike" kern="0" cap="none" spc="0" normalizeH="0" baseline="0">
              <a:ln>
                <a:noFill/>
              </a:ln>
              <a:solidFill>
                <a:srgbClr val="FF0000"/>
              </a:solidFill>
              <a:effectLst/>
              <a:uLnTx/>
              <a:uFillTx/>
              <a:latin typeface="Segoe UI Semibold" panose="020B0702040204020203" pitchFamily="34" charset="0"/>
              <a:ea typeface="+mn-ea"/>
              <a:cs typeface="Segoe UI Semibold" panose="020B0702040204020203" pitchFamily="34" charset="0"/>
            </a:endParaRPr>
          </a:p>
        </p:txBody>
      </p:sp>
      <p:sp>
        <p:nvSpPr>
          <p:cNvPr id="14" name="Rectangle: Rounded Corners 13">
            <a:extLst>
              <a:ext uri="{FF2B5EF4-FFF2-40B4-BE49-F238E27FC236}">
                <a16:creationId xmlns:a16="http://schemas.microsoft.com/office/drawing/2014/main" id="{BA8238EA-882C-2365-EF73-6D7B4E294691}"/>
              </a:ext>
            </a:extLst>
          </p:cNvPr>
          <p:cNvSpPr/>
          <p:nvPr/>
        </p:nvSpPr>
        <p:spPr>
          <a:xfrm>
            <a:off x="5103496" y="3710120"/>
            <a:ext cx="261707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400" b="1" i="0">
                <a:solidFill>
                  <a:srgbClr val="0070C0"/>
                </a:solidFill>
                <a:effectLst/>
                <a:latin typeface="Open Sans" panose="020B0606030504020204" pitchFamily="34" charset="0"/>
              </a:rPr>
              <a:t>“The how &amp; the what” </a:t>
            </a:r>
            <a:endParaRPr kumimoji="0" lang="en-US" sz="1400" b="0" i="0" u="none" strike="noStrike" kern="0" cap="none" spc="0" normalizeH="0" baseline="0">
              <a:ln>
                <a:noFill/>
              </a:ln>
              <a:solidFill>
                <a:srgbClr val="0070C0"/>
              </a:solidFill>
              <a:effectLst/>
              <a:uLnTx/>
              <a:uFillTx/>
              <a:latin typeface="Segoe UI Semibold" panose="020B0702040204020203" pitchFamily="34" charset="0"/>
              <a:ea typeface="+mn-ea"/>
              <a:cs typeface="Segoe UI Semibold" panose="020B0702040204020203" pitchFamily="34" charset="0"/>
            </a:endParaRPr>
          </a:p>
        </p:txBody>
      </p:sp>
      <p:sp>
        <p:nvSpPr>
          <p:cNvPr id="18" name="Rectangle: Rounded Corners 17">
            <a:extLst>
              <a:ext uri="{FF2B5EF4-FFF2-40B4-BE49-F238E27FC236}">
                <a16:creationId xmlns:a16="http://schemas.microsoft.com/office/drawing/2014/main" id="{6B68BDD4-C483-621E-2559-6D3FEAD231B6}"/>
              </a:ext>
            </a:extLst>
          </p:cNvPr>
          <p:cNvSpPr/>
          <p:nvPr/>
        </p:nvSpPr>
        <p:spPr>
          <a:xfrm>
            <a:off x="8987399" y="3694427"/>
            <a:ext cx="270756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400" b="1">
                <a:solidFill>
                  <a:srgbClr val="00B050"/>
                </a:solidFill>
                <a:latin typeface="Open Sans" panose="020B0606030504020204" pitchFamily="34" charset="0"/>
              </a:rPr>
              <a:t>“What I get”</a:t>
            </a:r>
            <a:endParaRPr kumimoji="0" lang="en-US" sz="1400" b="0" i="0" u="none" strike="noStrike" kern="0" cap="none" spc="0" normalizeH="0" baseline="0" noProof="0">
              <a:ln>
                <a:noFill/>
              </a:ln>
              <a:solidFill>
                <a:srgbClr val="00B050"/>
              </a:solidFill>
              <a:effectLst/>
              <a:uLnTx/>
              <a:uFillTx/>
              <a:latin typeface="Segoe UI Semibold" panose="020B0702040204020203" pitchFamily="34" charset="0"/>
              <a:ea typeface="+mn-ea"/>
              <a:cs typeface="Segoe UI Semibold" panose="020B0702040204020203" pitchFamily="34" charset="0"/>
            </a:endParaRPr>
          </a:p>
        </p:txBody>
      </p:sp>
      <p:pic>
        <p:nvPicPr>
          <p:cNvPr id="27" name="Graphic 26">
            <a:extLst>
              <a:ext uri="{FF2B5EF4-FFF2-40B4-BE49-F238E27FC236}">
                <a16:creationId xmlns:a16="http://schemas.microsoft.com/office/drawing/2014/main" id="{285CE0F4-346A-9F27-6FB7-64D3208356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59564" y="3726856"/>
            <a:ext cx="342900" cy="333375"/>
          </a:xfrm>
          <a:prstGeom prst="rect">
            <a:avLst/>
          </a:prstGeom>
        </p:spPr>
      </p:pic>
      <p:grpSp>
        <p:nvGrpSpPr>
          <p:cNvPr id="28" name="Group 27">
            <a:extLst>
              <a:ext uri="{FF2B5EF4-FFF2-40B4-BE49-F238E27FC236}">
                <a16:creationId xmlns:a16="http://schemas.microsoft.com/office/drawing/2014/main" id="{CAC74B5B-0E0A-BBE7-4DFE-BCD6C1129B2E}"/>
              </a:ext>
            </a:extLst>
          </p:cNvPr>
          <p:cNvGrpSpPr/>
          <p:nvPr/>
        </p:nvGrpSpPr>
        <p:grpSpPr>
          <a:xfrm>
            <a:off x="187223" y="3562040"/>
            <a:ext cx="757781" cy="748189"/>
            <a:chOff x="10912391" y="1544696"/>
            <a:chExt cx="757781" cy="748189"/>
          </a:xfrm>
        </p:grpSpPr>
        <p:pic>
          <p:nvPicPr>
            <p:cNvPr id="29" name="Graphic 28">
              <a:extLst>
                <a:ext uri="{FF2B5EF4-FFF2-40B4-BE49-F238E27FC236}">
                  <a16:creationId xmlns:a16="http://schemas.microsoft.com/office/drawing/2014/main" id="{5D3837D4-7778-2948-BDE4-E8CC343E56E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912391" y="1544696"/>
              <a:ext cx="757781" cy="748189"/>
            </a:xfrm>
            <a:prstGeom prst="rect">
              <a:avLst/>
            </a:prstGeom>
          </p:spPr>
        </p:pic>
        <p:pic>
          <p:nvPicPr>
            <p:cNvPr id="30" name="Graphic 29">
              <a:extLst>
                <a:ext uri="{FF2B5EF4-FFF2-40B4-BE49-F238E27FC236}">
                  <a16:creationId xmlns:a16="http://schemas.microsoft.com/office/drawing/2014/main" id="{CEA1BEA1-E8D2-05E3-4943-7D975972EA7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110306" y="1727568"/>
              <a:ext cx="361950" cy="371475"/>
            </a:xfrm>
            <a:prstGeom prst="rect">
              <a:avLst/>
            </a:prstGeom>
          </p:spPr>
        </p:pic>
      </p:grpSp>
      <p:grpSp>
        <p:nvGrpSpPr>
          <p:cNvPr id="31" name="Group 30">
            <a:extLst>
              <a:ext uri="{FF2B5EF4-FFF2-40B4-BE49-F238E27FC236}">
                <a16:creationId xmlns:a16="http://schemas.microsoft.com/office/drawing/2014/main" id="{A9629AA7-BA67-E298-6696-D3F461AF584B}"/>
              </a:ext>
            </a:extLst>
          </p:cNvPr>
          <p:cNvGrpSpPr/>
          <p:nvPr/>
        </p:nvGrpSpPr>
        <p:grpSpPr>
          <a:xfrm>
            <a:off x="8245364" y="3509057"/>
            <a:ext cx="757781" cy="756775"/>
            <a:chOff x="8896303" y="1525049"/>
            <a:chExt cx="757781" cy="748189"/>
          </a:xfrm>
        </p:grpSpPr>
        <p:pic>
          <p:nvPicPr>
            <p:cNvPr id="32" name="Graphic 31">
              <a:extLst>
                <a:ext uri="{FF2B5EF4-FFF2-40B4-BE49-F238E27FC236}">
                  <a16:creationId xmlns:a16="http://schemas.microsoft.com/office/drawing/2014/main" id="{41EB899B-5497-3BBD-1486-A38706A30B9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96303" y="1525049"/>
              <a:ext cx="757781" cy="748189"/>
            </a:xfrm>
            <a:prstGeom prst="rect">
              <a:avLst/>
            </a:prstGeom>
          </p:spPr>
        </p:pic>
        <p:pic>
          <p:nvPicPr>
            <p:cNvPr id="33" name="Graphic 32" descr="Connections outline">
              <a:extLst>
                <a:ext uri="{FF2B5EF4-FFF2-40B4-BE49-F238E27FC236}">
                  <a16:creationId xmlns:a16="http://schemas.microsoft.com/office/drawing/2014/main" id="{0BB68FF6-8B20-3317-9EB1-A01F94A64E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9075602" y="1709275"/>
              <a:ext cx="399182" cy="399182"/>
            </a:xfrm>
            <a:prstGeom prst="rect">
              <a:avLst/>
            </a:prstGeom>
          </p:spPr>
        </p:pic>
      </p:grpSp>
      <p:pic>
        <p:nvPicPr>
          <p:cNvPr id="34" name="Graphic 33">
            <a:extLst>
              <a:ext uri="{FF2B5EF4-FFF2-40B4-BE49-F238E27FC236}">
                <a16:creationId xmlns:a16="http://schemas.microsoft.com/office/drawing/2014/main" id="{0EEF9C74-3AFD-CE77-B899-671813AE090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40718" y="3530691"/>
            <a:ext cx="714306" cy="705263"/>
          </a:xfrm>
          <a:prstGeom prst="rect">
            <a:avLst/>
          </a:prstGeom>
        </p:spPr>
      </p:pic>
      <p:pic>
        <p:nvPicPr>
          <p:cNvPr id="39" name="Graphic 38">
            <a:extLst>
              <a:ext uri="{FF2B5EF4-FFF2-40B4-BE49-F238E27FC236}">
                <a16:creationId xmlns:a16="http://schemas.microsoft.com/office/drawing/2014/main" id="{500C3CB3-2A77-F204-49AB-1016ED60AFD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535422" y="3752981"/>
            <a:ext cx="313502" cy="306036"/>
          </a:xfrm>
          <a:prstGeom prst="rect">
            <a:avLst/>
          </a:prstGeom>
        </p:spPr>
      </p:pic>
      <p:pic>
        <p:nvPicPr>
          <p:cNvPr id="47" name="Graphic 46">
            <a:extLst>
              <a:ext uri="{FF2B5EF4-FFF2-40B4-BE49-F238E27FC236}">
                <a16:creationId xmlns:a16="http://schemas.microsoft.com/office/drawing/2014/main" id="{7B13CD1E-42E1-A601-79CE-31733C6C651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3120" y="4312208"/>
            <a:ext cx="12229152" cy="94791"/>
          </a:xfrm>
          <a:prstGeom prst="rect">
            <a:avLst/>
          </a:prstGeom>
        </p:spPr>
      </p:pic>
      <p:grpSp>
        <p:nvGrpSpPr>
          <p:cNvPr id="56" name="Group 55">
            <a:extLst>
              <a:ext uri="{FF2B5EF4-FFF2-40B4-BE49-F238E27FC236}">
                <a16:creationId xmlns:a16="http://schemas.microsoft.com/office/drawing/2014/main" id="{E8B6012A-1557-6774-3389-409421B8212B}"/>
              </a:ext>
            </a:extLst>
          </p:cNvPr>
          <p:cNvGrpSpPr/>
          <p:nvPr/>
        </p:nvGrpSpPr>
        <p:grpSpPr>
          <a:xfrm>
            <a:off x="1771913" y="4015914"/>
            <a:ext cx="757781" cy="748189"/>
            <a:chOff x="9162211" y="1461888"/>
            <a:chExt cx="757781" cy="748189"/>
          </a:xfrm>
        </p:grpSpPr>
        <p:pic>
          <p:nvPicPr>
            <p:cNvPr id="57" name="Graphic 56">
              <a:extLst>
                <a:ext uri="{FF2B5EF4-FFF2-40B4-BE49-F238E27FC236}">
                  <a16:creationId xmlns:a16="http://schemas.microsoft.com/office/drawing/2014/main" id="{E91EFF05-6555-E105-D376-B46CE7E4377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2211" y="1461888"/>
              <a:ext cx="757781" cy="748189"/>
            </a:xfrm>
            <a:prstGeom prst="rect">
              <a:avLst/>
            </a:prstGeom>
          </p:spPr>
        </p:pic>
        <p:pic>
          <p:nvPicPr>
            <p:cNvPr id="58" name="Graphic 57">
              <a:extLst>
                <a:ext uri="{FF2B5EF4-FFF2-40B4-BE49-F238E27FC236}">
                  <a16:creationId xmlns:a16="http://schemas.microsoft.com/office/drawing/2014/main" id="{48856D25-CCE2-F155-A1EC-332BA651EA0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36313" y="1668431"/>
              <a:ext cx="409575" cy="390525"/>
            </a:xfrm>
            <a:prstGeom prst="rect">
              <a:avLst/>
            </a:prstGeom>
          </p:spPr>
        </p:pic>
      </p:grpSp>
      <p:grpSp>
        <p:nvGrpSpPr>
          <p:cNvPr id="59" name="Group 58">
            <a:extLst>
              <a:ext uri="{FF2B5EF4-FFF2-40B4-BE49-F238E27FC236}">
                <a16:creationId xmlns:a16="http://schemas.microsoft.com/office/drawing/2014/main" id="{34C705C7-7786-1828-230C-74823D1D36DD}"/>
              </a:ext>
            </a:extLst>
          </p:cNvPr>
          <p:cNvGrpSpPr/>
          <p:nvPr/>
        </p:nvGrpSpPr>
        <p:grpSpPr>
          <a:xfrm>
            <a:off x="9996060" y="4015138"/>
            <a:ext cx="757781" cy="748189"/>
            <a:chOff x="9162211" y="1461888"/>
            <a:chExt cx="757781" cy="748189"/>
          </a:xfrm>
        </p:grpSpPr>
        <p:pic>
          <p:nvPicPr>
            <p:cNvPr id="60" name="Graphic 59">
              <a:extLst>
                <a:ext uri="{FF2B5EF4-FFF2-40B4-BE49-F238E27FC236}">
                  <a16:creationId xmlns:a16="http://schemas.microsoft.com/office/drawing/2014/main" id="{32AB6FF2-0827-7A58-67F6-5E2FFE15F34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2211" y="1461888"/>
              <a:ext cx="757781" cy="748189"/>
            </a:xfrm>
            <a:prstGeom prst="rect">
              <a:avLst/>
            </a:prstGeom>
          </p:spPr>
        </p:pic>
        <p:pic>
          <p:nvPicPr>
            <p:cNvPr id="61" name="Graphic 60">
              <a:extLst>
                <a:ext uri="{FF2B5EF4-FFF2-40B4-BE49-F238E27FC236}">
                  <a16:creationId xmlns:a16="http://schemas.microsoft.com/office/drawing/2014/main" id="{4CE53B68-66B9-6FCF-846C-DC5D320B1AD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36313" y="1668431"/>
              <a:ext cx="409575" cy="390525"/>
            </a:xfrm>
            <a:prstGeom prst="rect">
              <a:avLst/>
            </a:prstGeom>
          </p:spPr>
        </p:pic>
      </p:grpSp>
      <p:sp>
        <p:nvSpPr>
          <p:cNvPr id="62" name="Rectangle: Rounded Corners 61">
            <a:extLst>
              <a:ext uri="{FF2B5EF4-FFF2-40B4-BE49-F238E27FC236}">
                <a16:creationId xmlns:a16="http://schemas.microsoft.com/office/drawing/2014/main" id="{9DE64031-F25D-00EA-0D0F-6716F43AD457}"/>
              </a:ext>
            </a:extLst>
          </p:cNvPr>
          <p:cNvSpPr/>
          <p:nvPr/>
        </p:nvSpPr>
        <p:spPr>
          <a:xfrm>
            <a:off x="2787342" y="4234623"/>
            <a:ext cx="6946902"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400" b="1" i="0">
                <a:solidFill>
                  <a:srgbClr val="FFC000"/>
                </a:solidFill>
                <a:effectLst/>
                <a:latin typeface="Open Sans" panose="020B0606030504020204" pitchFamily="34" charset="0"/>
              </a:rPr>
              <a:t>Shared Responsibility</a:t>
            </a:r>
            <a:endParaRPr kumimoji="0" lang="en-US" sz="1400" b="0" i="0" u="none" strike="noStrike" kern="0" cap="none" spc="0" normalizeH="0" baseline="0">
              <a:ln>
                <a:noFill/>
              </a:ln>
              <a:solidFill>
                <a:srgbClr val="FFC000"/>
              </a:solidFill>
              <a:effectLst/>
              <a:uLnTx/>
              <a:uFillTx/>
              <a:latin typeface="Segoe UI Semibold" panose="020B0702040204020203" pitchFamily="34" charset="0"/>
              <a:ea typeface="+mn-ea"/>
              <a:cs typeface="Segoe UI Semibold" panose="020B0702040204020203" pitchFamily="34" charset="0"/>
            </a:endParaRPr>
          </a:p>
        </p:txBody>
      </p:sp>
    </p:spTree>
    <p:extLst>
      <p:ext uri="{BB962C8B-B14F-4D97-AF65-F5344CB8AC3E}">
        <p14:creationId xmlns:p14="http://schemas.microsoft.com/office/powerpoint/2010/main" val="2077583726"/>
      </p:ext>
    </p:extLst>
  </p:cSld>
  <p:clrMapOvr>
    <a:masterClrMapping/>
  </p:clrMapOvr>
  <mc:AlternateContent xmlns:mc="http://schemas.openxmlformats.org/markup-compatibility/2006" xmlns:p14="http://schemas.microsoft.com/office/powerpoint/2010/main">
    <mc:Choice Requires="p14">
      <p:transition spd="slow" p14:dur="2000" advTm="224757"/>
    </mc:Choice>
    <mc:Fallback xmlns="">
      <p:transition spd="slow" advTm="224757"/>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Graphic 79">
            <a:extLst>
              <a:ext uri="{FF2B5EF4-FFF2-40B4-BE49-F238E27FC236}">
                <a16:creationId xmlns:a16="http://schemas.microsoft.com/office/drawing/2014/main" id="{6A269179-AD50-8296-695D-9086DA4F763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24650" y="1267268"/>
            <a:ext cx="12198672" cy="89711"/>
          </a:xfrm>
          <a:prstGeom prst="rect">
            <a:avLst/>
          </a:prstGeom>
        </p:spPr>
      </p:pic>
      <p:sp>
        <p:nvSpPr>
          <p:cNvPr id="81" name="Text Placeholder 5">
            <a:extLst>
              <a:ext uri="{FF2B5EF4-FFF2-40B4-BE49-F238E27FC236}">
                <a16:creationId xmlns:a16="http://schemas.microsoft.com/office/drawing/2014/main" id="{892A4F6D-CB0D-3CCA-0912-3FA9770F8541}"/>
              </a:ext>
            </a:extLst>
          </p:cNvPr>
          <p:cNvSpPr txBox="1">
            <a:spLocks/>
          </p:cNvSpPr>
          <p:nvPr/>
        </p:nvSpPr>
        <p:spPr>
          <a:xfrm>
            <a:off x="341058" y="135590"/>
            <a:ext cx="11882264" cy="590894"/>
          </a:xfrm>
          <a:prstGeom prst="rect">
            <a:avLst/>
          </a:prstGeom>
        </p:spPr>
        <p:txBody>
          <a:bodyPr vert="horz"/>
          <a:lstStyle>
            <a:lvl1pPr marL="0" indent="0" algn="l" defTabSz="579011" rtl="0" eaLnBrk="1" latinLnBrk="0" hangingPunct="1">
              <a:spcBef>
                <a:spcPct val="20000"/>
              </a:spcBef>
              <a:buFontTx/>
              <a:buNone/>
              <a:defRPr sz="2400" b="1" kern="1200">
                <a:solidFill>
                  <a:srgbClr val="5097C1"/>
                </a:solidFill>
                <a:latin typeface="Calibri" panose="020F0502020204030204" pitchFamily="34" charset="0"/>
                <a:ea typeface="+mn-ea"/>
                <a:cs typeface="Calibri" panose="020F0502020204030204" pitchFamily="34" charset="0"/>
              </a:defRPr>
            </a:lvl1pPr>
            <a:lvl2pPr marL="940893" indent="-361882" algn="l" defTabSz="579011" rtl="0" eaLnBrk="1" latinLnBrk="0" hangingPunct="1">
              <a:spcBef>
                <a:spcPct val="20000"/>
              </a:spcBef>
              <a:buFont typeface="Arial"/>
              <a:buChar char="–"/>
              <a:defRPr sz="3500" kern="1200">
                <a:solidFill>
                  <a:schemeClr val="tx1"/>
                </a:solidFill>
                <a:latin typeface="+mn-lt"/>
                <a:ea typeface="+mn-ea"/>
                <a:cs typeface="+mn-cs"/>
              </a:defRPr>
            </a:lvl2pPr>
            <a:lvl3pPr marL="1447528" indent="-289505" algn="l" defTabSz="579011" rtl="0" eaLnBrk="1" latinLnBrk="0" hangingPunct="1">
              <a:spcBef>
                <a:spcPct val="20000"/>
              </a:spcBef>
              <a:buFont typeface="Arial"/>
              <a:buChar char="•"/>
              <a:defRPr sz="3100" kern="1200">
                <a:solidFill>
                  <a:schemeClr val="tx1"/>
                </a:solidFill>
                <a:latin typeface="+mn-lt"/>
                <a:ea typeface="+mn-ea"/>
                <a:cs typeface="+mn-cs"/>
              </a:defRPr>
            </a:lvl3pPr>
            <a:lvl4pPr marL="2026539" indent="-289505" algn="l" defTabSz="579011" rtl="0" eaLnBrk="1" latinLnBrk="0" hangingPunct="1">
              <a:spcBef>
                <a:spcPct val="20000"/>
              </a:spcBef>
              <a:buFont typeface="Arial"/>
              <a:buChar char="–"/>
              <a:defRPr sz="2500" kern="1200">
                <a:solidFill>
                  <a:schemeClr val="tx1"/>
                </a:solidFill>
                <a:latin typeface="+mn-lt"/>
                <a:ea typeface="+mn-ea"/>
                <a:cs typeface="+mn-cs"/>
              </a:defRPr>
            </a:lvl4pPr>
            <a:lvl5pPr marL="2605549" indent="-289505" algn="l" defTabSz="579011" rtl="0" eaLnBrk="1" latinLnBrk="0" hangingPunct="1">
              <a:spcBef>
                <a:spcPct val="20000"/>
              </a:spcBef>
              <a:buFont typeface="Arial"/>
              <a:buChar char="»"/>
              <a:defRPr sz="2500" kern="1200">
                <a:solidFill>
                  <a:schemeClr val="tx1"/>
                </a:solidFill>
                <a:latin typeface="+mn-lt"/>
                <a:ea typeface="+mn-ea"/>
                <a:cs typeface="+mn-cs"/>
              </a:defRPr>
            </a:lvl5pPr>
            <a:lvl6pPr marL="3184560" indent="-289505" algn="l" defTabSz="579011" rtl="0" eaLnBrk="1" latinLnBrk="0" hangingPunct="1">
              <a:spcBef>
                <a:spcPct val="20000"/>
              </a:spcBef>
              <a:buFont typeface="Arial"/>
              <a:buChar char="•"/>
              <a:defRPr sz="2500" kern="1200">
                <a:solidFill>
                  <a:schemeClr val="tx1"/>
                </a:solidFill>
                <a:latin typeface="+mn-lt"/>
                <a:ea typeface="+mn-ea"/>
                <a:cs typeface="+mn-cs"/>
              </a:defRPr>
            </a:lvl6pPr>
            <a:lvl7pPr marL="3763572" indent="-289505" algn="l" defTabSz="579011" rtl="0" eaLnBrk="1" latinLnBrk="0" hangingPunct="1">
              <a:spcBef>
                <a:spcPct val="20000"/>
              </a:spcBef>
              <a:buFont typeface="Arial"/>
              <a:buChar char="•"/>
              <a:defRPr sz="2500" kern="1200">
                <a:solidFill>
                  <a:schemeClr val="tx1"/>
                </a:solidFill>
                <a:latin typeface="+mn-lt"/>
                <a:ea typeface="+mn-ea"/>
                <a:cs typeface="+mn-cs"/>
              </a:defRPr>
            </a:lvl7pPr>
            <a:lvl8pPr marL="4342583" indent="-289505" algn="l" defTabSz="579011" rtl="0" eaLnBrk="1" latinLnBrk="0" hangingPunct="1">
              <a:spcBef>
                <a:spcPct val="20000"/>
              </a:spcBef>
              <a:buFont typeface="Arial"/>
              <a:buChar char="•"/>
              <a:defRPr sz="2500" kern="1200">
                <a:solidFill>
                  <a:schemeClr val="tx1"/>
                </a:solidFill>
                <a:latin typeface="+mn-lt"/>
                <a:ea typeface="+mn-ea"/>
                <a:cs typeface="+mn-cs"/>
              </a:defRPr>
            </a:lvl8pPr>
            <a:lvl9pPr marL="4921593" indent="-289505" algn="l" defTabSz="579011" rtl="0" eaLnBrk="1" latinLnBrk="0" hangingPunct="1">
              <a:spcBef>
                <a:spcPct val="20000"/>
              </a:spcBef>
              <a:buFont typeface="Arial"/>
              <a:buChar char="•"/>
              <a:defRPr sz="2500" kern="1200">
                <a:solidFill>
                  <a:schemeClr val="tx1"/>
                </a:solidFill>
                <a:latin typeface="+mn-lt"/>
                <a:ea typeface="+mn-ea"/>
                <a:cs typeface="+mn-cs"/>
              </a:defRPr>
            </a:lvl9pPr>
          </a:lstStyle>
          <a:p>
            <a:r>
              <a:rPr lang="en-US" dirty="0">
                <a:solidFill>
                  <a:schemeClr val="bg1"/>
                </a:solidFill>
                <a:latin typeface="+mj-lt"/>
                <a:cs typeface="Segoe UI Semibold"/>
              </a:rPr>
              <a:t>Microsoft Approach for Data Security and Data Compliance in Online Services</a:t>
            </a:r>
            <a:endParaRPr lang="en-US" b="0" dirty="0">
              <a:solidFill>
                <a:schemeClr val="bg1"/>
              </a:solidFill>
              <a:latin typeface="+mj-lt"/>
              <a:cs typeface="Segoe UI Semibold" panose="020B0702040204020203" pitchFamily="34" charset="0"/>
            </a:endParaRPr>
          </a:p>
        </p:txBody>
      </p:sp>
      <p:sp>
        <p:nvSpPr>
          <p:cNvPr id="85" name="Rectangle: Rounded Corners 84">
            <a:extLst>
              <a:ext uri="{FF2B5EF4-FFF2-40B4-BE49-F238E27FC236}">
                <a16:creationId xmlns:a16="http://schemas.microsoft.com/office/drawing/2014/main" id="{E5086F87-C6C9-1CB0-1A02-AC463C227D55}"/>
              </a:ext>
            </a:extLst>
          </p:cNvPr>
          <p:cNvSpPr/>
          <p:nvPr/>
        </p:nvSpPr>
        <p:spPr>
          <a:xfrm>
            <a:off x="1025276" y="1888381"/>
            <a:ext cx="261707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algn="ctr" defTabSz="579011">
              <a:defRPr/>
            </a:pPr>
            <a:r>
              <a:rPr lang="da-DK" sz="1200" b="1" dirty="0">
                <a:solidFill>
                  <a:srgbClr val="FF0000"/>
                </a:solidFill>
                <a:latin typeface="Open Sans" panose="020B0606030504020204" pitchFamily="34" charset="0"/>
              </a:rPr>
              <a:t>Product Terns and </a:t>
            </a:r>
            <a:r>
              <a:rPr lang="da-DK" sz="1200" b="1" i="0" dirty="0">
                <a:solidFill>
                  <a:srgbClr val="FF0000"/>
                </a:solidFill>
                <a:effectLst/>
                <a:latin typeface="Open Sans" panose="020B0606030504020204" pitchFamily="34" charset="0"/>
              </a:rPr>
              <a:t>DPA</a:t>
            </a:r>
            <a:endParaRPr kumimoji="0" lang="en-US" sz="1200" b="0" i="0" u="none" strike="noStrike" kern="0" cap="none" spc="0" normalizeH="0" baseline="0" noProof="0" dirty="0">
              <a:ln>
                <a:noFill/>
              </a:ln>
              <a:solidFill>
                <a:srgbClr val="FF0000"/>
              </a:solidFill>
              <a:effectLst/>
              <a:uLnTx/>
              <a:uFillTx/>
              <a:latin typeface="Segoe UI Semibold" panose="020B0702040204020203" pitchFamily="34" charset="0"/>
              <a:ea typeface="+mn-ea"/>
              <a:cs typeface="Segoe UI Semibold" panose="020B0702040204020203" pitchFamily="34" charset="0"/>
            </a:endParaRPr>
          </a:p>
        </p:txBody>
      </p:sp>
      <p:sp>
        <p:nvSpPr>
          <p:cNvPr id="86" name="Rectangle: Rounded Corners 85">
            <a:extLst>
              <a:ext uri="{FF2B5EF4-FFF2-40B4-BE49-F238E27FC236}">
                <a16:creationId xmlns:a16="http://schemas.microsoft.com/office/drawing/2014/main" id="{8197044A-FDFC-2151-5875-27C69491FA4E}"/>
              </a:ext>
            </a:extLst>
          </p:cNvPr>
          <p:cNvSpPr/>
          <p:nvPr/>
        </p:nvSpPr>
        <p:spPr>
          <a:xfrm>
            <a:off x="4946385" y="1882513"/>
            <a:ext cx="278191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dirty="0">
                <a:ln>
                  <a:noFill/>
                </a:ln>
                <a:solidFill>
                  <a:srgbClr val="0070C0"/>
                </a:solidFill>
                <a:effectLst/>
                <a:uLnTx/>
                <a:uFillTx/>
                <a:latin typeface="Open Sans" panose="020B0606030504020204" pitchFamily="34" charset="0"/>
                <a:ea typeface="Open Sans" panose="020B0606030504020204" pitchFamily="34" charset="0"/>
                <a:cs typeface="Open Sans" panose="020B0606030504020204" pitchFamily="34" charset="0"/>
              </a:rPr>
              <a:t>Service Assurance</a:t>
            </a:r>
            <a:endParaRPr kumimoji="0" lang="en-US" sz="1200" b="0" i="0" u="none" strike="noStrike" kern="0" cap="none" spc="0" normalizeH="0" baseline="0" dirty="0">
              <a:ln>
                <a:noFill/>
              </a:ln>
              <a:solidFill>
                <a:srgbClr val="0070C0"/>
              </a:solidFill>
              <a:effectLst/>
              <a:uLnTx/>
              <a:uFillTx/>
              <a:latin typeface="Segoe UI Semibold" panose="020B0702040204020203" pitchFamily="34" charset="0"/>
              <a:ea typeface="+mn-ea"/>
              <a:cs typeface="Segoe UI Semibold" panose="020B0702040204020203" pitchFamily="34" charset="0"/>
            </a:endParaRPr>
          </a:p>
        </p:txBody>
      </p:sp>
      <p:pic>
        <p:nvPicPr>
          <p:cNvPr id="3" name="Graphic 2">
            <a:extLst>
              <a:ext uri="{FF2B5EF4-FFF2-40B4-BE49-F238E27FC236}">
                <a16:creationId xmlns:a16="http://schemas.microsoft.com/office/drawing/2014/main" id="{A37A87C2-BF13-8F98-F0E6-27AE6C382C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83595" y="1122657"/>
            <a:ext cx="342900" cy="333375"/>
          </a:xfrm>
          <a:prstGeom prst="rect">
            <a:avLst/>
          </a:prstGeom>
        </p:spPr>
      </p:pic>
      <p:sp>
        <p:nvSpPr>
          <p:cNvPr id="4" name="Rectangle: Rounded Corners 3">
            <a:extLst>
              <a:ext uri="{FF2B5EF4-FFF2-40B4-BE49-F238E27FC236}">
                <a16:creationId xmlns:a16="http://schemas.microsoft.com/office/drawing/2014/main" id="{CF6BF90C-2FA0-4A41-1230-BA694B99F186}"/>
              </a:ext>
            </a:extLst>
          </p:cNvPr>
          <p:cNvSpPr/>
          <p:nvPr/>
        </p:nvSpPr>
        <p:spPr>
          <a:xfrm>
            <a:off x="1020538" y="1122657"/>
            <a:ext cx="261707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algn="ctr" defTabSz="579011">
              <a:defRPr/>
            </a:pPr>
            <a:r>
              <a:rPr lang="en-US" sz="1400" b="1" i="0" dirty="0">
                <a:solidFill>
                  <a:srgbClr val="FF0000"/>
                </a:solidFill>
                <a:effectLst/>
                <a:latin typeface="Open Sans" panose="020B0606030504020204" pitchFamily="34" charset="0"/>
              </a:rPr>
              <a:t>Contractual Compliance</a:t>
            </a:r>
            <a:endParaRPr kumimoji="0" lang="en-US" sz="2000" b="0" i="0" u="none" strike="noStrike" kern="0" cap="none" spc="0" normalizeH="0" baseline="0" dirty="0">
              <a:ln>
                <a:noFill/>
              </a:ln>
              <a:solidFill>
                <a:srgbClr val="FF0000"/>
              </a:solidFill>
              <a:effectLst/>
              <a:uLnTx/>
              <a:uFillTx/>
              <a:latin typeface="Segoe UI Semibold" panose="020B0702040204020203" pitchFamily="34" charset="0"/>
              <a:ea typeface="+mn-ea"/>
              <a:cs typeface="Segoe UI Semibold" panose="020B0702040204020203" pitchFamily="34" charset="0"/>
            </a:endParaRPr>
          </a:p>
        </p:txBody>
      </p:sp>
      <p:sp>
        <p:nvSpPr>
          <p:cNvPr id="5" name="Rectangle: Rounded Corners 4">
            <a:extLst>
              <a:ext uri="{FF2B5EF4-FFF2-40B4-BE49-F238E27FC236}">
                <a16:creationId xmlns:a16="http://schemas.microsoft.com/office/drawing/2014/main" id="{10EE45B4-8A83-0E10-3760-08B6819017ED}"/>
              </a:ext>
            </a:extLst>
          </p:cNvPr>
          <p:cNvSpPr/>
          <p:nvPr/>
        </p:nvSpPr>
        <p:spPr>
          <a:xfrm>
            <a:off x="4944088" y="1126263"/>
            <a:ext cx="2788856" cy="34416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400" b="1" i="0" dirty="0">
                <a:solidFill>
                  <a:srgbClr val="0070C0"/>
                </a:solidFill>
                <a:effectLst/>
                <a:latin typeface="Open Sans" panose="020B0606030504020204" pitchFamily="34" charset="0"/>
              </a:rPr>
              <a:t>Demonstrated Compliance</a:t>
            </a:r>
            <a:endParaRPr kumimoji="0" lang="en-US" sz="1400" b="0" i="0" u="none" strike="noStrike" kern="0" cap="none" spc="0" normalizeH="0" baseline="0" dirty="0">
              <a:ln>
                <a:noFill/>
              </a:ln>
              <a:solidFill>
                <a:srgbClr val="0070C0"/>
              </a:solidFill>
              <a:effectLst/>
              <a:uLnTx/>
              <a:uFillTx/>
              <a:latin typeface="Segoe UI Semibold" panose="020B0702040204020203" pitchFamily="34" charset="0"/>
              <a:ea typeface="+mn-ea"/>
              <a:cs typeface="Segoe UI Semibold" panose="020B0702040204020203" pitchFamily="34" charset="0"/>
            </a:endParaRPr>
          </a:p>
        </p:txBody>
      </p:sp>
      <p:sp>
        <p:nvSpPr>
          <p:cNvPr id="6" name="Rectangle: Rounded Corners 5">
            <a:extLst>
              <a:ext uri="{FF2B5EF4-FFF2-40B4-BE49-F238E27FC236}">
                <a16:creationId xmlns:a16="http://schemas.microsoft.com/office/drawing/2014/main" id="{A9C5CAAB-C213-A3E9-1E48-49753825E63F}"/>
              </a:ext>
            </a:extLst>
          </p:cNvPr>
          <p:cNvSpPr/>
          <p:nvPr/>
        </p:nvSpPr>
        <p:spPr>
          <a:xfrm>
            <a:off x="8904840" y="1110570"/>
            <a:ext cx="270756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400" b="1" dirty="0">
                <a:solidFill>
                  <a:srgbClr val="00B050"/>
                </a:solidFill>
                <a:latin typeface="Open Sans" panose="020B0606030504020204" pitchFamily="34" charset="0"/>
              </a:rPr>
              <a:t>Adopted</a:t>
            </a:r>
            <a:r>
              <a:rPr lang="en-US" sz="1400" b="1" i="0" dirty="0">
                <a:solidFill>
                  <a:srgbClr val="00B050"/>
                </a:solidFill>
                <a:effectLst/>
                <a:latin typeface="Open Sans" panose="020B0606030504020204" pitchFamily="34" charset="0"/>
              </a:rPr>
              <a:t> Compliance</a:t>
            </a:r>
            <a:endParaRPr kumimoji="0" lang="en-US" sz="1400" b="0" i="0" u="none" strike="noStrike" kern="0" cap="none" spc="0" normalizeH="0" baseline="0" noProof="0" dirty="0">
              <a:ln>
                <a:noFill/>
              </a:ln>
              <a:solidFill>
                <a:srgbClr val="00B050"/>
              </a:solidFill>
              <a:effectLst/>
              <a:uLnTx/>
              <a:uFillTx/>
              <a:latin typeface="Segoe UI Semibold" panose="020B0702040204020203" pitchFamily="34" charset="0"/>
              <a:ea typeface="+mn-ea"/>
              <a:cs typeface="Segoe UI Semibold" panose="020B0702040204020203" pitchFamily="34" charset="0"/>
            </a:endParaRPr>
          </a:p>
        </p:txBody>
      </p:sp>
      <p:pic>
        <p:nvPicPr>
          <p:cNvPr id="8" name="Graphic 7">
            <a:extLst>
              <a:ext uri="{FF2B5EF4-FFF2-40B4-BE49-F238E27FC236}">
                <a16:creationId xmlns:a16="http://schemas.microsoft.com/office/drawing/2014/main" id="{F2217612-97C7-6228-0F37-1AE48B8C0D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77005" y="1142999"/>
            <a:ext cx="342900" cy="333375"/>
          </a:xfrm>
          <a:prstGeom prst="rect">
            <a:avLst/>
          </a:prstGeom>
        </p:spPr>
      </p:pic>
      <p:grpSp>
        <p:nvGrpSpPr>
          <p:cNvPr id="15" name="Group 14">
            <a:extLst>
              <a:ext uri="{FF2B5EF4-FFF2-40B4-BE49-F238E27FC236}">
                <a16:creationId xmlns:a16="http://schemas.microsoft.com/office/drawing/2014/main" id="{02C5EFF4-4AD1-6CE3-B575-3BE8BD53799C}"/>
              </a:ext>
            </a:extLst>
          </p:cNvPr>
          <p:cNvGrpSpPr/>
          <p:nvPr/>
        </p:nvGrpSpPr>
        <p:grpSpPr>
          <a:xfrm>
            <a:off x="104664" y="1655858"/>
            <a:ext cx="757781" cy="748189"/>
            <a:chOff x="10912391" y="1544696"/>
            <a:chExt cx="757781" cy="748189"/>
          </a:xfrm>
        </p:grpSpPr>
        <p:pic>
          <p:nvPicPr>
            <p:cNvPr id="16" name="Graphic 15">
              <a:extLst>
                <a:ext uri="{FF2B5EF4-FFF2-40B4-BE49-F238E27FC236}">
                  <a16:creationId xmlns:a16="http://schemas.microsoft.com/office/drawing/2014/main" id="{C674BF80-27D1-D8A2-9A4B-BAFCFB1590A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912391" y="1544696"/>
              <a:ext cx="757781" cy="748189"/>
            </a:xfrm>
            <a:prstGeom prst="rect">
              <a:avLst/>
            </a:prstGeom>
          </p:spPr>
        </p:pic>
        <p:pic>
          <p:nvPicPr>
            <p:cNvPr id="17" name="Graphic 16">
              <a:extLst>
                <a:ext uri="{FF2B5EF4-FFF2-40B4-BE49-F238E27FC236}">
                  <a16:creationId xmlns:a16="http://schemas.microsoft.com/office/drawing/2014/main" id="{A96B2A60-83E2-889B-FDA6-03180261887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110306" y="1727568"/>
              <a:ext cx="361950" cy="371475"/>
            </a:xfrm>
            <a:prstGeom prst="rect">
              <a:avLst/>
            </a:prstGeom>
          </p:spPr>
        </p:pic>
      </p:grpSp>
      <p:grpSp>
        <p:nvGrpSpPr>
          <p:cNvPr id="21" name="Group 20">
            <a:extLst>
              <a:ext uri="{FF2B5EF4-FFF2-40B4-BE49-F238E27FC236}">
                <a16:creationId xmlns:a16="http://schemas.microsoft.com/office/drawing/2014/main" id="{71FF75F8-64D6-0AFC-F729-57A4ABE2642D}"/>
              </a:ext>
            </a:extLst>
          </p:cNvPr>
          <p:cNvGrpSpPr/>
          <p:nvPr/>
        </p:nvGrpSpPr>
        <p:grpSpPr>
          <a:xfrm>
            <a:off x="8163161" y="1641089"/>
            <a:ext cx="757781" cy="756775"/>
            <a:chOff x="8896303" y="1525049"/>
            <a:chExt cx="757781" cy="748189"/>
          </a:xfrm>
        </p:grpSpPr>
        <p:pic>
          <p:nvPicPr>
            <p:cNvPr id="22" name="Graphic 21">
              <a:extLst>
                <a:ext uri="{FF2B5EF4-FFF2-40B4-BE49-F238E27FC236}">
                  <a16:creationId xmlns:a16="http://schemas.microsoft.com/office/drawing/2014/main" id="{36C3D28C-FCCE-C3DE-90DE-9F2A93E8AEE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96303" y="1525049"/>
              <a:ext cx="757781" cy="748189"/>
            </a:xfrm>
            <a:prstGeom prst="rect">
              <a:avLst/>
            </a:prstGeom>
          </p:spPr>
        </p:pic>
        <p:pic>
          <p:nvPicPr>
            <p:cNvPr id="23" name="Graphic 22" descr="Connections outline">
              <a:extLst>
                <a:ext uri="{FF2B5EF4-FFF2-40B4-BE49-F238E27FC236}">
                  <a16:creationId xmlns:a16="http://schemas.microsoft.com/office/drawing/2014/main" id="{6EFABA65-01D3-D446-1504-9717780E429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9075602" y="1709275"/>
              <a:ext cx="399182" cy="399182"/>
            </a:xfrm>
            <a:prstGeom prst="rect">
              <a:avLst/>
            </a:prstGeom>
          </p:spPr>
        </p:pic>
      </p:grpSp>
      <p:sp>
        <p:nvSpPr>
          <p:cNvPr id="24" name="Rectangle: Rounded Corners 23">
            <a:extLst>
              <a:ext uri="{FF2B5EF4-FFF2-40B4-BE49-F238E27FC236}">
                <a16:creationId xmlns:a16="http://schemas.microsoft.com/office/drawing/2014/main" id="{6B97EC86-20D3-C164-6443-3FF9A4E780D3}"/>
              </a:ext>
            </a:extLst>
          </p:cNvPr>
          <p:cNvSpPr/>
          <p:nvPr/>
        </p:nvSpPr>
        <p:spPr>
          <a:xfrm>
            <a:off x="8920942" y="1878569"/>
            <a:ext cx="2691464"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200" b="1" i="0" dirty="0">
                <a:solidFill>
                  <a:srgbClr val="00B050"/>
                </a:solidFill>
                <a:effectLst/>
                <a:latin typeface="Open Sans" panose="020B0606030504020204" pitchFamily="34" charset="0"/>
              </a:rPr>
              <a:t>Technical &amp; security measures and tools for organizational use</a:t>
            </a:r>
            <a:endParaRPr kumimoji="0" lang="en-US" sz="1200" b="0" i="0" u="none" strike="noStrike" kern="0" cap="none" spc="0" normalizeH="0" baseline="0" dirty="0">
              <a:ln>
                <a:noFill/>
              </a:ln>
              <a:solidFill>
                <a:srgbClr val="00B050"/>
              </a:solidFill>
              <a:effectLst/>
              <a:uLnTx/>
              <a:uFillTx/>
              <a:latin typeface="Segoe UI Semibold" panose="020B0702040204020203" pitchFamily="34" charset="0"/>
              <a:ea typeface="+mn-ea"/>
              <a:cs typeface="Segoe UI Semibold" panose="020B0702040204020203" pitchFamily="34" charset="0"/>
            </a:endParaRPr>
          </a:p>
        </p:txBody>
      </p:sp>
      <p:grpSp>
        <p:nvGrpSpPr>
          <p:cNvPr id="10" name="Group 9">
            <a:extLst>
              <a:ext uri="{FF2B5EF4-FFF2-40B4-BE49-F238E27FC236}">
                <a16:creationId xmlns:a16="http://schemas.microsoft.com/office/drawing/2014/main" id="{E9CFE68F-D2A4-23D7-6DFB-5933C8EE1CA0}"/>
              </a:ext>
            </a:extLst>
          </p:cNvPr>
          <p:cNvGrpSpPr/>
          <p:nvPr/>
        </p:nvGrpSpPr>
        <p:grpSpPr>
          <a:xfrm>
            <a:off x="4071239" y="1641089"/>
            <a:ext cx="757781" cy="748189"/>
            <a:chOff x="678224" y="1525049"/>
            <a:chExt cx="757781" cy="748189"/>
          </a:xfrm>
        </p:grpSpPr>
        <p:pic>
          <p:nvPicPr>
            <p:cNvPr id="12" name="Graphic 11">
              <a:extLst>
                <a:ext uri="{FF2B5EF4-FFF2-40B4-BE49-F238E27FC236}">
                  <a16:creationId xmlns:a16="http://schemas.microsoft.com/office/drawing/2014/main" id="{C0032A6A-8A17-2C9E-D04D-A2C4D28E3F2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8224" y="1525049"/>
              <a:ext cx="757781" cy="748189"/>
            </a:xfrm>
            <a:prstGeom prst="rect">
              <a:avLst/>
            </a:prstGeom>
          </p:spPr>
        </p:pic>
        <p:pic>
          <p:nvPicPr>
            <p:cNvPr id="13" name="Graphic 12" descr="Group brainstorm outline">
              <a:extLst>
                <a:ext uri="{FF2B5EF4-FFF2-40B4-BE49-F238E27FC236}">
                  <a16:creationId xmlns:a16="http://schemas.microsoft.com/office/drawing/2014/main" id="{9246A42E-13BF-8FA7-D72F-82EAFA299EAC}"/>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859623" y="1698601"/>
              <a:ext cx="403794" cy="403792"/>
            </a:xfrm>
            <a:prstGeom prst="rect">
              <a:avLst/>
            </a:prstGeom>
          </p:spPr>
        </p:pic>
      </p:grpSp>
      <p:grpSp>
        <p:nvGrpSpPr>
          <p:cNvPr id="14" name="Group 13">
            <a:extLst>
              <a:ext uri="{FF2B5EF4-FFF2-40B4-BE49-F238E27FC236}">
                <a16:creationId xmlns:a16="http://schemas.microsoft.com/office/drawing/2014/main" id="{0FCE4F83-4D7C-25AB-4138-D8E151AE2118}"/>
              </a:ext>
            </a:extLst>
          </p:cNvPr>
          <p:cNvGrpSpPr/>
          <p:nvPr/>
        </p:nvGrpSpPr>
        <p:grpSpPr>
          <a:xfrm>
            <a:off x="4105424" y="3404904"/>
            <a:ext cx="757781" cy="748189"/>
            <a:chOff x="2638686" y="1525049"/>
            <a:chExt cx="757781" cy="748189"/>
          </a:xfrm>
        </p:grpSpPr>
        <p:pic>
          <p:nvPicPr>
            <p:cNvPr id="18" name="Graphic 17">
              <a:extLst>
                <a:ext uri="{FF2B5EF4-FFF2-40B4-BE49-F238E27FC236}">
                  <a16:creationId xmlns:a16="http://schemas.microsoft.com/office/drawing/2014/main" id="{27F94969-ED35-D650-DCD6-28304CFF8B4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38686" y="1525049"/>
              <a:ext cx="757781" cy="748189"/>
            </a:xfrm>
            <a:prstGeom prst="rect">
              <a:avLst/>
            </a:prstGeom>
          </p:spPr>
        </p:pic>
        <p:pic>
          <p:nvPicPr>
            <p:cNvPr id="27" name="Graphic 26" descr="Thumbs up sign outline">
              <a:extLst>
                <a:ext uri="{FF2B5EF4-FFF2-40B4-BE49-F238E27FC236}">
                  <a16:creationId xmlns:a16="http://schemas.microsoft.com/office/drawing/2014/main" id="{F2868B05-5899-429E-AF34-179E7BB5262C}"/>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2831235" y="1709998"/>
              <a:ext cx="381000" cy="381000"/>
            </a:xfrm>
            <a:prstGeom prst="rect">
              <a:avLst/>
            </a:prstGeom>
          </p:spPr>
        </p:pic>
      </p:grpSp>
      <p:sp>
        <p:nvSpPr>
          <p:cNvPr id="29" name="Rectangle 28">
            <a:extLst>
              <a:ext uri="{FF2B5EF4-FFF2-40B4-BE49-F238E27FC236}">
                <a16:creationId xmlns:a16="http://schemas.microsoft.com/office/drawing/2014/main" id="{BD402366-2994-D7AF-EB6B-FA76C9DC4347}"/>
              </a:ext>
            </a:extLst>
          </p:cNvPr>
          <p:cNvSpPr/>
          <p:nvPr/>
        </p:nvSpPr>
        <p:spPr>
          <a:xfrm>
            <a:off x="1017382" y="3095930"/>
            <a:ext cx="2617076" cy="2943113"/>
          </a:xfrm>
          <a:prstGeom prst="rect">
            <a:avLst/>
          </a:prstGeom>
        </p:spPr>
        <p:txBody>
          <a:bodyPr wrap="square" lIns="91440" tIns="45720" rIns="91440" bIns="45720" anchor="t">
            <a:spAutoFit/>
          </a:bodyPr>
          <a:lstStyle/>
          <a:p>
            <a:pPr marL="177800" marR="0" lvl="1" indent="-177800" algn="l" defTabSz="799860" rtl="0" eaLnBrk="1" fontAlgn="auto" latinLnBrk="0" hangingPunct="1">
              <a:lnSpc>
                <a:spcPct val="90000"/>
              </a:lnSpc>
              <a:spcBef>
                <a:spcPct val="0"/>
              </a:spcBef>
              <a:spcAft>
                <a:spcPct val="15000"/>
              </a:spcAft>
              <a:buClrTx/>
              <a:buSzTx/>
              <a:buFont typeface="Wingdings"/>
              <a:buChar char="§"/>
              <a:tabLst/>
              <a:defRPr/>
            </a:pPr>
            <a:r>
              <a:rPr kumimoji="0" lang="en-US" sz="1300" b="0" i="0" u="none" strike="noStrike" kern="1200" cap="none" spc="-49" normalizeH="0" baseline="0" noProof="0" dirty="0">
                <a:ln>
                  <a:noFill/>
                </a:ln>
                <a:solidFill>
                  <a:schemeClr val="bg1"/>
                </a:solidFill>
                <a:effectLst/>
                <a:uLnTx/>
                <a:uFillTx/>
                <a:latin typeface="Calibri" panose="020F0502020204030204"/>
                <a:ea typeface="+mn-ea"/>
                <a:cs typeface="Segoe UI Semibold"/>
              </a:rPr>
              <a:t>One general DPA for Products (</a:t>
            </a:r>
            <a:r>
              <a:rPr kumimoji="0" lang="en-US" sz="1300" b="1" i="0" u="none" strike="noStrike" kern="1200" cap="none" spc="-49" normalizeH="0" baseline="0" noProof="0" dirty="0">
                <a:ln>
                  <a:noFill/>
                </a:ln>
                <a:solidFill>
                  <a:schemeClr val="bg1"/>
                </a:solidFill>
                <a:effectLst/>
                <a:uLnTx/>
                <a:uFillTx/>
                <a:latin typeface="Calibri" panose="020F0502020204030204"/>
                <a:ea typeface="+mn-ea"/>
                <a:cs typeface="Segoe UI Semibold"/>
              </a:rPr>
              <a:t>Online Services</a:t>
            </a:r>
            <a:r>
              <a:rPr kumimoji="0" lang="en-US" sz="1300" b="0" i="0" u="none" strike="noStrike" kern="1200" cap="none" spc="-49" normalizeH="0" baseline="0" noProof="0" dirty="0">
                <a:ln>
                  <a:noFill/>
                </a:ln>
                <a:solidFill>
                  <a:schemeClr val="bg1"/>
                </a:solidFill>
                <a:effectLst/>
                <a:uLnTx/>
                <a:uFillTx/>
                <a:latin typeface="Calibri" panose="020F0502020204030204"/>
                <a:ea typeface="+mn-ea"/>
                <a:cs typeface="Segoe UI Semibold"/>
              </a:rPr>
              <a:t> and Software) and Professional Services</a:t>
            </a:r>
          </a:p>
          <a:p>
            <a:pPr marL="355600" lvl="2" indent="-174625" defTabSz="799860">
              <a:lnSpc>
                <a:spcPct val="90000"/>
              </a:lnSpc>
              <a:spcBef>
                <a:spcPct val="0"/>
              </a:spcBef>
              <a:spcAft>
                <a:spcPct val="15000"/>
              </a:spcAft>
              <a:buFont typeface="Wingdings"/>
              <a:buChar char="§"/>
              <a:defRPr/>
            </a:pPr>
            <a:r>
              <a:rPr lang="en-US" sz="1300" spc="-49" dirty="0">
                <a:solidFill>
                  <a:schemeClr val="bg1"/>
                </a:solidFill>
                <a:latin typeface="Calibri" panose="020F0502020204030204"/>
                <a:cs typeface="Segoe UI Semibold" panose="020B0702040204020203" pitchFamily="34" charset="0"/>
              </a:rPr>
              <a:t>With different terms for:</a:t>
            </a:r>
          </a:p>
          <a:p>
            <a:pPr marL="536575" lvl="3" indent="-180975" defTabSz="799860">
              <a:lnSpc>
                <a:spcPct val="90000"/>
              </a:lnSpc>
              <a:spcBef>
                <a:spcPct val="0"/>
              </a:spcBef>
              <a:spcAft>
                <a:spcPct val="15000"/>
              </a:spcAft>
              <a:buFont typeface="Wingdings"/>
              <a:buChar char="§"/>
              <a:defRPr/>
            </a:pPr>
            <a:r>
              <a:rPr lang="en-US" sz="1300" b="1" spc="-49" dirty="0">
                <a:solidFill>
                  <a:schemeClr val="bg1"/>
                </a:solidFill>
                <a:latin typeface="Calibri" panose="020F0502020204030204"/>
                <a:cs typeface="Segoe UI Semibold" panose="020B0702040204020203" pitchFamily="34" charset="0"/>
              </a:rPr>
              <a:t>Online Services Previews</a:t>
            </a:r>
            <a:r>
              <a:rPr lang="en-US" sz="1300" spc="-49" dirty="0">
                <a:solidFill>
                  <a:schemeClr val="bg1"/>
                </a:solidFill>
                <a:latin typeface="Calibri" panose="020F0502020204030204"/>
                <a:cs typeface="Segoe UI Semibold" panose="020B0702040204020203" pitchFamily="34" charset="0"/>
              </a:rPr>
              <a:t> vs. </a:t>
            </a:r>
            <a:r>
              <a:rPr lang="en-US" sz="1300" b="1" spc="-49" dirty="0">
                <a:solidFill>
                  <a:schemeClr val="bg1"/>
                </a:solidFill>
                <a:latin typeface="Calibri" panose="020F0502020204030204"/>
                <a:cs typeface="Segoe UI Semibold" panose="020B0702040204020203" pitchFamily="34" charset="0"/>
              </a:rPr>
              <a:t>Online  Services</a:t>
            </a:r>
            <a:r>
              <a:rPr lang="en-US" sz="1300" spc="-49" dirty="0">
                <a:solidFill>
                  <a:schemeClr val="bg1"/>
                </a:solidFill>
                <a:latin typeface="Calibri" panose="020F0502020204030204"/>
                <a:cs typeface="Segoe UI Semibold" panose="020B0702040204020203" pitchFamily="34" charset="0"/>
              </a:rPr>
              <a:t> vs. </a:t>
            </a:r>
            <a:r>
              <a:rPr lang="en-US" sz="1300" b="1" spc="-49" dirty="0">
                <a:solidFill>
                  <a:schemeClr val="bg1"/>
                </a:solidFill>
                <a:latin typeface="Calibri" panose="020F0502020204030204"/>
                <a:cs typeface="Segoe UI Semibold" panose="020B0702040204020203" pitchFamily="34" charset="0"/>
              </a:rPr>
              <a:t>Core Online Services</a:t>
            </a:r>
            <a:r>
              <a:rPr lang="en-US" sz="1300" spc="-49" dirty="0">
                <a:solidFill>
                  <a:schemeClr val="bg1"/>
                </a:solidFill>
                <a:latin typeface="Calibri" panose="020F0502020204030204"/>
                <a:cs typeface="Segoe UI Semibold" panose="020B0702040204020203" pitchFamily="34" charset="0"/>
              </a:rPr>
              <a:t> vs. </a:t>
            </a:r>
            <a:r>
              <a:rPr lang="en-US" sz="1300" b="1" spc="-49" dirty="0">
                <a:solidFill>
                  <a:schemeClr val="bg1"/>
                </a:solidFill>
                <a:latin typeface="Calibri" panose="020F0502020204030204"/>
                <a:cs typeface="Segoe UI Semibold" panose="020B0702040204020203" pitchFamily="34" charset="0"/>
              </a:rPr>
              <a:t>EU Data Boundary Online Service</a:t>
            </a:r>
            <a:r>
              <a:rPr lang="en-US" sz="1300" spc="-49" dirty="0">
                <a:solidFill>
                  <a:schemeClr val="bg1"/>
                </a:solidFill>
                <a:latin typeface="Calibri" panose="020F0502020204030204"/>
                <a:cs typeface="Segoe UI Semibold" panose="020B0702040204020203" pitchFamily="34" charset="0"/>
              </a:rPr>
              <a:t> </a:t>
            </a:r>
            <a:endParaRPr kumimoji="0" lang="en-US" sz="1300" b="0" i="0" u="none" strike="noStrike" kern="1200" cap="none" spc="-49" normalizeH="0" baseline="0" noProof="0" dirty="0">
              <a:ln>
                <a:noFill/>
              </a:ln>
              <a:solidFill>
                <a:schemeClr val="bg1"/>
              </a:solidFill>
              <a:effectLst/>
              <a:uLnTx/>
              <a:uFillTx/>
              <a:latin typeface="Calibri" panose="020F0502020204030204"/>
              <a:ea typeface="+mn-ea"/>
              <a:cs typeface="Segoe UI Semibold" panose="020B0702040204020203" pitchFamily="34" charset="0"/>
            </a:endParaRPr>
          </a:p>
          <a:p>
            <a:pPr marL="355600" lvl="2" indent="-174625" defTabSz="799860">
              <a:lnSpc>
                <a:spcPct val="90000"/>
              </a:lnSpc>
              <a:spcBef>
                <a:spcPct val="0"/>
              </a:spcBef>
              <a:spcAft>
                <a:spcPct val="15000"/>
              </a:spcAft>
              <a:buFont typeface="Wingdings"/>
              <a:buChar char="§"/>
              <a:defRPr/>
            </a:pPr>
            <a:r>
              <a:rPr kumimoji="0" lang="en-US" sz="1300" b="0" i="0" u="none" strike="noStrike" kern="1200" cap="none" spc="-49" normalizeH="0" baseline="0" noProof="0" dirty="0">
                <a:ln>
                  <a:noFill/>
                </a:ln>
                <a:solidFill>
                  <a:schemeClr val="bg1"/>
                </a:solidFill>
                <a:effectLst/>
                <a:uLnTx/>
                <a:uFillTx/>
                <a:latin typeface="Calibri" panose="020F0502020204030204"/>
                <a:ea typeface="+mn-ea"/>
                <a:cs typeface="Segoe UI Semibold" panose="020B0702040204020203" pitchFamily="34" charset="0"/>
              </a:rPr>
              <a:t>And reference to</a:t>
            </a:r>
          </a:p>
          <a:p>
            <a:pPr marL="536575" lvl="3" indent="-180975" defTabSz="799860">
              <a:lnSpc>
                <a:spcPct val="90000"/>
              </a:lnSpc>
              <a:spcBef>
                <a:spcPct val="0"/>
              </a:spcBef>
              <a:spcAft>
                <a:spcPct val="15000"/>
              </a:spcAft>
              <a:buFont typeface="Wingdings"/>
              <a:buChar char="§"/>
              <a:defRPr/>
            </a:pPr>
            <a:r>
              <a:rPr kumimoji="0" lang="en-US" sz="1300" b="1" i="0" u="none" strike="noStrike" kern="1200" cap="none" spc="-49" normalizeH="0" baseline="0" noProof="0" dirty="0">
                <a:ln>
                  <a:noFill/>
                </a:ln>
                <a:solidFill>
                  <a:schemeClr val="bg1"/>
                </a:solidFill>
                <a:effectLst/>
                <a:uLnTx/>
                <a:uFillTx/>
                <a:latin typeface="Calibri" panose="020F0502020204030204"/>
                <a:ea typeface="+mn-ea"/>
                <a:cs typeface="Segoe UI Semibold" panose="020B0702040204020203" pitchFamily="34" charset="0"/>
              </a:rPr>
              <a:t>Product-specific terms </a:t>
            </a:r>
            <a:r>
              <a:rPr kumimoji="0" lang="en-US" sz="1300" i="0" u="none" strike="noStrike" kern="1200" cap="none" spc="-49" normalizeH="0" baseline="0" noProof="0" dirty="0">
                <a:ln>
                  <a:noFill/>
                </a:ln>
                <a:solidFill>
                  <a:schemeClr val="bg1"/>
                </a:solidFill>
                <a:effectLst/>
                <a:uLnTx/>
                <a:uFillTx/>
                <a:latin typeface="Calibri" panose="020F0502020204030204"/>
                <a:ea typeface="+mn-ea"/>
                <a:cs typeface="Segoe UI Semibold" panose="020B0702040204020203" pitchFamily="34" charset="0"/>
              </a:rPr>
              <a:t>(for some)</a:t>
            </a:r>
          </a:p>
          <a:p>
            <a:pPr marL="536575" lvl="3" indent="-180975" defTabSz="799860">
              <a:lnSpc>
                <a:spcPct val="90000"/>
              </a:lnSpc>
              <a:spcBef>
                <a:spcPct val="0"/>
              </a:spcBef>
              <a:spcAft>
                <a:spcPct val="15000"/>
              </a:spcAft>
              <a:buFont typeface="Wingdings"/>
              <a:buChar char="§"/>
              <a:defRPr/>
            </a:pPr>
            <a:r>
              <a:rPr lang="en-US" sz="1300" b="1" spc="-49" dirty="0">
                <a:solidFill>
                  <a:schemeClr val="bg1"/>
                </a:solidFill>
                <a:latin typeface="Calibri" panose="020F0502020204030204"/>
                <a:cs typeface="Segoe UI Semibold" panose="020B0702040204020203" pitchFamily="34" charset="0"/>
              </a:rPr>
              <a:t>Product Documentation</a:t>
            </a:r>
            <a:r>
              <a:rPr lang="en-US" sz="1300" spc="-49" dirty="0">
                <a:solidFill>
                  <a:schemeClr val="bg1"/>
                </a:solidFill>
                <a:latin typeface="Calibri" panose="020F0502020204030204"/>
                <a:cs typeface="Segoe UI Semibold" panose="020B0702040204020203" pitchFamily="34" charset="0"/>
              </a:rPr>
              <a:t> describing specific data </a:t>
            </a:r>
            <a:r>
              <a:rPr lang="en-US" sz="1300" dirty="0">
                <a:solidFill>
                  <a:schemeClr val="bg1"/>
                </a:solidFill>
                <a:effectLst/>
                <a:latin typeface="Calibri" panose="020F0502020204030204" pitchFamily="34" charset="0"/>
                <a:ea typeface="Aptos" panose="020B0004020202020204" pitchFamily="34" charset="0"/>
              </a:rPr>
              <a:t>use scenarios and features for customer configuration.</a:t>
            </a:r>
            <a:endParaRPr kumimoji="0" lang="en-US" sz="1300" i="0" u="none" strike="noStrike" kern="1200" cap="none" spc="-49" normalizeH="0" baseline="0" noProof="0" dirty="0">
              <a:ln>
                <a:noFill/>
              </a:ln>
              <a:solidFill>
                <a:schemeClr val="bg1"/>
              </a:solidFill>
              <a:effectLst/>
              <a:uLnTx/>
              <a:uFillTx/>
              <a:latin typeface="Calibri" panose="020F0502020204030204"/>
              <a:ea typeface="+mn-ea"/>
              <a:cs typeface="Segoe UI Semibold" panose="020B0702040204020203" pitchFamily="34" charset="0"/>
            </a:endParaRPr>
          </a:p>
        </p:txBody>
      </p:sp>
      <p:sp>
        <p:nvSpPr>
          <p:cNvPr id="30" name="Rectangle 29">
            <a:extLst>
              <a:ext uri="{FF2B5EF4-FFF2-40B4-BE49-F238E27FC236}">
                <a16:creationId xmlns:a16="http://schemas.microsoft.com/office/drawing/2014/main" id="{98D9B2BD-64FE-8390-9AA4-9F7637B7163F}"/>
              </a:ext>
            </a:extLst>
          </p:cNvPr>
          <p:cNvSpPr/>
          <p:nvPr/>
        </p:nvSpPr>
        <p:spPr>
          <a:xfrm>
            <a:off x="4961971" y="2250379"/>
            <a:ext cx="2617076" cy="842538"/>
          </a:xfrm>
          <a:prstGeom prst="rect">
            <a:avLst/>
          </a:prstGeom>
        </p:spPr>
        <p:txBody>
          <a:bodyPr wrap="square" lIns="91440" tIns="45720" rIns="91440" bIns="45720" anchor="t">
            <a:spAutoFit/>
          </a:bodyPr>
          <a:lstStyle/>
          <a:p>
            <a:pPr marL="177800" marR="0" lvl="1" indent="-177800" algn="l" defTabSz="799860" rtl="0" eaLnBrk="1" fontAlgn="auto" latinLnBrk="0" hangingPunct="1">
              <a:lnSpc>
                <a:spcPct val="90000"/>
              </a:lnSpc>
              <a:spcBef>
                <a:spcPct val="0"/>
              </a:spcBef>
              <a:spcAft>
                <a:spcPct val="15000"/>
              </a:spcAft>
              <a:buClrTx/>
              <a:buSzTx/>
              <a:buFont typeface="Wingdings"/>
              <a:buChar char="§"/>
              <a:tabLst/>
              <a:defRPr/>
            </a:pPr>
            <a:r>
              <a:rPr kumimoji="0" lang="en-US" sz="1300" b="0" i="0" u="none" strike="noStrike" kern="1200" cap="none" spc="-49" normalizeH="0" baseline="0" noProof="0" dirty="0">
                <a:ln>
                  <a:noFill/>
                </a:ln>
                <a:solidFill>
                  <a:schemeClr val="bg1"/>
                </a:solidFill>
                <a:effectLst/>
                <a:uLnTx/>
                <a:uFillTx/>
                <a:latin typeface="Calibri" panose="020F0502020204030204"/>
                <a:ea typeface="+mn-ea"/>
                <a:cs typeface="Segoe UI Semibold"/>
              </a:rPr>
              <a:t>Learn descriptions of Datacenter operations &amp; controls design to safeguards customer data</a:t>
            </a:r>
            <a:endParaRPr kumimoji="0" lang="en-US" sz="2400" b="0" i="0" u="none" strike="noStrike" kern="1200" cap="none" spc="0" normalizeH="0" baseline="0" noProof="0" dirty="0">
              <a:ln>
                <a:noFill/>
              </a:ln>
              <a:solidFill>
                <a:schemeClr val="bg1"/>
              </a:solidFill>
              <a:effectLst/>
              <a:uLnTx/>
              <a:uFillTx/>
              <a:latin typeface="Calibri" panose="020F0502020204030204"/>
              <a:ea typeface="+mn-ea"/>
              <a:cs typeface="+mn-cs"/>
            </a:endParaRPr>
          </a:p>
          <a:p>
            <a:pPr marL="177800" marR="0" lvl="1" indent="-177800" algn="l" defTabSz="799860" rtl="0" eaLnBrk="1" fontAlgn="auto" latinLnBrk="0" hangingPunct="1">
              <a:lnSpc>
                <a:spcPct val="90000"/>
              </a:lnSpc>
              <a:spcBef>
                <a:spcPct val="0"/>
              </a:spcBef>
              <a:spcAft>
                <a:spcPct val="15000"/>
              </a:spcAft>
              <a:buClrTx/>
              <a:buSzTx/>
              <a:buFont typeface="Wingdings"/>
              <a:buChar char="§"/>
              <a:tabLst/>
              <a:defRPr/>
            </a:pPr>
            <a:r>
              <a:rPr lang="en-US" sz="1300" spc="-49" dirty="0">
                <a:solidFill>
                  <a:schemeClr val="bg1"/>
                </a:solidFill>
                <a:latin typeface="Calibri" panose="020F0502020204030204"/>
                <a:cs typeface="Segoe UI Semibold"/>
              </a:rPr>
              <a:t>Learn Training &amp; education paths</a:t>
            </a:r>
            <a:endParaRPr kumimoji="0" lang="en-US" sz="1300" b="0" i="0" u="none" strike="noStrike" kern="1200" cap="none" spc="-49" normalizeH="0" baseline="0" noProof="0" dirty="0">
              <a:ln>
                <a:noFill/>
              </a:ln>
              <a:solidFill>
                <a:schemeClr val="bg1"/>
              </a:solidFill>
              <a:effectLst/>
              <a:uLnTx/>
              <a:uFillTx/>
              <a:latin typeface="Calibri" panose="020F0502020204030204"/>
              <a:ea typeface="+mn-ea"/>
              <a:cs typeface="Segoe UI Semibold" panose="020B0702040204020203" pitchFamily="34" charset="0"/>
            </a:endParaRPr>
          </a:p>
        </p:txBody>
      </p:sp>
      <p:sp>
        <p:nvSpPr>
          <p:cNvPr id="31" name="Rectangle 30">
            <a:extLst>
              <a:ext uri="{FF2B5EF4-FFF2-40B4-BE49-F238E27FC236}">
                <a16:creationId xmlns:a16="http://schemas.microsoft.com/office/drawing/2014/main" id="{4F4574AD-6ADF-BF02-78AD-BC476C048768}"/>
              </a:ext>
            </a:extLst>
          </p:cNvPr>
          <p:cNvSpPr/>
          <p:nvPr/>
        </p:nvSpPr>
        <p:spPr>
          <a:xfrm>
            <a:off x="1020477" y="2235694"/>
            <a:ext cx="2617076" cy="842538"/>
          </a:xfrm>
          <a:prstGeom prst="rect">
            <a:avLst/>
          </a:prstGeom>
        </p:spPr>
        <p:txBody>
          <a:bodyPr wrap="square" lIns="91440" tIns="45720" rIns="91440" bIns="45720" anchor="t">
            <a:spAutoFit/>
          </a:bodyPr>
          <a:lstStyle/>
          <a:p>
            <a:pPr marL="177800" marR="0" lvl="1" indent="-177800" algn="l" defTabSz="799860" rtl="0" eaLnBrk="1" fontAlgn="auto" latinLnBrk="0" hangingPunct="1">
              <a:lnSpc>
                <a:spcPct val="90000"/>
              </a:lnSpc>
              <a:spcBef>
                <a:spcPct val="0"/>
              </a:spcBef>
              <a:spcAft>
                <a:spcPct val="15000"/>
              </a:spcAft>
              <a:buClrTx/>
              <a:buSzTx/>
              <a:buFont typeface="Wingdings"/>
              <a:buChar char="§"/>
              <a:tabLst/>
              <a:defRPr/>
            </a:pPr>
            <a:r>
              <a:rPr lang="en-US" sz="1300" b="1" spc="-49" dirty="0">
                <a:solidFill>
                  <a:schemeClr val="bg1"/>
                </a:solidFill>
                <a:latin typeface="Calibri" panose="020F0502020204030204"/>
                <a:cs typeface="Segoe UI Semibold"/>
              </a:rPr>
              <a:t>DPA is has </a:t>
            </a:r>
            <a:r>
              <a:rPr lang="en-US" sz="1300" b="1" u="sng" spc="-49" dirty="0">
                <a:solidFill>
                  <a:schemeClr val="bg1"/>
                </a:solidFill>
                <a:latin typeface="Calibri" panose="020F0502020204030204"/>
                <a:cs typeface="Segoe UI Semibold"/>
              </a:rPr>
              <a:t>general</a:t>
            </a:r>
            <a:r>
              <a:rPr lang="en-US" sz="1300" b="1" spc="-49" dirty="0">
                <a:solidFill>
                  <a:schemeClr val="bg1"/>
                </a:solidFill>
                <a:latin typeface="Calibri" panose="020F0502020204030204"/>
                <a:cs typeface="Segoe UI Semibold"/>
              </a:rPr>
              <a:t> obligations</a:t>
            </a:r>
            <a:endParaRPr kumimoji="0" lang="en-US" sz="2400" b="1" i="0" u="none" strike="noStrike" kern="1200" cap="none" spc="0" normalizeH="0" baseline="0" noProof="0" dirty="0">
              <a:ln>
                <a:noFill/>
              </a:ln>
              <a:solidFill>
                <a:schemeClr val="bg1"/>
              </a:solidFill>
              <a:effectLst/>
              <a:uLnTx/>
              <a:uFillTx/>
              <a:latin typeface="Calibri" panose="020F0502020204030204"/>
              <a:ea typeface="+mn-ea"/>
              <a:cs typeface="+mn-cs"/>
            </a:endParaRPr>
          </a:p>
          <a:p>
            <a:pPr marL="177800" marR="0" lvl="1" indent="-177800" algn="l" defTabSz="799860" rtl="0" eaLnBrk="1" fontAlgn="auto" latinLnBrk="0" hangingPunct="1">
              <a:lnSpc>
                <a:spcPct val="90000"/>
              </a:lnSpc>
              <a:spcBef>
                <a:spcPct val="0"/>
              </a:spcBef>
              <a:spcAft>
                <a:spcPct val="15000"/>
              </a:spcAft>
              <a:buClrTx/>
              <a:buSzTx/>
              <a:buFont typeface="Wingdings"/>
              <a:buChar char="§"/>
              <a:tabLst/>
              <a:defRPr/>
            </a:pPr>
            <a:r>
              <a:rPr lang="en-US" sz="1300" b="1" spc="-49" dirty="0">
                <a:solidFill>
                  <a:schemeClr val="bg1"/>
                </a:solidFill>
                <a:latin typeface="Calibri" panose="020F0502020204030204"/>
                <a:cs typeface="Segoe UI Semibold"/>
              </a:rPr>
              <a:t>Product-specific terms and Product Documentation has </a:t>
            </a:r>
            <a:r>
              <a:rPr lang="en-US" sz="1300" b="1" u="sng" spc="-49" dirty="0">
                <a:solidFill>
                  <a:schemeClr val="bg1"/>
                </a:solidFill>
                <a:latin typeface="Calibri" panose="020F0502020204030204"/>
                <a:cs typeface="Segoe UI Semibold"/>
              </a:rPr>
              <a:t>specific terms and guidance</a:t>
            </a:r>
            <a:r>
              <a:rPr lang="en-US" sz="1300" b="1" spc="-49" dirty="0">
                <a:solidFill>
                  <a:schemeClr val="bg1"/>
                </a:solidFill>
                <a:latin typeface="Calibri" panose="020F0502020204030204"/>
                <a:cs typeface="Segoe UI Semibold"/>
              </a:rPr>
              <a:t>.</a:t>
            </a:r>
            <a:endParaRPr kumimoji="0" lang="en-US" sz="1300" b="1" i="0" u="none" strike="noStrike" kern="1200" cap="none" spc="-49" normalizeH="0" baseline="0" noProof="0" dirty="0">
              <a:ln>
                <a:noFill/>
              </a:ln>
              <a:solidFill>
                <a:schemeClr val="bg1"/>
              </a:solidFill>
              <a:effectLst/>
              <a:uLnTx/>
              <a:uFillTx/>
              <a:latin typeface="Calibri" panose="020F0502020204030204"/>
              <a:ea typeface="+mn-ea"/>
              <a:cs typeface="Segoe UI Semibold" panose="020B0702040204020203" pitchFamily="34" charset="0"/>
            </a:endParaRPr>
          </a:p>
        </p:txBody>
      </p:sp>
      <p:sp>
        <p:nvSpPr>
          <p:cNvPr id="33" name="Rectangle: Rounded Corners 32">
            <a:extLst>
              <a:ext uri="{FF2B5EF4-FFF2-40B4-BE49-F238E27FC236}">
                <a16:creationId xmlns:a16="http://schemas.microsoft.com/office/drawing/2014/main" id="{C38734E6-259F-7420-0375-CF9CCB0AD2E7}"/>
              </a:ext>
            </a:extLst>
          </p:cNvPr>
          <p:cNvSpPr/>
          <p:nvPr/>
        </p:nvSpPr>
        <p:spPr>
          <a:xfrm>
            <a:off x="4964180" y="3483102"/>
            <a:ext cx="2791971"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913927" rtl="0" eaLnBrk="1" fontAlgn="base" latinLnBrk="0" hangingPunct="1">
              <a:lnSpc>
                <a:spcPct val="100000"/>
              </a:lnSpc>
              <a:spcBef>
                <a:spcPct val="0"/>
              </a:spcBef>
              <a:spcAft>
                <a:spcPts val="588"/>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rPr>
              <a:t>Third-party Certification &amp; Audits</a:t>
            </a:r>
          </a:p>
        </p:txBody>
      </p:sp>
      <p:sp>
        <p:nvSpPr>
          <p:cNvPr id="34" name="Rectangle 33">
            <a:extLst>
              <a:ext uri="{FF2B5EF4-FFF2-40B4-BE49-F238E27FC236}">
                <a16:creationId xmlns:a16="http://schemas.microsoft.com/office/drawing/2014/main" id="{79119080-AF3C-B823-2988-E3985531E6EE}"/>
              </a:ext>
            </a:extLst>
          </p:cNvPr>
          <p:cNvSpPr/>
          <p:nvPr/>
        </p:nvSpPr>
        <p:spPr>
          <a:xfrm>
            <a:off x="5006729" y="3902743"/>
            <a:ext cx="2617076" cy="842538"/>
          </a:xfrm>
          <a:prstGeom prst="rect">
            <a:avLst/>
          </a:prstGeom>
        </p:spPr>
        <p:txBody>
          <a:bodyPr wrap="square" lIns="91440" tIns="45720" rIns="91440" bIns="45720" anchor="t">
            <a:spAutoFit/>
          </a:bodyPr>
          <a:lstStyle/>
          <a:p>
            <a:pPr marL="177800" marR="0" lvl="1" indent="-177800" algn="l" defTabSz="799860" rtl="0" eaLnBrk="1" fontAlgn="auto" latinLnBrk="0" hangingPunct="1">
              <a:lnSpc>
                <a:spcPct val="90000"/>
              </a:lnSpc>
              <a:spcBef>
                <a:spcPct val="0"/>
              </a:spcBef>
              <a:spcAft>
                <a:spcPct val="15000"/>
              </a:spcAft>
              <a:buClrTx/>
              <a:buSzTx/>
              <a:buFont typeface="Wingdings"/>
              <a:buChar char="§"/>
              <a:tabLst/>
              <a:defRPr/>
            </a:pPr>
            <a:r>
              <a:rPr kumimoji="0" lang="en-US" sz="1300" b="0" i="0" u="none" strike="noStrike" kern="1200" cap="none" spc="-49" normalizeH="0" baseline="0" noProof="0" dirty="0">
                <a:ln>
                  <a:noFill/>
                </a:ln>
                <a:solidFill>
                  <a:schemeClr val="bg1"/>
                </a:solidFill>
                <a:effectLst/>
                <a:uLnTx/>
                <a:uFillTx/>
                <a:latin typeface="Calibri" panose="020F0502020204030204"/>
                <a:ea typeface="+mn-ea"/>
                <a:cs typeface="Segoe UI Semibold"/>
              </a:rPr>
              <a:t>Microsoft controls based on various standards</a:t>
            </a:r>
            <a:endParaRPr kumimoji="0" lang="en-US" sz="2400" b="0" i="0" u="none" strike="noStrike" kern="1200" cap="none" spc="0" normalizeH="0" baseline="0" noProof="0" dirty="0">
              <a:ln>
                <a:noFill/>
              </a:ln>
              <a:solidFill>
                <a:schemeClr val="bg1"/>
              </a:solidFill>
              <a:effectLst/>
              <a:uLnTx/>
              <a:uFillTx/>
              <a:latin typeface="Calibri" panose="020F0502020204030204"/>
              <a:ea typeface="+mn-ea"/>
              <a:cs typeface="Calibri" panose="020F0502020204030204"/>
            </a:endParaRPr>
          </a:p>
          <a:p>
            <a:pPr marL="177800" marR="0" lvl="1" indent="-177800" algn="l" defTabSz="799860" rtl="0" eaLnBrk="1" fontAlgn="auto" latinLnBrk="0" hangingPunct="1">
              <a:lnSpc>
                <a:spcPct val="90000"/>
              </a:lnSpc>
              <a:spcBef>
                <a:spcPct val="0"/>
              </a:spcBef>
              <a:spcAft>
                <a:spcPct val="15000"/>
              </a:spcAft>
              <a:buClrTx/>
              <a:buSzTx/>
              <a:buFont typeface="Wingdings"/>
              <a:buChar char="§"/>
              <a:tabLst/>
              <a:defRPr/>
            </a:pPr>
            <a:r>
              <a:rPr kumimoji="0" lang="en-US" sz="1300" b="0" i="0" u="none" strike="noStrike" kern="1200" cap="none" spc="-49" normalizeH="0" baseline="0" noProof="0" dirty="0">
                <a:ln>
                  <a:noFill/>
                </a:ln>
                <a:solidFill>
                  <a:schemeClr val="bg1"/>
                </a:solidFill>
                <a:effectLst/>
                <a:uLnTx/>
                <a:uFillTx/>
                <a:latin typeface="Calibri" panose="020F0502020204030204"/>
                <a:ea typeface="+mn-ea"/>
                <a:cs typeface="Segoe UI Semibold"/>
              </a:rPr>
              <a:t>Third-party attestation &amp; certification (ISO, SOC etc.)</a:t>
            </a:r>
            <a:endParaRPr kumimoji="0" lang="en-US" sz="13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F23E5BB0-CCAD-7BCD-D7F0-050F713A38EE}"/>
              </a:ext>
            </a:extLst>
          </p:cNvPr>
          <p:cNvSpPr/>
          <p:nvPr/>
        </p:nvSpPr>
        <p:spPr>
          <a:xfrm>
            <a:off x="4961971" y="5119041"/>
            <a:ext cx="2794180" cy="272382"/>
          </a:xfrm>
          <a:prstGeom prst="rect">
            <a:avLst/>
          </a:prstGeom>
        </p:spPr>
        <p:txBody>
          <a:bodyPr wrap="square" lIns="91440" tIns="45720" rIns="91440" bIns="45720" anchor="t">
            <a:spAutoFit/>
          </a:bodyPr>
          <a:lstStyle/>
          <a:p>
            <a:pPr marL="177800" marR="0" lvl="1" indent="-177800" algn="l" defTabSz="799860" rtl="0" eaLnBrk="1" fontAlgn="auto" latinLnBrk="0" hangingPunct="1">
              <a:lnSpc>
                <a:spcPct val="90000"/>
              </a:lnSpc>
              <a:spcBef>
                <a:spcPct val="0"/>
              </a:spcBef>
              <a:spcAft>
                <a:spcPct val="15000"/>
              </a:spcAft>
              <a:buClrTx/>
              <a:buSzTx/>
              <a:buFont typeface="Wingdings"/>
              <a:buChar char="§"/>
              <a:tabLst/>
              <a:defRPr/>
            </a:pPr>
            <a:r>
              <a:rPr lang="en-US" sz="1300" spc="-49" dirty="0">
                <a:solidFill>
                  <a:schemeClr val="bg1"/>
                </a:solidFill>
                <a:latin typeface="Calibri" panose="020F0502020204030204"/>
                <a:cs typeface="Segoe UI Semibold"/>
              </a:rPr>
              <a:t>Third-part </a:t>
            </a:r>
            <a:r>
              <a:rPr kumimoji="0" lang="en-US" sz="1300" b="0" i="0" u="none" strike="noStrike" kern="1200" cap="none" spc="-49" normalizeH="0" baseline="0" noProof="0" dirty="0">
                <a:ln>
                  <a:noFill/>
                </a:ln>
                <a:solidFill>
                  <a:schemeClr val="bg1"/>
                </a:solidFill>
                <a:effectLst/>
                <a:uLnTx/>
                <a:uFillTx/>
                <a:latin typeface="Calibri" panose="020F0502020204030204"/>
                <a:ea typeface="+mn-ea"/>
                <a:cs typeface="Segoe UI Semibold"/>
              </a:rPr>
              <a:t>testing and by customers</a:t>
            </a:r>
            <a:endParaRPr kumimoji="0" lang="en-US" sz="24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37" name="Rectangle: Rounded Corners 36">
            <a:extLst>
              <a:ext uri="{FF2B5EF4-FFF2-40B4-BE49-F238E27FC236}">
                <a16:creationId xmlns:a16="http://schemas.microsoft.com/office/drawing/2014/main" id="{72E65F10-E0CF-34D8-EB5E-7258FFD4E8FC}"/>
              </a:ext>
            </a:extLst>
          </p:cNvPr>
          <p:cNvSpPr/>
          <p:nvPr/>
        </p:nvSpPr>
        <p:spPr>
          <a:xfrm>
            <a:off x="4968046" y="4735563"/>
            <a:ext cx="2791971"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913927" rtl="0" eaLnBrk="1" fontAlgn="base" latinLnBrk="0" hangingPunct="1">
              <a:lnSpc>
                <a:spcPct val="100000"/>
              </a:lnSpc>
              <a:spcBef>
                <a:spcPct val="0"/>
              </a:spcBef>
              <a:spcAft>
                <a:spcPts val="588"/>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rPr>
              <a:t>Penetration Testing</a:t>
            </a:r>
          </a:p>
        </p:txBody>
      </p:sp>
      <p:sp>
        <p:nvSpPr>
          <p:cNvPr id="44" name="Rectangle 43">
            <a:extLst>
              <a:ext uri="{FF2B5EF4-FFF2-40B4-BE49-F238E27FC236}">
                <a16:creationId xmlns:a16="http://schemas.microsoft.com/office/drawing/2014/main" id="{638354F2-A014-C68F-FF00-24F824900841}"/>
              </a:ext>
            </a:extLst>
          </p:cNvPr>
          <p:cNvSpPr/>
          <p:nvPr/>
        </p:nvSpPr>
        <p:spPr bwMode="auto">
          <a:xfrm>
            <a:off x="4957240" y="3074664"/>
            <a:ext cx="2720008" cy="118800"/>
          </a:xfrm>
          <a:prstGeom prst="rect">
            <a:avLst/>
          </a:prstGeom>
          <a:gradFill flip="none" rotWithShape="1">
            <a:gsLst>
              <a:gs pos="0">
                <a:srgbClr val="0078D3"/>
              </a:gs>
              <a:gs pos="65000">
                <a:srgbClr val="007EA9">
                  <a:alpha val="85000"/>
                </a:srgbClr>
              </a:gs>
              <a:gs pos="39000">
                <a:srgbClr val="00847E">
                  <a:alpha val="85000"/>
                </a:srgbClr>
              </a:gs>
              <a:gs pos="100000">
                <a:srgbClr val="0078D3"/>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45" name="Rectangle 44">
            <a:extLst>
              <a:ext uri="{FF2B5EF4-FFF2-40B4-BE49-F238E27FC236}">
                <a16:creationId xmlns:a16="http://schemas.microsoft.com/office/drawing/2014/main" id="{C51AA8D7-46D9-AB51-A65D-233D573D0CD8}"/>
              </a:ext>
            </a:extLst>
          </p:cNvPr>
          <p:cNvSpPr/>
          <p:nvPr/>
        </p:nvSpPr>
        <p:spPr bwMode="auto">
          <a:xfrm>
            <a:off x="4697310" y="3204589"/>
            <a:ext cx="3085173" cy="250690"/>
          </a:xfrm>
          <a:prstGeom prst="rect">
            <a:avLst/>
          </a:prstGeom>
          <a:noFill/>
          <a:ln w="285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3927" rtl="0" eaLnBrk="1" fontAlgn="base" latinLnBrk="0" hangingPunct="1">
              <a:lnSpc>
                <a:spcPct val="100000"/>
              </a:lnSpc>
              <a:spcBef>
                <a:spcPct val="0"/>
              </a:spcBef>
              <a:spcAft>
                <a:spcPts val="588"/>
              </a:spcAft>
              <a:buClrTx/>
              <a:buSzTx/>
              <a:buFontTx/>
              <a:buNone/>
              <a:tabLst/>
              <a:defRPr/>
            </a:pPr>
            <a:r>
              <a:rPr lang="en-US" sz="1400" b="1" kern="0">
                <a:solidFill>
                  <a:schemeClr val="bg1"/>
                </a:solidFill>
                <a:latin typeface="Segoe UI Semibold" panose="020B0702040204020203" pitchFamily="34" charset="0"/>
                <a:ea typeface="Segoe UI" pitchFamily="34" charset="0"/>
                <a:cs typeface="Segoe UI Semibold" panose="020B0702040204020203" pitchFamily="34" charset="0"/>
              </a:rPr>
              <a:t>docs.microsoft.com/compliance</a:t>
            </a:r>
            <a:endParaRPr kumimoji="0" lang="en-US" sz="1200" b="1" i="0" u="none" strike="noStrike" kern="0" cap="none" spc="0" normalizeH="0" baseline="0" noProof="0">
              <a:ln>
                <a:noFill/>
              </a:ln>
              <a:solidFill>
                <a:schemeClr val="bg1"/>
              </a:solidFill>
              <a:effectLst/>
              <a:uLnTx/>
              <a:uFillTx/>
              <a:latin typeface="Segoe UI Semibold" panose="020B0702040204020203" pitchFamily="34" charset="0"/>
              <a:ea typeface="Segoe UI" pitchFamily="34" charset="0"/>
              <a:cs typeface="Segoe UI Semibold" panose="020B0702040204020203" pitchFamily="34" charset="0"/>
            </a:endParaRPr>
          </a:p>
        </p:txBody>
      </p:sp>
      <p:sp>
        <p:nvSpPr>
          <p:cNvPr id="55" name="Rectangle 54">
            <a:extLst>
              <a:ext uri="{FF2B5EF4-FFF2-40B4-BE49-F238E27FC236}">
                <a16:creationId xmlns:a16="http://schemas.microsoft.com/office/drawing/2014/main" id="{29CB6A21-2520-FB09-ACC8-A7210EBDB9C4}"/>
              </a:ext>
            </a:extLst>
          </p:cNvPr>
          <p:cNvSpPr/>
          <p:nvPr/>
        </p:nvSpPr>
        <p:spPr bwMode="auto">
          <a:xfrm>
            <a:off x="4527309" y="5651956"/>
            <a:ext cx="3085173" cy="250690"/>
          </a:xfrm>
          <a:prstGeom prst="rect">
            <a:avLst/>
          </a:prstGeom>
          <a:noFill/>
          <a:ln w="285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3927" rtl="0" eaLnBrk="1" fontAlgn="base" latinLnBrk="0" hangingPunct="1">
              <a:lnSpc>
                <a:spcPct val="100000"/>
              </a:lnSpc>
              <a:spcBef>
                <a:spcPct val="0"/>
              </a:spcBef>
              <a:spcAft>
                <a:spcPts val="588"/>
              </a:spcAft>
              <a:buClrTx/>
              <a:buSzTx/>
              <a:buFontTx/>
              <a:buNone/>
              <a:tabLst/>
              <a:defRPr/>
            </a:pPr>
            <a:r>
              <a:rPr kumimoji="0" lang="en-US" sz="1400" b="1" i="0" u="none" strike="noStrike" kern="0" cap="none" spc="0" normalizeH="0" baseline="0" noProof="0">
                <a:ln>
                  <a:noFill/>
                </a:ln>
                <a:solidFill>
                  <a:schemeClr val="bg1"/>
                </a:solidFill>
                <a:effectLst/>
                <a:uLnTx/>
                <a:uFillTx/>
                <a:latin typeface="Segoe UI Semibold" panose="020B0702040204020203" pitchFamily="34" charset="0"/>
                <a:ea typeface="Segoe UI" pitchFamily="34" charset="0"/>
                <a:cs typeface="Segoe UI Semibold" panose="020B0702040204020203" pitchFamily="34" charset="0"/>
              </a:rPr>
              <a:t>servicetrust.microsoft.com</a:t>
            </a:r>
            <a:endParaRPr kumimoji="0" lang="en-US" sz="1200" b="1" i="0" u="none" strike="noStrike" kern="0" cap="none" spc="0" normalizeH="0" baseline="0" noProof="0">
              <a:ln>
                <a:noFill/>
              </a:ln>
              <a:solidFill>
                <a:schemeClr val="bg1"/>
              </a:solidFill>
              <a:effectLst/>
              <a:uLnTx/>
              <a:uFillTx/>
              <a:latin typeface="Segoe UI Semibold" panose="020B0702040204020203" pitchFamily="34" charset="0"/>
              <a:ea typeface="Segoe UI" pitchFamily="34" charset="0"/>
              <a:cs typeface="Segoe UI Semibold" panose="020B0702040204020203" pitchFamily="34" charset="0"/>
            </a:endParaRPr>
          </a:p>
        </p:txBody>
      </p:sp>
      <p:grpSp>
        <p:nvGrpSpPr>
          <p:cNvPr id="56" name="Group 55">
            <a:extLst>
              <a:ext uri="{FF2B5EF4-FFF2-40B4-BE49-F238E27FC236}">
                <a16:creationId xmlns:a16="http://schemas.microsoft.com/office/drawing/2014/main" id="{F59ED36A-285C-1E57-B2C8-4275CB52BEFD}"/>
              </a:ext>
            </a:extLst>
          </p:cNvPr>
          <p:cNvGrpSpPr/>
          <p:nvPr/>
        </p:nvGrpSpPr>
        <p:grpSpPr>
          <a:xfrm>
            <a:off x="4149762" y="4667416"/>
            <a:ext cx="757781" cy="748189"/>
            <a:chOff x="4771736" y="1525049"/>
            <a:chExt cx="757781" cy="748189"/>
          </a:xfrm>
        </p:grpSpPr>
        <p:pic>
          <p:nvPicPr>
            <p:cNvPr id="57" name="Graphic 56">
              <a:extLst>
                <a:ext uri="{FF2B5EF4-FFF2-40B4-BE49-F238E27FC236}">
                  <a16:creationId xmlns:a16="http://schemas.microsoft.com/office/drawing/2014/main" id="{B3A13965-6E20-D953-0196-9890205FFFC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71736" y="1525049"/>
              <a:ext cx="757781" cy="748189"/>
            </a:xfrm>
            <a:prstGeom prst="rect">
              <a:avLst/>
            </a:prstGeom>
          </p:spPr>
        </p:pic>
        <p:pic>
          <p:nvPicPr>
            <p:cNvPr id="58" name="Graphic 57" descr="Lock outline">
              <a:extLst>
                <a:ext uri="{FF2B5EF4-FFF2-40B4-BE49-F238E27FC236}">
                  <a16:creationId xmlns:a16="http://schemas.microsoft.com/office/drawing/2014/main" id="{B79933DB-54F5-98D0-0274-3E96DB7DD4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4913065" y="1656097"/>
              <a:ext cx="475122" cy="475122"/>
            </a:xfrm>
            <a:prstGeom prst="rect">
              <a:avLst/>
            </a:prstGeom>
          </p:spPr>
        </p:pic>
      </p:grpSp>
      <p:sp>
        <p:nvSpPr>
          <p:cNvPr id="59" name="Rectangle 58">
            <a:extLst>
              <a:ext uri="{FF2B5EF4-FFF2-40B4-BE49-F238E27FC236}">
                <a16:creationId xmlns:a16="http://schemas.microsoft.com/office/drawing/2014/main" id="{BD07E30A-6CD6-8979-CBC2-F8C593AD25DF}"/>
              </a:ext>
            </a:extLst>
          </p:cNvPr>
          <p:cNvSpPr/>
          <p:nvPr/>
        </p:nvSpPr>
        <p:spPr bwMode="auto">
          <a:xfrm>
            <a:off x="4970388" y="5533943"/>
            <a:ext cx="2720008" cy="118800"/>
          </a:xfrm>
          <a:prstGeom prst="rect">
            <a:avLst/>
          </a:prstGeom>
          <a:gradFill flip="none" rotWithShape="1">
            <a:gsLst>
              <a:gs pos="0">
                <a:srgbClr val="0078D3"/>
              </a:gs>
              <a:gs pos="65000">
                <a:srgbClr val="007EA9">
                  <a:alpha val="85000"/>
                </a:srgbClr>
              </a:gs>
              <a:gs pos="39000">
                <a:srgbClr val="00847E">
                  <a:alpha val="85000"/>
                </a:srgbClr>
              </a:gs>
              <a:gs pos="100000">
                <a:srgbClr val="0078D3"/>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nvGrpSpPr>
          <p:cNvPr id="66" name="Group 65">
            <a:extLst>
              <a:ext uri="{FF2B5EF4-FFF2-40B4-BE49-F238E27FC236}">
                <a16:creationId xmlns:a16="http://schemas.microsoft.com/office/drawing/2014/main" id="{41292FE1-7993-2C98-6884-67B2C0DF2F70}"/>
              </a:ext>
            </a:extLst>
          </p:cNvPr>
          <p:cNvGrpSpPr/>
          <p:nvPr/>
        </p:nvGrpSpPr>
        <p:grpSpPr>
          <a:xfrm>
            <a:off x="4036540" y="5804608"/>
            <a:ext cx="757781" cy="748189"/>
            <a:chOff x="8896303" y="1525049"/>
            <a:chExt cx="757781" cy="748189"/>
          </a:xfrm>
        </p:grpSpPr>
        <p:pic>
          <p:nvPicPr>
            <p:cNvPr id="67" name="Graphic 66">
              <a:extLst>
                <a:ext uri="{FF2B5EF4-FFF2-40B4-BE49-F238E27FC236}">
                  <a16:creationId xmlns:a16="http://schemas.microsoft.com/office/drawing/2014/main" id="{C9ACA1E5-FE73-0C73-E068-1BB1E0D80D3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96303" y="1525049"/>
              <a:ext cx="757781" cy="748189"/>
            </a:xfrm>
            <a:prstGeom prst="rect">
              <a:avLst/>
            </a:prstGeom>
          </p:spPr>
        </p:pic>
        <p:pic>
          <p:nvPicPr>
            <p:cNvPr id="68" name="Graphic 67" descr="Connections outline">
              <a:extLst>
                <a:ext uri="{FF2B5EF4-FFF2-40B4-BE49-F238E27FC236}">
                  <a16:creationId xmlns:a16="http://schemas.microsoft.com/office/drawing/2014/main" id="{01AD8E76-798D-9A6B-38BB-E57998AE8F0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9075602" y="1709275"/>
              <a:ext cx="399182" cy="399182"/>
            </a:xfrm>
            <a:prstGeom prst="rect">
              <a:avLst/>
            </a:prstGeom>
          </p:spPr>
        </p:pic>
      </p:grpSp>
      <p:grpSp>
        <p:nvGrpSpPr>
          <p:cNvPr id="70" name="Group 69">
            <a:extLst>
              <a:ext uri="{FF2B5EF4-FFF2-40B4-BE49-F238E27FC236}">
                <a16:creationId xmlns:a16="http://schemas.microsoft.com/office/drawing/2014/main" id="{AC2B48FC-BA21-1659-2DDA-3EC4CD42AA50}"/>
              </a:ext>
            </a:extLst>
          </p:cNvPr>
          <p:cNvGrpSpPr/>
          <p:nvPr/>
        </p:nvGrpSpPr>
        <p:grpSpPr>
          <a:xfrm>
            <a:off x="4188940" y="5952366"/>
            <a:ext cx="757781" cy="748189"/>
            <a:chOff x="8896303" y="1525049"/>
            <a:chExt cx="757781" cy="748189"/>
          </a:xfrm>
        </p:grpSpPr>
        <p:pic>
          <p:nvPicPr>
            <p:cNvPr id="71" name="Graphic 70">
              <a:extLst>
                <a:ext uri="{FF2B5EF4-FFF2-40B4-BE49-F238E27FC236}">
                  <a16:creationId xmlns:a16="http://schemas.microsoft.com/office/drawing/2014/main" id="{48FC6B16-F30A-44FB-C311-0B5532DC98A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96303" y="1525049"/>
              <a:ext cx="757781" cy="748189"/>
            </a:xfrm>
            <a:prstGeom prst="rect">
              <a:avLst/>
            </a:prstGeom>
          </p:spPr>
        </p:pic>
        <p:pic>
          <p:nvPicPr>
            <p:cNvPr id="72" name="Graphic 71" descr="Connections outline">
              <a:extLst>
                <a:ext uri="{FF2B5EF4-FFF2-40B4-BE49-F238E27FC236}">
                  <a16:creationId xmlns:a16="http://schemas.microsoft.com/office/drawing/2014/main" id="{F8EB041E-9360-C807-4BA9-BAA74CBEA95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9075602" y="1709275"/>
              <a:ext cx="399182" cy="399182"/>
            </a:xfrm>
            <a:prstGeom prst="rect">
              <a:avLst/>
            </a:prstGeom>
          </p:spPr>
        </p:pic>
      </p:grpSp>
      <p:sp>
        <p:nvSpPr>
          <p:cNvPr id="73" name="Rectangle: Rounded Corners 72">
            <a:extLst>
              <a:ext uri="{FF2B5EF4-FFF2-40B4-BE49-F238E27FC236}">
                <a16:creationId xmlns:a16="http://schemas.microsoft.com/office/drawing/2014/main" id="{B048965D-0BDA-3C4E-B9FA-16B56A5CBB66}"/>
              </a:ext>
            </a:extLst>
          </p:cNvPr>
          <p:cNvSpPr/>
          <p:nvPr/>
        </p:nvSpPr>
        <p:spPr>
          <a:xfrm>
            <a:off x="4921634" y="5960945"/>
            <a:ext cx="2791971"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913927" rtl="0" eaLnBrk="1" fontAlgn="base" latinLnBrk="0" hangingPunct="1">
              <a:lnSpc>
                <a:spcPct val="100000"/>
              </a:lnSpc>
              <a:spcBef>
                <a:spcPct val="0"/>
              </a:spcBef>
              <a:spcAft>
                <a:spcPts val="588"/>
              </a:spcAft>
              <a:buClrTx/>
              <a:buSzTx/>
              <a:buFontTx/>
              <a:buNone/>
              <a:tabLst/>
              <a:defRPr/>
            </a:pPr>
            <a:r>
              <a:rPr lang="en-US" sz="1200" b="1" kern="0" dirty="0">
                <a:solidFill>
                  <a:schemeClr val="bg1"/>
                </a:solidFill>
                <a:latin typeface="Open Sans" panose="020B0606030504020204" pitchFamily="34" charset="0"/>
                <a:ea typeface="Open Sans" panose="020B0606030504020204" pitchFamily="34" charset="0"/>
                <a:cs typeface="Open Sans" panose="020B0606030504020204" pitchFamily="34" charset="0"/>
              </a:rPr>
              <a:t>Compliance Program</a:t>
            </a:r>
            <a:endParaRPr kumimoji="0" lang="en-US" sz="1200" b="1" i="0" u="none" strike="noStrike" kern="0" cap="none" spc="0" normalizeH="0" baseline="0" noProof="0" dirty="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74" name="Rectangle 73">
            <a:extLst>
              <a:ext uri="{FF2B5EF4-FFF2-40B4-BE49-F238E27FC236}">
                <a16:creationId xmlns:a16="http://schemas.microsoft.com/office/drawing/2014/main" id="{342CD710-D661-7D81-5358-200B1B72783F}"/>
              </a:ext>
            </a:extLst>
          </p:cNvPr>
          <p:cNvSpPr/>
          <p:nvPr/>
        </p:nvSpPr>
        <p:spPr>
          <a:xfrm>
            <a:off x="4947271" y="6329730"/>
            <a:ext cx="2794180" cy="452432"/>
          </a:xfrm>
          <a:prstGeom prst="rect">
            <a:avLst/>
          </a:prstGeom>
        </p:spPr>
        <p:txBody>
          <a:bodyPr wrap="square" lIns="91440" tIns="45720" rIns="91440" bIns="45720" anchor="t">
            <a:spAutoFit/>
          </a:bodyPr>
          <a:lstStyle/>
          <a:p>
            <a:pPr marL="177800" marR="0" lvl="1" indent="-177800" algn="l" defTabSz="799860" rtl="0" eaLnBrk="1" fontAlgn="auto" latinLnBrk="0" hangingPunct="1">
              <a:lnSpc>
                <a:spcPct val="90000"/>
              </a:lnSpc>
              <a:spcBef>
                <a:spcPct val="0"/>
              </a:spcBef>
              <a:spcAft>
                <a:spcPct val="15000"/>
              </a:spcAft>
              <a:buClrTx/>
              <a:buSzTx/>
              <a:buFont typeface="Wingdings"/>
              <a:buChar char="§"/>
              <a:tabLst/>
              <a:defRPr/>
            </a:pPr>
            <a:r>
              <a:rPr kumimoji="0" lang="en-US" sz="1300" b="0" i="0" u="none" strike="noStrike" kern="1200" cap="none" spc="-49" normalizeH="0" baseline="0" noProof="0" dirty="0">
                <a:ln>
                  <a:noFill/>
                </a:ln>
                <a:solidFill>
                  <a:schemeClr val="bg1"/>
                </a:solidFill>
                <a:effectLst/>
                <a:uLnTx/>
                <a:uFillTx/>
                <a:latin typeface="Calibri" panose="020F0502020204030204"/>
                <a:ea typeface="+mn-ea"/>
                <a:cs typeface="Segoe UI Semibold"/>
              </a:rPr>
              <a:t>White glove service available for annual fee</a:t>
            </a:r>
            <a:endParaRPr kumimoji="0" lang="en-US" sz="24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D706C67A-10E1-6F11-699C-CE6F4ECAE350}"/>
              </a:ext>
            </a:extLst>
          </p:cNvPr>
          <p:cNvSpPr/>
          <p:nvPr/>
        </p:nvSpPr>
        <p:spPr bwMode="auto">
          <a:xfrm>
            <a:off x="8990017" y="3078528"/>
            <a:ext cx="2720008" cy="118800"/>
          </a:xfrm>
          <a:prstGeom prst="rect">
            <a:avLst/>
          </a:prstGeom>
          <a:gradFill flip="none" rotWithShape="1">
            <a:gsLst>
              <a:gs pos="0">
                <a:srgbClr val="0078D3"/>
              </a:gs>
              <a:gs pos="65000">
                <a:srgbClr val="007EA9">
                  <a:alpha val="85000"/>
                </a:srgbClr>
              </a:gs>
              <a:gs pos="39000">
                <a:srgbClr val="00847E">
                  <a:alpha val="85000"/>
                </a:srgbClr>
              </a:gs>
              <a:gs pos="100000">
                <a:srgbClr val="0078D3"/>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6" name="Rectangle 75">
            <a:extLst>
              <a:ext uri="{FF2B5EF4-FFF2-40B4-BE49-F238E27FC236}">
                <a16:creationId xmlns:a16="http://schemas.microsoft.com/office/drawing/2014/main" id="{F08EC89D-C800-7BB4-3C34-146CE99E46B8}"/>
              </a:ext>
            </a:extLst>
          </p:cNvPr>
          <p:cNvSpPr/>
          <p:nvPr/>
        </p:nvSpPr>
        <p:spPr bwMode="auto">
          <a:xfrm>
            <a:off x="8484087" y="3171323"/>
            <a:ext cx="3085173" cy="250690"/>
          </a:xfrm>
          <a:prstGeom prst="rect">
            <a:avLst/>
          </a:prstGeom>
          <a:noFill/>
          <a:ln w="285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lvl="0" algn="ctr" defTabSz="913927" fontAlgn="base">
              <a:spcBef>
                <a:spcPct val="0"/>
              </a:spcBef>
              <a:spcAft>
                <a:spcPts val="588"/>
              </a:spcAft>
              <a:defRPr/>
            </a:pPr>
            <a:r>
              <a:rPr lang="en-US" sz="1400" b="1" kern="0">
                <a:solidFill>
                  <a:schemeClr val="bg1"/>
                </a:solidFill>
                <a:latin typeface="Segoe UI Semibold" panose="020B0702040204020203" pitchFamily="34" charset="0"/>
                <a:ea typeface="Segoe UI" pitchFamily="34" charset="0"/>
                <a:cs typeface="Segoe UI Semibold" panose="020B0702040204020203" pitchFamily="34" charset="0"/>
              </a:rPr>
              <a:t>learn.microsoft.com/docs</a:t>
            </a:r>
            <a:endParaRPr kumimoji="0" lang="en-US" sz="1200" b="1" i="0" u="none" strike="noStrike" kern="0" cap="none" spc="0" normalizeH="0" baseline="0" noProof="0">
              <a:ln>
                <a:noFill/>
              </a:ln>
              <a:solidFill>
                <a:schemeClr val="bg1"/>
              </a:solidFill>
              <a:effectLst/>
              <a:uLnTx/>
              <a:uFillTx/>
              <a:latin typeface="Segoe UI Semibold" panose="020B0702040204020203" pitchFamily="34" charset="0"/>
              <a:ea typeface="Segoe UI" pitchFamily="34" charset="0"/>
              <a:cs typeface="Segoe UI Semibold" panose="020B0702040204020203" pitchFamily="34" charset="0"/>
            </a:endParaRPr>
          </a:p>
        </p:txBody>
      </p:sp>
      <p:sp>
        <p:nvSpPr>
          <p:cNvPr id="77" name="Rectangle: Rounded Corners 76">
            <a:extLst>
              <a:ext uri="{FF2B5EF4-FFF2-40B4-BE49-F238E27FC236}">
                <a16:creationId xmlns:a16="http://schemas.microsoft.com/office/drawing/2014/main" id="{6B609FCD-6482-2904-E38A-FDBDA3B4AB4F}"/>
              </a:ext>
            </a:extLst>
          </p:cNvPr>
          <p:cNvSpPr/>
          <p:nvPr/>
        </p:nvSpPr>
        <p:spPr>
          <a:xfrm>
            <a:off x="1024404" y="1474891"/>
            <a:ext cx="261707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algn="ctr" defTabSz="579011">
              <a:defRPr/>
            </a:pPr>
            <a:r>
              <a:rPr lang="en-US" sz="1200" b="1" i="0">
                <a:solidFill>
                  <a:srgbClr val="FF0000"/>
                </a:solidFill>
                <a:effectLst/>
                <a:latin typeface="Open Sans" panose="020B0606030504020204" pitchFamily="34" charset="0"/>
              </a:rPr>
              <a:t>Commercial Executive Lead</a:t>
            </a:r>
            <a:endParaRPr kumimoji="0" lang="en-US" b="0" i="0" u="none" strike="noStrike" kern="0" cap="none" spc="0" normalizeH="0" baseline="0">
              <a:ln>
                <a:noFill/>
              </a:ln>
              <a:solidFill>
                <a:srgbClr val="FF0000"/>
              </a:solidFill>
              <a:effectLst/>
              <a:uLnTx/>
              <a:uFillTx/>
              <a:latin typeface="Segoe UI Semibold" panose="020B0702040204020203" pitchFamily="34" charset="0"/>
              <a:ea typeface="+mn-ea"/>
              <a:cs typeface="Segoe UI Semibold" panose="020B0702040204020203" pitchFamily="34" charset="0"/>
            </a:endParaRPr>
          </a:p>
        </p:txBody>
      </p:sp>
      <p:sp>
        <p:nvSpPr>
          <p:cNvPr id="78" name="Rectangle: Rounded Corners 77">
            <a:extLst>
              <a:ext uri="{FF2B5EF4-FFF2-40B4-BE49-F238E27FC236}">
                <a16:creationId xmlns:a16="http://schemas.microsoft.com/office/drawing/2014/main" id="{3E5A4AC1-60F2-3B48-7025-083EC131FE11}"/>
              </a:ext>
            </a:extLst>
          </p:cNvPr>
          <p:cNvSpPr/>
          <p:nvPr/>
        </p:nvSpPr>
        <p:spPr>
          <a:xfrm>
            <a:off x="4947764" y="1502145"/>
            <a:ext cx="2778046" cy="317814"/>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200" b="1" i="0">
                <a:solidFill>
                  <a:srgbClr val="0070C0"/>
                </a:solidFill>
                <a:effectLst/>
                <a:latin typeface="Open Sans" panose="020B0606030504020204" pitchFamily="34" charset="0"/>
              </a:rPr>
              <a:t>Customer self-service</a:t>
            </a:r>
            <a:endParaRPr kumimoji="0" lang="en-US" sz="1200" b="0" i="0" u="none" strike="noStrike" kern="0" cap="none" spc="0" normalizeH="0" baseline="0">
              <a:ln>
                <a:noFill/>
              </a:ln>
              <a:solidFill>
                <a:srgbClr val="0070C0"/>
              </a:solidFill>
              <a:effectLst/>
              <a:uLnTx/>
              <a:uFillTx/>
              <a:latin typeface="Segoe UI Semibold" panose="020B0702040204020203" pitchFamily="34" charset="0"/>
              <a:ea typeface="+mn-ea"/>
              <a:cs typeface="Segoe UI Semibold" panose="020B0702040204020203" pitchFamily="34" charset="0"/>
            </a:endParaRPr>
          </a:p>
        </p:txBody>
      </p:sp>
      <p:sp>
        <p:nvSpPr>
          <p:cNvPr id="79" name="Rectangle: Rounded Corners 78">
            <a:extLst>
              <a:ext uri="{FF2B5EF4-FFF2-40B4-BE49-F238E27FC236}">
                <a16:creationId xmlns:a16="http://schemas.microsoft.com/office/drawing/2014/main" id="{6AB13AF3-D181-18F6-6B4E-DDFEBD303CBA}"/>
              </a:ext>
            </a:extLst>
          </p:cNvPr>
          <p:cNvSpPr/>
          <p:nvPr/>
        </p:nvSpPr>
        <p:spPr>
          <a:xfrm>
            <a:off x="8913350" y="1467320"/>
            <a:ext cx="270756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algn="ctr" defTabSz="579011">
              <a:defRPr/>
            </a:pPr>
            <a:r>
              <a:rPr kumimoji="0" lang="en-US" sz="1200" b="1" i="0" u="none" strike="noStrike" kern="0" cap="none" spc="0" normalizeH="0" baseline="0" noProof="0">
                <a:ln>
                  <a:noFill/>
                </a:ln>
                <a:solidFill>
                  <a:srgbClr val="00B050"/>
                </a:solidFill>
                <a:effectLst/>
                <a:uLnTx/>
                <a:uFillTx/>
                <a:latin typeface="Open Sans" panose="020B0606030504020204" pitchFamily="34" charset="0"/>
                <a:ea typeface="Open Sans" panose="020B0606030504020204" pitchFamily="34" charset="0"/>
                <a:cs typeface="Open Sans" panose="020B0606030504020204" pitchFamily="34" charset="0"/>
              </a:rPr>
              <a:t>STU, CSU &amp; Partners</a:t>
            </a:r>
            <a:endParaRPr kumimoji="0" lang="en-US" sz="1200" i="0" u="none" strike="noStrike" kern="0" cap="none" spc="0" normalizeH="0" baseline="0" noProof="0">
              <a:ln>
                <a:noFill/>
              </a:ln>
              <a:solidFill>
                <a:srgbClr val="00B050"/>
              </a:solidFill>
              <a:effectLst/>
              <a:uLnTx/>
              <a:uFillTx/>
              <a:latin typeface="Segoe UI Semibold" panose="020B0702040204020203" pitchFamily="34" charset="0"/>
              <a:ea typeface="+mn-ea"/>
              <a:cs typeface="Segoe UI Semibold" panose="020B0702040204020203" pitchFamily="34" charset="0"/>
            </a:endParaRPr>
          </a:p>
        </p:txBody>
      </p:sp>
      <p:sp>
        <p:nvSpPr>
          <p:cNvPr id="2" name="Rectangle 1">
            <a:extLst>
              <a:ext uri="{FF2B5EF4-FFF2-40B4-BE49-F238E27FC236}">
                <a16:creationId xmlns:a16="http://schemas.microsoft.com/office/drawing/2014/main" id="{C78E73C8-5E76-3E4F-41C9-F5701DB3EBFD}"/>
              </a:ext>
            </a:extLst>
          </p:cNvPr>
          <p:cNvSpPr/>
          <p:nvPr/>
        </p:nvSpPr>
        <p:spPr>
          <a:xfrm>
            <a:off x="8925131" y="2249603"/>
            <a:ext cx="2617076" cy="482440"/>
          </a:xfrm>
          <a:prstGeom prst="rect">
            <a:avLst/>
          </a:prstGeom>
        </p:spPr>
        <p:txBody>
          <a:bodyPr wrap="square" lIns="91440" tIns="45720" rIns="91440" bIns="45720" anchor="t">
            <a:spAutoFit/>
          </a:bodyPr>
          <a:lstStyle/>
          <a:p>
            <a:pPr marL="177800" marR="0" lvl="1" indent="-177800" algn="l" defTabSz="799860" rtl="0" eaLnBrk="1" fontAlgn="auto" latinLnBrk="0" hangingPunct="1">
              <a:lnSpc>
                <a:spcPct val="90000"/>
              </a:lnSpc>
              <a:spcBef>
                <a:spcPct val="0"/>
              </a:spcBef>
              <a:spcAft>
                <a:spcPct val="15000"/>
              </a:spcAft>
              <a:buClrTx/>
              <a:buSzTx/>
              <a:buFont typeface="Wingdings"/>
              <a:buChar char="§"/>
              <a:tabLst/>
              <a:defRPr/>
            </a:pPr>
            <a:r>
              <a:rPr kumimoji="0" lang="en-US" sz="1300" b="0" i="0" u="none" strike="noStrike" kern="1200" cap="none" spc="-49" normalizeH="0" baseline="0" noProof="0" dirty="0">
                <a:ln>
                  <a:noFill/>
                </a:ln>
                <a:solidFill>
                  <a:schemeClr val="bg1"/>
                </a:solidFill>
                <a:effectLst/>
                <a:uLnTx/>
                <a:uFillTx/>
                <a:latin typeface="Calibri" panose="020F0502020204030204"/>
                <a:ea typeface="+mn-ea"/>
                <a:cs typeface="Segoe UI Semibold"/>
              </a:rPr>
              <a:t>Data security tools</a:t>
            </a:r>
          </a:p>
          <a:p>
            <a:pPr marL="177800" marR="0" lvl="1" indent="-177800" algn="l" defTabSz="799860" rtl="0" eaLnBrk="1" fontAlgn="auto" latinLnBrk="0" hangingPunct="1">
              <a:lnSpc>
                <a:spcPct val="90000"/>
              </a:lnSpc>
              <a:spcBef>
                <a:spcPct val="0"/>
              </a:spcBef>
              <a:spcAft>
                <a:spcPct val="15000"/>
              </a:spcAft>
              <a:buClrTx/>
              <a:buSzTx/>
              <a:buFont typeface="Wingdings"/>
              <a:buChar char="§"/>
              <a:tabLst/>
              <a:defRPr/>
            </a:pPr>
            <a:r>
              <a:rPr lang="en-US" sz="1300" spc="-49" dirty="0">
                <a:solidFill>
                  <a:schemeClr val="bg1"/>
                </a:solidFill>
                <a:latin typeface="Calibri" panose="020F0502020204030204"/>
                <a:cs typeface="Segoe UI Semibold"/>
              </a:rPr>
              <a:t>Encryption, Customer Lockbox etc.</a:t>
            </a:r>
            <a:endParaRPr kumimoji="0" lang="en-US" sz="1300" b="0" i="0" u="none" strike="noStrike" kern="1200" cap="none" spc="-49" normalizeH="0" baseline="0" noProof="0" dirty="0">
              <a:ln>
                <a:noFill/>
              </a:ln>
              <a:solidFill>
                <a:schemeClr val="bg1"/>
              </a:solidFill>
              <a:effectLst/>
              <a:uLnTx/>
              <a:uFillTx/>
              <a:latin typeface="Calibri" panose="020F0502020204030204"/>
              <a:ea typeface="+mn-ea"/>
              <a:cs typeface="Segoe UI Semibold"/>
            </a:endParaRPr>
          </a:p>
        </p:txBody>
      </p:sp>
      <p:sp>
        <p:nvSpPr>
          <p:cNvPr id="7" name="TextBox 6">
            <a:extLst>
              <a:ext uri="{FF2B5EF4-FFF2-40B4-BE49-F238E27FC236}">
                <a16:creationId xmlns:a16="http://schemas.microsoft.com/office/drawing/2014/main" id="{1149E73D-37C8-5B8F-4D22-D18F57141FC9}"/>
              </a:ext>
            </a:extLst>
          </p:cNvPr>
          <p:cNvSpPr txBox="1"/>
          <p:nvPr/>
        </p:nvSpPr>
        <p:spPr>
          <a:xfrm>
            <a:off x="282323" y="6210701"/>
            <a:ext cx="3846207" cy="3231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1" u="none" strike="noStrike" kern="1200" cap="none" spc="0" normalizeH="0" baseline="0" noProof="0">
                <a:ln>
                  <a:noFill/>
                </a:ln>
                <a:solidFill>
                  <a:schemeClr val="bg1"/>
                </a:solidFill>
                <a:effectLst/>
                <a:uLnTx/>
                <a:uFillTx/>
                <a:latin typeface="Segoe UI" panose="020B0502040204020203" pitchFamily="34" charset="0"/>
                <a:ea typeface="Calibri" panose="020F0502020204030204" pitchFamily="34" charset="0"/>
                <a:cs typeface="Segoe UI" panose="020B0502040204020203" pitchFamily="34" charset="0"/>
              </a:rPr>
              <a:t>© 2024 Microsoft Corporation. All rights reserved. Any use or distribution of these materials without express authorization of Microsoft  is strictly prohibited.</a:t>
            </a:r>
            <a:endParaRPr kumimoji="0" lang="en-US" sz="750" b="0" i="1" u="none" strike="noStrike" kern="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9" name="Rectangle: Rounded Corners 8">
            <a:extLst>
              <a:ext uri="{FF2B5EF4-FFF2-40B4-BE49-F238E27FC236}">
                <a16:creationId xmlns:a16="http://schemas.microsoft.com/office/drawing/2014/main" id="{86123F38-1C3A-8784-2E90-50923BF8DDDC}"/>
              </a:ext>
            </a:extLst>
          </p:cNvPr>
          <p:cNvSpPr/>
          <p:nvPr/>
        </p:nvSpPr>
        <p:spPr>
          <a:xfrm>
            <a:off x="1017382" y="692471"/>
            <a:ext cx="10595024" cy="306075"/>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400" b="1" i="0">
                <a:solidFill>
                  <a:srgbClr val="FFC000"/>
                </a:solidFill>
                <a:effectLst/>
                <a:latin typeface="Open Sans" panose="020B0606030504020204" pitchFamily="34" charset="0"/>
              </a:rPr>
              <a:t>Shared Responsibility</a:t>
            </a:r>
            <a:endParaRPr kumimoji="0" lang="en-US" sz="1400" b="0" i="0" u="none" strike="noStrike" kern="0" cap="none" spc="0" normalizeH="0" baseline="0">
              <a:ln>
                <a:noFill/>
              </a:ln>
              <a:solidFill>
                <a:srgbClr val="FFC000"/>
              </a:solidFill>
              <a:effectLst/>
              <a:uLnTx/>
              <a:uFillTx/>
              <a:latin typeface="Segoe UI Semibold" panose="020B0702040204020203" pitchFamily="34" charset="0"/>
              <a:ea typeface="+mn-ea"/>
              <a:cs typeface="Segoe UI Semibold" panose="020B0702040204020203" pitchFamily="34" charset="0"/>
            </a:endParaRPr>
          </a:p>
        </p:txBody>
      </p:sp>
    </p:spTree>
    <p:extLst>
      <p:ext uri="{BB962C8B-B14F-4D97-AF65-F5344CB8AC3E}">
        <p14:creationId xmlns:p14="http://schemas.microsoft.com/office/powerpoint/2010/main" val="427249412"/>
      </p:ext>
    </p:extLst>
  </p:cSld>
  <p:clrMapOvr>
    <a:masterClrMapping/>
  </p:clrMapOvr>
  <mc:AlternateContent xmlns:mc="http://schemas.openxmlformats.org/markup-compatibility/2006" xmlns:p14="http://schemas.microsoft.com/office/powerpoint/2010/main">
    <mc:Choice Requires="p14">
      <p:transition spd="slow" p14:dur="2000" advTm="224757"/>
    </mc:Choice>
    <mc:Fallback xmlns="">
      <p:transition spd="slow" advTm="224757"/>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13B24-8260-B5F2-01A6-A9A66F58D0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D81BF-1CAE-6B98-F345-536151721563}"/>
              </a:ext>
            </a:extLst>
          </p:cNvPr>
          <p:cNvSpPr>
            <a:spLocks noGrp="1"/>
          </p:cNvSpPr>
          <p:nvPr>
            <p:ph type="title" idx="4294967295"/>
          </p:nvPr>
        </p:nvSpPr>
        <p:spPr>
          <a:xfrm>
            <a:off x="538619" y="191954"/>
            <a:ext cx="11018838" cy="785812"/>
          </a:xfrm>
        </p:spPr>
        <p:txBody>
          <a:bodyPr/>
          <a:lstStyle/>
          <a:p>
            <a:pPr>
              <a:spcAft>
                <a:spcPts val="1200"/>
              </a:spcAft>
            </a:pPr>
            <a:r>
              <a:rPr lang="en-US" sz="2800" dirty="0">
                <a:solidFill>
                  <a:schemeClr val="bg1"/>
                </a:solidFill>
                <a:cs typeface="Segoe UI Semibold"/>
              </a:rPr>
              <a:t>Shared Responsibility in the cloud?</a:t>
            </a:r>
            <a:br>
              <a:rPr lang="en-US" sz="3200" dirty="0">
                <a:solidFill>
                  <a:schemeClr val="bg1"/>
                </a:solidFill>
              </a:rPr>
            </a:br>
            <a:br>
              <a:rPr lang="en-US" sz="400" dirty="0">
                <a:solidFill>
                  <a:schemeClr val="bg1"/>
                </a:solidFill>
              </a:rPr>
            </a:br>
            <a:r>
              <a:rPr lang="en-US" sz="1800" dirty="0">
                <a:solidFill>
                  <a:schemeClr val="bg1"/>
                </a:solidFill>
              </a:rPr>
              <a:t>ISO requirement in 27017 – </a:t>
            </a:r>
            <a:r>
              <a:rPr lang="en-US" sz="1800" dirty="0">
                <a:solidFill>
                  <a:schemeClr val="bg1"/>
                </a:solidFill>
                <a:highlight>
                  <a:srgbClr val="FFFF00"/>
                </a:highlight>
              </a:rPr>
              <a:t>Azure example</a:t>
            </a:r>
            <a:endParaRPr lang="en-US" sz="1700" dirty="0">
              <a:solidFill>
                <a:schemeClr val="bg1"/>
              </a:solidFill>
              <a:highlight>
                <a:srgbClr val="FFFF00"/>
              </a:highlight>
            </a:endParaRPr>
          </a:p>
        </p:txBody>
      </p:sp>
      <p:sp>
        <p:nvSpPr>
          <p:cNvPr id="6" name="Title 1">
            <a:extLst>
              <a:ext uri="{FF2B5EF4-FFF2-40B4-BE49-F238E27FC236}">
                <a16:creationId xmlns:a16="http://schemas.microsoft.com/office/drawing/2014/main" id="{858EA374-6F84-41FF-7DDD-97A098B7B56A}"/>
              </a:ext>
            </a:extLst>
          </p:cNvPr>
          <p:cNvSpPr txBox="1">
            <a:spLocks/>
          </p:cNvSpPr>
          <p:nvPr/>
        </p:nvSpPr>
        <p:spPr>
          <a:xfrm>
            <a:off x="583748" y="3148614"/>
            <a:ext cx="5617027" cy="369332"/>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kumimoji="0" lang="en-US" sz="3600" b="0" i="0" u="none" strike="noStrike" kern="1200" cap="none" spc="0" normalizeH="0" baseline="0" dirty="0">
                <a:ln>
                  <a:noFill/>
                </a:ln>
                <a:gradFill flip="none" rotWithShape="1">
                  <a:gsLst>
                    <a:gs pos="78000">
                      <a:schemeClr val="accent1">
                        <a:lumMod val="60000"/>
                        <a:lumOff val="40000"/>
                      </a:schemeClr>
                    </a:gs>
                    <a:gs pos="0">
                      <a:schemeClr val="accent1">
                        <a:lumMod val="20000"/>
                        <a:lumOff val="80000"/>
                      </a:schemeClr>
                    </a:gs>
                  </a:gsLst>
                  <a:lin ang="2700000" scaled="1"/>
                  <a:tileRect/>
                </a:gradFill>
                <a:effectLst/>
                <a:uLnTx/>
                <a:uFillTx/>
                <a:latin typeface="+mj-lt"/>
                <a:ea typeface="+mn-ea"/>
                <a:cs typeface="Segoe UI Semibold" panose="020B0702040204020203" pitchFamily="34" charset="0"/>
              </a:defRPr>
            </a:lvl1pPr>
          </a:lstStyle>
          <a:p>
            <a:pPr marL="0" marR="0" lvl="0" indent="0" algn="l" defTabSz="932742" rtl="0" eaLnBrk="1" fontAlgn="auto" latinLnBrk="0" hangingPunct="1">
              <a:lnSpc>
                <a:spcPct val="100000"/>
              </a:lnSpc>
              <a:spcBef>
                <a:spcPct val="0"/>
              </a:spcBef>
              <a:spcAft>
                <a:spcPts val="1200"/>
              </a:spcAft>
              <a:buClrTx/>
              <a:buSzTx/>
              <a:buFontTx/>
              <a:buNone/>
              <a:tabLst/>
              <a:defRPr/>
            </a:pPr>
            <a:r>
              <a:rPr kumimoji="0" lang="en-US" sz="1200" b="0" i="0" u="none" strike="noStrike" kern="1200" cap="none" spc="0" normalizeH="0" baseline="0" noProof="0">
                <a:ln>
                  <a:noFill/>
                </a:ln>
                <a:gradFill flip="none" rotWithShape="1">
                  <a:gsLst>
                    <a:gs pos="78000">
                      <a:srgbClr val="0078D4">
                        <a:lumMod val="60000"/>
                        <a:lumOff val="40000"/>
                      </a:srgbClr>
                    </a:gs>
                    <a:gs pos="0">
                      <a:srgbClr val="0078D4">
                        <a:lumMod val="20000"/>
                        <a:lumOff val="80000"/>
                      </a:srgbClr>
                    </a:gs>
                  </a:gsLst>
                  <a:lin ang="2700000" scaled="1"/>
                  <a:tileRect/>
                </a:gradFill>
                <a:effectLst/>
                <a:uLnTx/>
                <a:uFillTx/>
                <a:latin typeface="Segoe UI Semibold"/>
                <a:ea typeface="+mn-ea"/>
                <a:cs typeface="Segoe UI Semibold" panose="020B0702040204020203" pitchFamily="34" charset="0"/>
              </a:rPr>
              <a:t>SOC 1 Type II and SOC 2 Type II reports both lists Customer Responsibility in more detail – as “User Entity Responsibilities”</a:t>
            </a:r>
            <a:endParaRPr kumimoji="0" lang="en-US" sz="1200" b="0" i="0" u="none" strike="noStrike" kern="1200" cap="none" spc="0" normalizeH="0" baseline="0" noProof="0">
              <a:ln>
                <a:noFill/>
              </a:ln>
              <a:gradFill flip="none" rotWithShape="1">
                <a:gsLst>
                  <a:gs pos="78000">
                    <a:srgbClr val="0078D4">
                      <a:lumMod val="60000"/>
                      <a:lumOff val="40000"/>
                    </a:srgbClr>
                  </a:gs>
                  <a:gs pos="0">
                    <a:srgbClr val="0078D4">
                      <a:lumMod val="20000"/>
                      <a:lumOff val="80000"/>
                    </a:srgbClr>
                  </a:gs>
                </a:gsLst>
                <a:lin ang="2700000" scaled="1"/>
                <a:tileRect/>
              </a:gradFill>
              <a:effectLst/>
              <a:highlight>
                <a:srgbClr val="C0C0C0"/>
              </a:highlight>
              <a:uLnTx/>
              <a:uFillTx/>
              <a:latin typeface="Segoe UI Semibold"/>
              <a:ea typeface="+mn-ea"/>
              <a:cs typeface="Segoe UI Semibold" panose="020B0702040204020203" pitchFamily="34" charset="0"/>
            </a:endParaRPr>
          </a:p>
        </p:txBody>
      </p:sp>
      <p:sp>
        <p:nvSpPr>
          <p:cNvPr id="26" name="TextBox 25">
            <a:extLst>
              <a:ext uri="{FF2B5EF4-FFF2-40B4-BE49-F238E27FC236}">
                <a16:creationId xmlns:a16="http://schemas.microsoft.com/office/drawing/2014/main" id="{1CD14190-909D-300C-4255-174F28AF0FA7}"/>
              </a:ext>
            </a:extLst>
          </p:cNvPr>
          <p:cNvSpPr txBox="1"/>
          <p:nvPr/>
        </p:nvSpPr>
        <p:spPr>
          <a:xfrm>
            <a:off x="282323" y="6577423"/>
            <a:ext cx="10328527" cy="20774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1" u="none" strike="noStrike" kern="1200" cap="none" spc="0" normalizeH="0" baseline="0" noProof="0">
                <a:ln>
                  <a:noFill/>
                </a:ln>
                <a:solidFill>
                  <a:srgbClr val="FFFFFF"/>
                </a:solidFill>
                <a:effectLst/>
                <a:uLnTx/>
                <a:uFillTx/>
                <a:latin typeface="Segoe UI" panose="020B0502040204020203" pitchFamily="34" charset="0"/>
                <a:ea typeface="Calibri" panose="020F0502020204030204" pitchFamily="34" charset="0"/>
                <a:cs typeface="Segoe UI" panose="020B0502040204020203" pitchFamily="34" charset="0"/>
              </a:rPr>
              <a:t>© 2024 Microsoft Corporation. All rights reserved. Any use or distribution of these materials without express authorization of Microsoft  is strictly prohibited.</a:t>
            </a:r>
            <a:endParaRPr kumimoji="0" lang="en-US" sz="750" b="0" i="1"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endParaRPr>
          </a:p>
        </p:txBody>
      </p:sp>
      <p:sp>
        <p:nvSpPr>
          <p:cNvPr id="3" name="Title 1">
            <a:extLst>
              <a:ext uri="{FF2B5EF4-FFF2-40B4-BE49-F238E27FC236}">
                <a16:creationId xmlns:a16="http://schemas.microsoft.com/office/drawing/2014/main" id="{8CC0F385-601E-130B-6310-E6B502903E04}"/>
              </a:ext>
            </a:extLst>
          </p:cNvPr>
          <p:cNvSpPr txBox="1">
            <a:spLocks/>
          </p:cNvSpPr>
          <p:nvPr/>
        </p:nvSpPr>
        <p:spPr>
          <a:xfrm>
            <a:off x="6427343" y="3115271"/>
            <a:ext cx="5617027" cy="184666"/>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kumimoji="0" lang="en-US" sz="3600" b="0" i="0" u="none" strike="noStrike" kern="1200" cap="none" spc="0" normalizeH="0" baseline="0" dirty="0">
                <a:ln>
                  <a:noFill/>
                </a:ln>
                <a:gradFill flip="none" rotWithShape="1">
                  <a:gsLst>
                    <a:gs pos="78000">
                      <a:schemeClr val="accent1">
                        <a:lumMod val="60000"/>
                        <a:lumOff val="40000"/>
                      </a:schemeClr>
                    </a:gs>
                    <a:gs pos="0">
                      <a:schemeClr val="accent1">
                        <a:lumMod val="20000"/>
                        <a:lumOff val="80000"/>
                      </a:schemeClr>
                    </a:gs>
                  </a:gsLst>
                  <a:lin ang="2700000" scaled="1"/>
                  <a:tileRect/>
                </a:gradFill>
                <a:effectLst/>
                <a:uLnTx/>
                <a:uFillTx/>
                <a:latin typeface="+mj-lt"/>
                <a:ea typeface="+mn-ea"/>
                <a:cs typeface="Segoe UI Semibold" panose="020B0702040204020203" pitchFamily="34" charset="0"/>
              </a:defRPr>
            </a:lvl1pPr>
          </a:lstStyle>
          <a:p>
            <a:pPr marL="0" marR="0" lvl="0" indent="0" algn="l" defTabSz="932742" rtl="0" eaLnBrk="1" fontAlgn="auto" latinLnBrk="0" hangingPunct="1">
              <a:lnSpc>
                <a:spcPct val="100000"/>
              </a:lnSpc>
              <a:spcBef>
                <a:spcPct val="0"/>
              </a:spcBef>
              <a:spcAft>
                <a:spcPts val="1200"/>
              </a:spcAft>
              <a:buClrTx/>
              <a:buSzTx/>
              <a:buFontTx/>
              <a:buNone/>
              <a:tabLst/>
              <a:defRPr/>
            </a:pPr>
            <a:r>
              <a:rPr kumimoji="0" lang="en-US" sz="1200" b="0" i="0" u="none" strike="noStrike" kern="1200" cap="none" spc="0" normalizeH="0" baseline="0" noProof="0">
                <a:ln>
                  <a:noFill/>
                </a:ln>
                <a:gradFill flip="none" rotWithShape="1">
                  <a:gsLst>
                    <a:gs pos="78000">
                      <a:srgbClr val="0078D4">
                        <a:lumMod val="60000"/>
                        <a:lumOff val="40000"/>
                      </a:srgbClr>
                    </a:gs>
                    <a:gs pos="0">
                      <a:srgbClr val="0078D4">
                        <a:lumMod val="20000"/>
                        <a:lumOff val="80000"/>
                      </a:srgbClr>
                    </a:gs>
                  </a:gsLst>
                  <a:lin ang="2700000" scaled="1"/>
                  <a:tileRect/>
                </a:gradFill>
                <a:effectLst/>
                <a:uLnTx/>
                <a:uFillTx/>
                <a:latin typeface="Segoe UI Semibold"/>
                <a:ea typeface="+mn-ea"/>
                <a:cs typeface="Segoe UI Semibold" panose="020B0702040204020203" pitchFamily="34" charset="0"/>
              </a:rPr>
              <a:t>“User Entity Responsibilities” configuration guidance and advice</a:t>
            </a:r>
            <a:endParaRPr kumimoji="0" lang="en-US" sz="1200" b="0" i="0" u="none" strike="noStrike" kern="1200" cap="none" spc="0" normalizeH="0" baseline="0" noProof="0">
              <a:ln>
                <a:noFill/>
              </a:ln>
              <a:gradFill flip="none" rotWithShape="1">
                <a:gsLst>
                  <a:gs pos="78000">
                    <a:srgbClr val="0078D4">
                      <a:lumMod val="60000"/>
                      <a:lumOff val="40000"/>
                    </a:srgbClr>
                  </a:gs>
                  <a:gs pos="0">
                    <a:srgbClr val="0078D4">
                      <a:lumMod val="20000"/>
                      <a:lumOff val="80000"/>
                    </a:srgbClr>
                  </a:gs>
                </a:gsLst>
                <a:lin ang="2700000" scaled="1"/>
                <a:tileRect/>
              </a:gradFill>
              <a:effectLst/>
              <a:highlight>
                <a:srgbClr val="C0C0C0"/>
              </a:highlight>
              <a:uLnTx/>
              <a:uFillTx/>
              <a:latin typeface="Segoe UI Semibold"/>
              <a:ea typeface="+mn-ea"/>
              <a:cs typeface="Segoe UI Semibold" panose="020B0702040204020203" pitchFamily="34" charset="0"/>
            </a:endParaRPr>
          </a:p>
        </p:txBody>
      </p:sp>
      <p:pic>
        <p:nvPicPr>
          <p:cNvPr id="15" name="Picture 14">
            <a:extLst>
              <a:ext uri="{FF2B5EF4-FFF2-40B4-BE49-F238E27FC236}">
                <a16:creationId xmlns:a16="http://schemas.microsoft.com/office/drawing/2014/main" id="{C065651F-F544-12ED-AE55-144E689C7600}"/>
              </a:ext>
            </a:extLst>
          </p:cNvPr>
          <p:cNvPicPr>
            <a:picLocks noChangeAspect="1"/>
          </p:cNvPicPr>
          <p:nvPr/>
        </p:nvPicPr>
        <p:blipFill>
          <a:blip r:embed="rId3"/>
          <a:stretch>
            <a:fillRect/>
          </a:stretch>
        </p:blipFill>
        <p:spPr>
          <a:xfrm>
            <a:off x="550986" y="1181198"/>
            <a:ext cx="3425702" cy="1945180"/>
          </a:xfrm>
          <a:prstGeom prst="rect">
            <a:avLst/>
          </a:prstGeom>
        </p:spPr>
      </p:pic>
      <p:pic>
        <p:nvPicPr>
          <p:cNvPr id="19" name="Picture 18">
            <a:extLst>
              <a:ext uri="{FF2B5EF4-FFF2-40B4-BE49-F238E27FC236}">
                <a16:creationId xmlns:a16="http://schemas.microsoft.com/office/drawing/2014/main" id="{AABD4EE0-79A1-7687-59C4-082463161EA2}"/>
              </a:ext>
            </a:extLst>
          </p:cNvPr>
          <p:cNvPicPr>
            <a:picLocks noChangeAspect="1"/>
          </p:cNvPicPr>
          <p:nvPr/>
        </p:nvPicPr>
        <p:blipFill>
          <a:blip r:embed="rId4"/>
          <a:stretch>
            <a:fillRect/>
          </a:stretch>
        </p:blipFill>
        <p:spPr>
          <a:xfrm>
            <a:off x="4183065" y="1181198"/>
            <a:ext cx="7951265" cy="1637026"/>
          </a:xfrm>
          <a:prstGeom prst="rect">
            <a:avLst/>
          </a:prstGeom>
        </p:spPr>
      </p:pic>
      <p:pic>
        <p:nvPicPr>
          <p:cNvPr id="21" name="Picture 20">
            <a:extLst>
              <a:ext uri="{FF2B5EF4-FFF2-40B4-BE49-F238E27FC236}">
                <a16:creationId xmlns:a16="http://schemas.microsoft.com/office/drawing/2014/main" id="{13D791B7-D9CD-BCB3-64CC-425E6CD48F4D}"/>
              </a:ext>
            </a:extLst>
          </p:cNvPr>
          <p:cNvPicPr>
            <a:picLocks noChangeAspect="1"/>
          </p:cNvPicPr>
          <p:nvPr/>
        </p:nvPicPr>
        <p:blipFill>
          <a:blip r:embed="rId5"/>
          <a:stretch>
            <a:fillRect/>
          </a:stretch>
        </p:blipFill>
        <p:spPr>
          <a:xfrm>
            <a:off x="546223" y="3533242"/>
            <a:ext cx="5695977" cy="807122"/>
          </a:xfrm>
          <a:prstGeom prst="rect">
            <a:avLst/>
          </a:prstGeom>
        </p:spPr>
      </p:pic>
      <p:pic>
        <p:nvPicPr>
          <p:cNvPr id="23" name="Picture 22">
            <a:extLst>
              <a:ext uri="{FF2B5EF4-FFF2-40B4-BE49-F238E27FC236}">
                <a16:creationId xmlns:a16="http://schemas.microsoft.com/office/drawing/2014/main" id="{2449F8A5-816A-0DF8-5069-A31FA1DB146B}"/>
              </a:ext>
            </a:extLst>
          </p:cNvPr>
          <p:cNvPicPr>
            <a:picLocks noChangeAspect="1"/>
          </p:cNvPicPr>
          <p:nvPr/>
        </p:nvPicPr>
        <p:blipFill>
          <a:blip r:embed="rId6"/>
          <a:stretch>
            <a:fillRect/>
          </a:stretch>
        </p:blipFill>
        <p:spPr>
          <a:xfrm>
            <a:off x="540659" y="4354993"/>
            <a:ext cx="5711067" cy="676412"/>
          </a:xfrm>
          <a:prstGeom prst="rect">
            <a:avLst/>
          </a:prstGeom>
        </p:spPr>
      </p:pic>
      <p:pic>
        <p:nvPicPr>
          <p:cNvPr id="29" name="Picture 28">
            <a:extLst>
              <a:ext uri="{FF2B5EF4-FFF2-40B4-BE49-F238E27FC236}">
                <a16:creationId xmlns:a16="http://schemas.microsoft.com/office/drawing/2014/main" id="{E93631D3-0431-89B7-83E4-2921F790CBEE}"/>
              </a:ext>
            </a:extLst>
          </p:cNvPr>
          <p:cNvPicPr>
            <a:picLocks noChangeAspect="1"/>
          </p:cNvPicPr>
          <p:nvPr/>
        </p:nvPicPr>
        <p:blipFill>
          <a:blip r:embed="rId7"/>
          <a:stretch>
            <a:fillRect/>
          </a:stretch>
        </p:blipFill>
        <p:spPr>
          <a:xfrm>
            <a:off x="8547606" y="3305899"/>
            <a:ext cx="3482476" cy="2902063"/>
          </a:xfrm>
          <a:prstGeom prst="rect">
            <a:avLst/>
          </a:prstGeom>
        </p:spPr>
      </p:pic>
      <p:sp>
        <p:nvSpPr>
          <p:cNvPr id="13" name="TextBox 12">
            <a:extLst>
              <a:ext uri="{FF2B5EF4-FFF2-40B4-BE49-F238E27FC236}">
                <a16:creationId xmlns:a16="http://schemas.microsoft.com/office/drawing/2014/main" id="{3E97313C-896F-67BF-8881-22B69A52FE4B}"/>
              </a:ext>
            </a:extLst>
          </p:cNvPr>
          <p:cNvSpPr txBox="1"/>
          <p:nvPr/>
        </p:nvSpPr>
        <p:spPr>
          <a:xfrm>
            <a:off x="453888" y="5638778"/>
            <a:ext cx="11617459" cy="86177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1" u="none" strike="noStrike" kern="1200" cap="none" spc="0" normalizeH="0" baseline="0" noProof="0">
                <a:ln>
                  <a:noFill/>
                </a:ln>
                <a:solidFill>
                  <a:srgbClr val="000000"/>
                </a:solidFill>
                <a:effectLst/>
                <a:uLnTx/>
                <a:uFillTx/>
                <a:ea typeface="+mn-ea"/>
                <a:cs typeface="+mn-cs"/>
                <a:hlinkClick r:id="rId8"/>
              </a:rPr>
              <a:t>ISO/IEC 27017 - Azure Compliance | Microsoft Learn</a:t>
            </a:r>
            <a:endParaRPr kumimoji="0" lang="it-IT" sz="1000" b="0" i="1" u="none" strike="noStrike" kern="1200" cap="none" spc="0" normalizeH="0" baseline="0" noProof="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ea typeface="+mn-ea"/>
                <a:cs typeface="+mn-cs"/>
                <a:hlinkClick r:id="rId9"/>
              </a:rPr>
              <a:t>Azure - Dynamics 365 - Online Services - ISO 27001, 27017, 27018 and 27701 Statement of Applicability (SOA) (1.9.2024)</a:t>
            </a:r>
            <a:endParaRPr kumimoji="0" lang="en-US" sz="1000" b="0" i="1" u="none" strike="noStrike" kern="1200" cap="none" spc="0" normalizeH="0" baseline="0" noProof="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ea typeface="+mn-ea"/>
                <a:cs typeface="+mn-cs"/>
                <a:hlinkClick r:id="rId10"/>
              </a:rPr>
              <a:t>Azure - Dynamics 365 - Online Services - Public &amp; Government - SOC 2 Type II + C5 (04-01-2023 to 03-31-2024)</a:t>
            </a:r>
            <a:endParaRPr kumimoji="0" lang="en-US" sz="1000" b="0" i="1" u="none" strike="noStrike" kern="1200" cap="none" spc="0" normalizeH="0" baseline="0" noProof="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1000" i="1" err="1">
                <a:hlinkClick r:id="rId11"/>
              </a:rPr>
              <a:t>Azure</a:t>
            </a:r>
            <a:r>
              <a:rPr lang="da-DK" sz="1000" i="1">
                <a:hlinkClick r:id="rId11"/>
              </a:rPr>
              <a:t> security </a:t>
            </a:r>
            <a:r>
              <a:rPr lang="da-DK" sz="1000" i="1" err="1">
                <a:hlinkClick r:id="rId11"/>
              </a:rPr>
              <a:t>fundamentals</a:t>
            </a:r>
            <a:r>
              <a:rPr lang="da-DK" sz="1000" i="1">
                <a:hlinkClick r:id="rId11"/>
              </a:rPr>
              <a:t> </a:t>
            </a:r>
            <a:r>
              <a:rPr lang="da-DK" sz="1000" i="1" err="1">
                <a:hlinkClick r:id="rId11"/>
              </a:rPr>
              <a:t>documentation</a:t>
            </a:r>
            <a:r>
              <a:rPr lang="da-DK" sz="1000" i="1">
                <a:hlinkClick r:id="rId11"/>
              </a:rPr>
              <a:t> | Microsoft Learn</a:t>
            </a:r>
            <a:endParaRPr kumimoji="0" lang="en-US" sz="1000" b="0" i="1" u="none" strike="noStrike" kern="1200" cap="none" spc="0" normalizeH="0" baseline="0" noProof="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1000" i="1">
                <a:hlinkClick r:id="rId12"/>
              </a:rPr>
              <a:t>CIS Microsoft </a:t>
            </a:r>
            <a:r>
              <a:rPr lang="da-DK" sz="1000" i="1" err="1">
                <a:hlinkClick r:id="rId12"/>
              </a:rPr>
              <a:t>Azure</a:t>
            </a:r>
            <a:r>
              <a:rPr lang="da-DK" sz="1000" i="1">
                <a:hlinkClick r:id="rId12"/>
              </a:rPr>
              <a:t> </a:t>
            </a:r>
            <a:r>
              <a:rPr lang="da-DK" sz="1000" i="1" err="1">
                <a:hlinkClick r:id="rId12"/>
              </a:rPr>
              <a:t>Benchmarks</a:t>
            </a:r>
            <a:r>
              <a:rPr lang="da-DK" sz="1000" i="1">
                <a:hlinkClick r:id="rId12"/>
              </a:rPr>
              <a:t> (cisecurity.org)</a:t>
            </a:r>
            <a:endParaRPr kumimoji="0" lang="da-DK" sz="1600" b="0" i="1" u="none" strike="noStrike" kern="1200" cap="none" spc="0" normalizeH="0" baseline="0" noProof="0">
              <a:ln>
                <a:noFill/>
              </a:ln>
              <a:solidFill>
                <a:srgbClr val="000000"/>
              </a:solidFill>
              <a:effectLst/>
              <a:uLnTx/>
              <a:uFillTx/>
              <a:latin typeface="Segoe UI"/>
              <a:ea typeface="+mn-ea"/>
              <a:cs typeface="+mn-cs"/>
            </a:endParaRPr>
          </a:p>
        </p:txBody>
      </p:sp>
      <p:pic>
        <p:nvPicPr>
          <p:cNvPr id="25" name="Picture 24">
            <a:extLst>
              <a:ext uri="{FF2B5EF4-FFF2-40B4-BE49-F238E27FC236}">
                <a16:creationId xmlns:a16="http://schemas.microsoft.com/office/drawing/2014/main" id="{349142A5-FB4A-1945-9B9A-7E959F002E9E}"/>
              </a:ext>
            </a:extLst>
          </p:cNvPr>
          <p:cNvPicPr>
            <a:picLocks noChangeAspect="1"/>
          </p:cNvPicPr>
          <p:nvPr/>
        </p:nvPicPr>
        <p:blipFill>
          <a:blip r:embed="rId13"/>
          <a:stretch>
            <a:fillRect/>
          </a:stretch>
        </p:blipFill>
        <p:spPr>
          <a:xfrm>
            <a:off x="7506924" y="5798048"/>
            <a:ext cx="4537446" cy="914424"/>
          </a:xfrm>
          <a:prstGeom prst="rect">
            <a:avLst/>
          </a:prstGeom>
        </p:spPr>
      </p:pic>
    </p:spTree>
    <p:extLst>
      <p:ext uri="{BB962C8B-B14F-4D97-AF65-F5344CB8AC3E}">
        <p14:creationId xmlns:p14="http://schemas.microsoft.com/office/powerpoint/2010/main" val="11633177"/>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 name="Graphic 106">
            <a:extLst>
              <a:ext uri="{FF2B5EF4-FFF2-40B4-BE49-F238E27FC236}">
                <a16:creationId xmlns:a16="http://schemas.microsoft.com/office/drawing/2014/main" id="{224189C5-6669-83FB-C8F2-87362404AC3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22990" y="5505337"/>
            <a:ext cx="12229152" cy="94791"/>
          </a:xfrm>
          <a:prstGeom prst="rect">
            <a:avLst/>
          </a:prstGeom>
        </p:spPr>
      </p:pic>
      <p:pic>
        <p:nvPicPr>
          <p:cNvPr id="47" name="Graphic 46">
            <a:extLst>
              <a:ext uri="{FF2B5EF4-FFF2-40B4-BE49-F238E27FC236}">
                <a16:creationId xmlns:a16="http://schemas.microsoft.com/office/drawing/2014/main" id="{7B13CD1E-42E1-A601-79CE-31733C6C651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750" y="2058322"/>
            <a:ext cx="12229152" cy="94791"/>
          </a:xfrm>
          <a:prstGeom prst="rect">
            <a:avLst/>
          </a:prstGeom>
        </p:spPr>
      </p:pic>
      <p:sp>
        <p:nvSpPr>
          <p:cNvPr id="2" name="Text Placeholder 5">
            <a:extLst>
              <a:ext uri="{FF2B5EF4-FFF2-40B4-BE49-F238E27FC236}">
                <a16:creationId xmlns:a16="http://schemas.microsoft.com/office/drawing/2014/main" id="{0BF76E4B-FB8F-9796-307E-E2D4F8DE9F26}"/>
              </a:ext>
            </a:extLst>
          </p:cNvPr>
          <p:cNvSpPr txBox="1">
            <a:spLocks/>
          </p:cNvSpPr>
          <p:nvPr/>
        </p:nvSpPr>
        <p:spPr>
          <a:xfrm>
            <a:off x="219485" y="185523"/>
            <a:ext cx="11917570" cy="590894"/>
          </a:xfrm>
          <a:prstGeom prst="rect">
            <a:avLst/>
          </a:prstGeom>
        </p:spPr>
        <p:txBody>
          <a:bodyPr vert="horz"/>
          <a:lstStyle>
            <a:lvl1pPr marL="0" indent="0" algn="l" defTabSz="579011" rtl="0" eaLnBrk="1" latinLnBrk="0" hangingPunct="1">
              <a:spcBef>
                <a:spcPct val="20000"/>
              </a:spcBef>
              <a:buFontTx/>
              <a:buNone/>
              <a:defRPr sz="2400" b="1" kern="1200">
                <a:solidFill>
                  <a:srgbClr val="5097C1"/>
                </a:solidFill>
                <a:latin typeface="Calibri" panose="020F0502020204030204" pitchFamily="34" charset="0"/>
                <a:ea typeface="+mn-ea"/>
                <a:cs typeface="Calibri" panose="020F0502020204030204" pitchFamily="34" charset="0"/>
              </a:defRPr>
            </a:lvl1pPr>
            <a:lvl2pPr marL="940893" indent="-361882" algn="l" defTabSz="579011" rtl="0" eaLnBrk="1" latinLnBrk="0" hangingPunct="1">
              <a:spcBef>
                <a:spcPct val="20000"/>
              </a:spcBef>
              <a:buFont typeface="Arial"/>
              <a:buChar char="–"/>
              <a:defRPr sz="3500" kern="1200">
                <a:solidFill>
                  <a:schemeClr val="tx1"/>
                </a:solidFill>
                <a:latin typeface="+mn-lt"/>
                <a:ea typeface="+mn-ea"/>
                <a:cs typeface="+mn-cs"/>
              </a:defRPr>
            </a:lvl2pPr>
            <a:lvl3pPr marL="1447528" indent="-289505" algn="l" defTabSz="579011" rtl="0" eaLnBrk="1" latinLnBrk="0" hangingPunct="1">
              <a:spcBef>
                <a:spcPct val="20000"/>
              </a:spcBef>
              <a:buFont typeface="Arial"/>
              <a:buChar char="•"/>
              <a:defRPr sz="3100" kern="1200">
                <a:solidFill>
                  <a:schemeClr val="tx1"/>
                </a:solidFill>
                <a:latin typeface="+mn-lt"/>
                <a:ea typeface="+mn-ea"/>
                <a:cs typeface="+mn-cs"/>
              </a:defRPr>
            </a:lvl3pPr>
            <a:lvl4pPr marL="2026539" indent="-289505" algn="l" defTabSz="579011" rtl="0" eaLnBrk="1" latinLnBrk="0" hangingPunct="1">
              <a:spcBef>
                <a:spcPct val="20000"/>
              </a:spcBef>
              <a:buFont typeface="Arial"/>
              <a:buChar char="–"/>
              <a:defRPr sz="2500" kern="1200">
                <a:solidFill>
                  <a:schemeClr val="tx1"/>
                </a:solidFill>
                <a:latin typeface="+mn-lt"/>
                <a:ea typeface="+mn-ea"/>
                <a:cs typeface="+mn-cs"/>
              </a:defRPr>
            </a:lvl4pPr>
            <a:lvl5pPr marL="2605549" indent="-289505" algn="l" defTabSz="579011" rtl="0" eaLnBrk="1" latinLnBrk="0" hangingPunct="1">
              <a:spcBef>
                <a:spcPct val="20000"/>
              </a:spcBef>
              <a:buFont typeface="Arial"/>
              <a:buChar char="»"/>
              <a:defRPr sz="2500" kern="1200">
                <a:solidFill>
                  <a:schemeClr val="tx1"/>
                </a:solidFill>
                <a:latin typeface="+mn-lt"/>
                <a:ea typeface="+mn-ea"/>
                <a:cs typeface="+mn-cs"/>
              </a:defRPr>
            </a:lvl5pPr>
            <a:lvl6pPr marL="3184560" indent="-289505" algn="l" defTabSz="579011" rtl="0" eaLnBrk="1" latinLnBrk="0" hangingPunct="1">
              <a:spcBef>
                <a:spcPct val="20000"/>
              </a:spcBef>
              <a:buFont typeface="Arial"/>
              <a:buChar char="•"/>
              <a:defRPr sz="2500" kern="1200">
                <a:solidFill>
                  <a:schemeClr val="tx1"/>
                </a:solidFill>
                <a:latin typeface="+mn-lt"/>
                <a:ea typeface="+mn-ea"/>
                <a:cs typeface="+mn-cs"/>
              </a:defRPr>
            </a:lvl6pPr>
            <a:lvl7pPr marL="3763572" indent="-289505" algn="l" defTabSz="579011" rtl="0" eaLnBrk="1" latinLnBrk="0" hangingPunct="1">
              <a:spcBef>
                <a:spcPct val="20000"/>
              </a:spcBef>
              <a:buFont typeface="Arial"/>
              <a:buChar char="•"/>
              <a:defRPr sz="2500" kern="1200">
                <a:solidFill>
                  <a:schemeClr val="tx1"/>
                </a:solidFill>
                <a:latin typeface="+mn-lt"/>
                <a:ea typeface="+mn-ea"/>
                <a:cs typeface="+mn-cs"/>
              </a:defRPr>
            </a:lvl7pPr>
            <a:lvl8pPr marL="4342583" indent="-289505" algn="l" defTabSz="579011" rtl="0" eaLnBrk="1" latinLnBrk="0" hangingPunct="1">
              <a:spcBef>
                <a:spcPct val="20000"/>
              </a:spcBef>
              <a:buFont typeface="Arial"/>
              <a:buChar char="•"/>
              <a:defRPr sz="2500" kern="1200">
                <a:solidFill>
                  <a:schemeClr val="tx1"/>
                </a:solidFill>
                <a:latin typeface="+mn-lt"/>
                <a:ea typeface="+mn-ea"/>
                <a:cs typeface="+mn-cs"/>
              </a:defRPr>
            </a:lvl8pPr>
            <a:lvl9pPr marL="4921593" indent="-289505" algn="l" defTabSz="579011" rtl="0" eaLnBrk="1" latinLnBrk="0" hangingPunct="1">
              <a:spcBef>
                <a:spcPct val="20000"/>
              </a:spcBef>
              <a:buFont typeface="Arial"/>
              <a:buChar char="•"/>
              <a:defRPr sz="2500" kern="1200">
                <a:solidFill>
                  <a:schemeClr val="tx1"/>
                </a:solidFill>
                <a:latin typeface="+mn-lt"/>
                <a:ea typeface="+mn-ea"/>
                <a:cs typeface="+mn-cs"/>
              </a:defRPr>
            </a:lvl9pPr>
          </a:lstStyle>
          <a:p>
            <a:r>
              <a:rPr lang="en-US" dirty="0">
                <a:solidFill>
                  <a:schemeClr val="bg1"/>
                </a:solidFill>
                <a:latin typeface="+mj-lt"/>
                <a:cs typeface="Segoe UI Semibold"/>
              </a:rPr>
              <a:t>Desired Customer Methods for “Being in Control” with Cloud Provider Risk factors</a:t>
            </a:r>
          </a:p>
          <a:p>
            <a:endParaRPr lang="en-US" b="0" dirty="0">
              <a:solidFill>
                <a:schemeClr val="bg1"/>
              </a:solidFill>
              <a:latin typeface="+mj-lt"/>
              <a:cs typeface="Segoe UI Semibold" panose="020B0702040204020203" pitchFamily="34" charset="0"/>
            </a:endParaRPr>
          </a:p>
        </p:txBody>
      </p:sp>
      <p:sp>
        <p:nvSpPr>
          <p:cNvPr id="10" name="Rectangle: Rounded Corners 9">
            <a:extLst>
              <a:ext uri="{FF2B5EF4-FFF2-40B4-BE49-F238E27FC236}">
                <a16:creationId xmlns:a16="http://schemas.microsoft.com/office/drawing/2014/main" id="{534CA911-7B01-80B9-AD0D-3C5850C0185B}"/>
              </a:ext>
            </a:extLst>
          </p:cNvPr>
          <p:cNvSpPr/>
          <p:nvPr/>
        </p:nvSpPr>
        <p:spPr>
          <a:xfrm>
            <a:off x="33419" y="982018"/>
            <a:ext cx="12117448" cy="33858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400" b="1" i="0" u="sng">
                <a:solidFill>
                  <a:srgbClr val="0070C0"/>
                </a:solidFill>
                <a:effectLst/>
                <a:latin typeface="Open Sans" panose="020B0606030504020204" pitchFamily="34" charset="0"/>
              </a:rPr>
              <a:t>Regulatory Cloud Governance</a:t>
            </a:r>
            <a:r>
              <a:rPr lang="en-US" sz="1400" b="1" i="0">
                <a:solidFill>
                  <a:srgbClr val="0070C0"/>
                </a:solidFill>
                <a:effectLst/>
                <a:latin typeface="Open Sans" panose="020B0606030504020204" pitchFamily="34" charset="0"/>
              </a:rPr>
              <a:t> - how Customers assess and document “being in control” with </a:t>
            </a:r>
            <a:r>
              <a:rPr lang="en-US" sz="1400" b="1" i="0" u="sng">
                <a:solidFill>
                  <a:srgbClr val="0070C0"/>
                </a:solidFill>
                <a:effectLst/>
                <a:latin typeface="Open Sans" panose="020B0606030504020204" pitchFamily="34" charset="0"/>
              </a:rPr>
              <a:t>Provider Risk</a:t>
            </a:r>
            <a:r>
              <a:rPr lang="en-US" sz="1400" b="1" i="0">
                <a:solidFill>
                  <a:srgbClr val="0070C0"/>
                </a:solidFill>
                <a:effectLst/>
                <a:latin typeface="Open Sans" panose="020B0606030504020204" pitchFamily="34" charset="0"/>
              </a:rPr>
              <a:t> factors.</a:t>
            </a:r>
            <a:endParaRPr kumimoji="0" lang="en-US" sz="1400" b="0" i="0" u="none" strike="noStrike" kern="0" cap="none" spc="0" normalizeH="0" baseline="0">
              <a:ln>
                <a:noFill/>
              </a:ln>
              <a:solidFill>
                <a:srgbClr val="0070C0"/>
              </a:solidFill>
              <a:effectLst/>
              <a:uLnTx/>
              <a:uFillTx/>
              <a:latin typeface="Segoe UI Semibold" panose="020B0702040204020203" pitchFamily="34" charset="0"/>
              <a:ea typeface="+mn-ea"/>
              <a:cs typeface="Segoe UI Semibold" panose="020B0702040204020203" pitchFamily="34" charset="0"/>
            </a:endParaRPr>
          </a:p>
        </p:txBody>
      </p:sp>
      <p:sp>
        <p:nvSpPr>
          <p:cNvPr id="41" name="Rectangle: Rounded Corners 40">
            <a:extLst>
              <a:ext uri="{FF2B5EF4-FFF2-40B4-BE49-F238E27FC236}">
                <a16:creationId xmlns:a16="http://schemas.microsoft.com/office/drawing/2014/main" id="{780752ED-C431-D2A0-30B4-B50E21CAAEB5}"/>
              </a:ext>
            </a:extLst>
          </p:cNvPr>
          <p:cNvSpPr/>
          <p:nvPr/>
        </p:nvSpPr>
        <p:spPr>
          <a:xfrm>
            <a:off x="33392" y="4559795"/>
            <a:ext cx="12137414" cy="333375"/>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400" b="1" i="0" u="sng">
                <a:solidFill>
                  <a:srgbClr val="FFC000"/>
                </a:solidFill>
                <a:effectLst/>
                <a:latin typeface="Open Sans" panose="020B0606030504020204" pitchFamily="34" charset="0"/>
              </a:rPr>
              <a:t>Online Services Management / Cloud Governance</a:t>
            </a:r>
            <a:r>
              <a:rPr lang="en-US" sz="1400" b="1" i="0">
                <a:solidFill>
                  <a:srgbClr val="FFC000"/>
                </a:solidFill>
                <a:effectLst/>
                <a:latin typeface="Open Sans" panose="020B0606030504020204" pitchFamily="34" charset="0"/>
              </a:rPr>
              <a:t> for Shared Responsibility - </a:t>
            </a:r>
            <a:r>
              <a:rPr lang="en-US" sz="1400" b="1" i="0">
                <a:solidFill>
                  <a:srgbClr val="00B050"/>
                </a:solidFill>
                <a:effectLst/>
                <a:latin typeface="Open Sans" panose="020B0606030504020204" pitchFamily="34" charset="0"/>
              </a:rPr>
              <a:t>how Customers use and configure for desired compliance</a:t>
            </a:r>
            <a:endParaRPr kumimoji="0" lang="en-US" sz="1400" b="0" i="0" u="none" strike="noStrike" kern="0" cap="none" spc="0" normalizeH="0" baseline="0">
              <a:ln>
                <a:noFill/>
              </a:ln>
              <a:solidFill>
                <a:srgbClr val="00B050"/>
              </a:solidFill>
              <a:effectLst/>
              <a:uLnTx/>
              <a:uFillTx/>
              <a:latin typeface="Segoe UI Semibold" panose="020B0702040204020203" pitchFamily="34" charset="0"/>
              <a:ea typeface="+mn-ea"/>
              <a:cs typeface="Segoe UI Semibold" panose="020B0702040204020203" pitchFamily="34" charset="0"/>
            </a:endParaRPr>
          </a:p>
        </p:txBody>
      </p:sp>
      <p:sp>
        <p:nvSpPr>
          <p:cNvPr id="42" name="Rectangle: Rounded Corners 41">
            <a:extLst>
              <a:ext uri="{FF2B5EF4-FFF2-40B4-BE49-F238E27FC236}">
                <a16:creationId xmlns:a16="http://schemas.microsoft.com/office/drawing/2014/main" id="{FCC1DD12-8337-10AE-B889-75A18012A995}"/>
              </a:ext>
            </a:extLst>
          </p:cNvPr>
          <p:cNvSpPr/>
          <p:nvPr/>
        </p:nvSpPr>
        <p:spPr>
          <a:xfrm>
            <a:off x="33392" y="1337564"/>
            <a:ext cx="12122864" cy="368385"/>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algn="ctr" defTabSz="579011">
              <a:defRPr/>
            </a:pPr>
            <a:r>
              <a:rPr lang="en-US" sz="1400" b="1" i="0">
                <a:solidFill>
                  <a:srgbClr val="000000"/>
                </a:solidFill>
                <a:effectLst/>
                <a:latin typeface="Open Sans" panose="020B0606030504020204" pitchFamily="34" charset="0"/>
              </a:rPr>
              <a:t>Cross organisational Customer collaboration aimed at keeping </a:t>
            </a:r>
            <a:r>
              <a:rPr lang="en-US" sz="1400" b="1" i="0" u="sng">
                <a:solidFill>
                  <a:srgbClr val="000000"/>
                </a:solidFill>
                <a:effectLst/>
                <a:latin typeface="Open Sans" panose="020B0606030504020204" pitchFamily="34" charset="0"/>
              </a:rPr>
              <a:t>all</a:t>
            </a:r>
            <a:r>
              <a:rPr lang="en-US" sz="1400" b="1" i="0">
                <a:solidFill>
                  <a:srgbClr val="000000"/>
                </a:solidFill>
                <a:effectLst/>
                <a:latin typeface="Open Sans" panose="020B0606030504020204" pitchFamily="34" charset="0"/>
              </a:rPr>
              <a:t> internal and external stakeholders satisfied </a:t>
            </a:r>
            <a:endParaRPr kumimoji="0" lang="en-US" sz="1400" b="0" i="0" u="none" strike="noStrike" kern="0" cap="none" spc="0" normalizeH="0" baseline="0">
              <a:ln>
                <a:noFill/>
              </a:ln>
              <a:solidFill>
                <a:srgbClr val="000000"/>
              </a:solidFill>
              <a:effectLst/>
              <a:uLnTx/>
              <a:uFillTx/>
              <a:latin typeface="Segoe UI Semibold" panose="020B0702040204020203" pitchFamily="34" charset="0"/>
              <a:ea typeface="+mn-ea"/>
              <a:cs typeface="Segoe UI Semibold" panose="020B0702040204020203" pitchFamily="34" charset="0"/>
            </a:endParaRPr>
          </a:p>
        </p:txBody>
      </p:sp>
      <p:sp>
        <p:nvSpPr>
          <p:cNvPr id="43" name="Rectangle: Rounded Corners 42">
            <a:extLst>
              <a:ext uri="{FF2B5EF4-FFF2-40B4-BE49-F238E27FC236}">
                <a16:creationId xmlns:a16="http://schemas.microsoft.com/office/drawing/2014/main" id="{09DFA264-D90B-FB8E-2490-5D337E4679E6}"/>
              </a:ext>
            </a:extLst>
          </p:cNvPr>
          <p:cNvSpPr/>
          <p:nvPr/>
        </p:nvSpPr>
        <p:spPr>
          <a:xfrm>
            <a:off x="47942" y="4917834"/>
            <a:ext cx="12122864" cy="368385"/>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algn="ctr" defTabSz="579011">
              <a:defRPr/>
            </a:pPr>
            <a:r>
              <a:rPr lang="en-US" sz="1400" b="1" i="0">
                <a:solidFill>
                  <a:srgbClr val="000000"/>
                </a:solidFill>
                <a:effectLst/>
                <a:latin typeface="Open Sans" panose="020B0606030504020204" pitchFamily="34" charset="0"/>
              </a:rPr>
              <a:t>Customer IT / business owned / driven (anchored in Customer’s Cloud Center of Excellence)</a:t>
            </a:r>
            <a:endParaRPr kumimoji="0" lang="en-US" sz="1400" b="0" i="0" u="none" strike="noStrike" kern="0" cap="none" spc="0" normalizeH="0" baseline="0">
              <a:ln>
                <a:noFill/>
              </a:ln>
              <a:solidFill>
                <a:srgbClr val="000000"/>
              </a:solidFill>
              <a:effectLst/>
              <a:uLnTx/>
              <a:uFillTx/>
              <a:latin typeface="Segoe UI Semibold" panose="020B0702040204020203" pitchFamily="34" charset="0"/>
              <a:ea typeface="+mn-ea"/>
              <a:cs typeface="Segoe UI Semibold" panose="020B0702040204020203" pitchFamily="34" charset="0"/>
            </a:endParaRPr>
          </a:p>
        </p:txBody>
      </p:sp>
      <p:pic>
        <p:nvPicPr>
          <p:cNvPr id="44" name="Graphic 43">
            <a:extLst>
              <a:ext uri="{FF2B5EF4-FFF2-40B4-BE49-F238E27FC236}">
                <a16:creationId xmlns:a16="http://schemas.microsoft.com/office/drawing/2014/main" id="{23E31B4C-7089-A015-205C-BDDB31BA3B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83595" y="1931186"/>
            <a:ext cx="342900" cy="333375"/>
          </a:xfrm>
          <a:prstGeom prst="rect">
            <a:avLst/>
          </a:prstGeom>
        </p:spPr>
      </p:pic>
      <p:sp>
        <p:nvSpPr>
          <p:cNvPr id="45" name="Rectangle: Rounded Corners 44">
            <a:extLst>
              <a:ext uri="{FF2B5EF4-FFF2-40B4-BE49-F238E27FC236}">
                <a16:creationId xmlns:a16="http://schemas.microsoft.com/office/drawing/2014/main" id="{3109507D-1183-F047-1FA1-4758D761FE5B}"/>
              </a:ext>
            </a:extLst>
          </p:cNvPr>
          <p:cNvSpPr/>
          <p:nvPr/>
        </p:nvSpPr>
        <p:spPr>
          <a:xfrm>
            <a:off x="1020538" y="1931186"/>
            <a:ext cx="261707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algn="ctr" defTabSz="579011">
              <a:defRPr/>
            </a:pPr>
            <a:r>
              <a:rPr lang="en-US" sz="1400" b="1" i="0">
                <a:solidFill>
                  <a:srgbClr val="FF0000"/>
                </a:solidFill>
                <a:effectLst/>
                <a:latin typeface="Open Sans" panose="020B0606030504020204" pitchFamily="34" charset="0"/>
              </a:rPr>
              <a:t>Contractual Compliance</a:t>
            </a:r>
            <a:endParaRPr kumimoji="0" lang="en-US" sz="2000" b="0" i="0" u="none" strike="noStrike" kern="0" cap="none" spc="0" normalizeH="0" baseline="0">
              <a:ln>
                <a:noFill/>
              </a:ln>
              <a:solidFill>
                <a:srgbClr val="FF0000"/>
              </a:solidFill>
              <a:effectLst/>
              <a:uLnTx/>
              <a:uFillTx/>
              <a:latin typeface="Segoe UI Semibold" panose="020B0702040204020203" pitchFamily="34" charset="0"/>
              <a:ea typeface="+mn-ea"/>
              <a:cs typeface="Segoe UI Semibold" panose="020B0702040204020203" pitchFamily="34" charset="0"/>
            </a:endParaRPr>
          </a:p>
        </p:txBody>
      </p:sp>
      <p:sp>
        <p:nvSpPr>
          <p:cNvPr id="46" name="Rectangle: Rounded Corners 45">
            <a:extLst>
              <a:ext uri="{FF2B5EF4-FFF2-40B4-BE49-F238E27FC236}">
                <a16:creationId xmlns:a16="http://schemas.microsoft.com/office/drawing/2014/main" id="{5D18BA8F-0C46-C8C0-58B4-EFAF588A7333}"/>
              </a:ext>
            </a:extLst>
          </p:cNvPr>
          <p:cNvSpPr/>
          <p:nvPr/>
        </p:nvSpPr>
        <p:spPr>
          <a:xfrm>
            <a:off x="5020937" y="1934792"/>
            <a:ext cx="261707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400" b="1" i="0">
                <a:solidFill>
                  <a:srgbClr val="0070C0"/>
                </a:solidFill>
                <a:effectLst/>
                <a:latin typeface="Open Sans" panose="020B0606030504020204" pitchFamily="34" charset="0"/>
              </a:rPr>
              <a:t>Demonstrated Compliance</a:t>
            </a:r>
            <a:endParaRPr kumimoji="0" lang="en-US" sz="1400" b="0" i="0" u="none" strike="noStrike" kern="0" cap="none" spc="0" normalizeH="0" baseline="0">
              <a:ln>
                <a:noFill/>
              </a:ln>
              <a:solidFill>
                <a:srgbClr val="0070C0"/>
              </a:solidFill>
              <a:effectLst/>
              <a:uLnTx/>
              <a:uFillTx/>
              <a:latin typeface="Segoe UI Semibold" panose="020B0702040204020203" pitchFamily="34" charset="0"/>
              <a:ea typeface="+mn-ea"/>
              <a:cs typeface="Segoe UI Semibold" panose="020B0702040204020203" pitchFamily="34" charset="0"/>
            </a:endParaRPr>
          </a:p>
        </p:txBody>
      </p:sp>
      <p:sp>
        <p:nvSpPr>
          <p:cNvPr id="50" name="Rectangle: Rounded Corners 49">
            <a:extLst>
              <a:ext uri="{FF2B5EF4-FFF2-40B4-BE49-F238E27FC236}">
                <a16:creationId xmlns:a16="http://schemas.microsoft.com/office/drawing/2014/main" id="{95883FA8-A8AB-313B-5C44-52BC211490D0}"/>
              </a:ext>
            </a:extLst>
          </p:cNvPr>
          <p:cNvSpPr/>
          <p:nvPr/>
        </p:nvSpPr>
        <p:spPr>
          <a:xfrm>
            <a:off x="1015124" y="3325406"/>
            <a:ext cx="10506791" cy="336613"/>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400" b="1" i="0">
                <a:solidFill>
                  <a:srgbClr val="FFC000"/>
                </a:solidFill>
                <a:effectLst/>
                <a:latin typeface="Open Sans" panose="020B0606030504020204" pitchFamily="34" charset="0"/>
              </a:rPr>
              <a:t>With Shared Responsibility</a:t>
            </a:r>
            <a:endParaRPr kumimoji="0" lang="en-US" sz="1400" b="0" i="0" u="none" strike="noStrike" kern="0" cap="none" spc="0" normalizeH="0" baseline="0">
              <a:ln>
                <a:noFill/>
              </a:ln>
              <a:solidFill>
                <a:srgbClr val="FFC000"/>
              </a:solidFill>
              <a:effectLst/>
              <a:uLnTx/>
              <a:uFillTx/>
              <a:latin typeface="Segoe UI Semibold" panose="020B0702040204020203" pitchFamily="34" charset="0"/>
              <a:ea typeface="+mn-ea"/>
              <a:cs typeface="Segoe UI Semibold" panose="020B0702040204020203" pitchFamily="34" charset="0"/>
            </a:endParaRPr>
          </a:p>
        </p:txBody>
      </p:sp>
      <p:grpSp>
        <p:nvGrpSpPr>
          <p:cNvPr id="51" name="Group 50">
            <a:extLst>
              <a:ext uri="{FF2B5EF4-FFF2-40B4-BE49-F238E27FC236}">
                <a16:creationId xmlns:a16="http://schemas.microsoft.com/office/drawing/2014/main" id="{1E9B10C4-B518-8070-3CB0-E2D8CA63929A}"/>
              </a:ext>
            </a:extLst>
          </p:cNvPr>
          <p:cNvGrpSpPr/>
          <p:nvPr/>
        </p:nvGrpSpPr>
        <p:grpSpPr>
          <a:xfrm>
            <a:off x="1683940" y="3570792"/>
            <a:ext cx="757781" cy="748189"/>
            <a:chOff x="9162211" y="1461888"/>
            <a:chExt cx="757781" cy="748189"/>
          </a:xfrm>
        </p:grpSpPr>
        <p:pic>
          <p:nvPicPr>
            <p:cNvPr id="52" name="Graphic 51">
              <a:extLst>
                <a:ext uri="{FF2B5EF4-FFF2-40B4-BE49-F238E27FC236}">
                  <a16:creationId xmlns:a16="http://schemas.microsoft.com/office/drawing/2014/main" id="{902268FD-1671-7E87-E29A-5BF82EBE89C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2211" y="1461888"/>
              <a:ext cx="757781" cy="748189"/>
            </a:xfrm>
            <a:prstGeom prst="rect">
              <a:avLst/>
            </a:prstGeom>
          </p:spPr>
        </p:pic>
        <p:pic>
          <p:nvPicPr>
            <p:cNvPr id="53" name="Graphic 52">
              <a:extLst>
                <a:ext uri="{FF2B5EF4-FFF2-40B4-BE49-F238E27FC236}">
                  <a16:creationId xmlns:a16="http://schemas.microsoft.com/office/drawing/2014/main" id="{D16C6146-13EC-9B1D-0BE8-3D6B66503F3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36313" y="1668431"/>
              <a:ext cx="409575" cy="390525"/>
            </a:xfrm>
            <a:prstGeom prst="rect">
              <a:avLst/>
            </a:prstGeom>
          </p:spPr>
        </p:pic>
      </p:grpSp>
      <p:grpSp>
        <p:nvGrpSpPr>
          <p:cNvPr id="54" name="Group 53">
            <a:extLst>
              <a:ext uri="{FF2B5EF4-FFF2-40B4-BE49-F238E27FC236}">
                <a16:creationId xmlns:a16="http://schemas.microsoft.com/office/drawing/2014/main" id="{CDCF515A-B9F1-457C-4A6F-0AD49941A590}"/>
              </a:ext>
            </a:extLst>
          </p:cNvPr>
          <p:cNvGrpSpPr/>
          <p:nvPr/>
        </p:nvGrpSpPr>
        <p:grpSpPr>
          <a:xfrm>
            <a:off x="9908087" y="3570016"/>
            <a:ext cx="757781" cy="748189"/>
            <a:chOff x="9162211" y="1461888"/>
            <a:chExt cx="757781" cy="748189"/>
          </a:xfrm>
        </p:grpSpPr>
        <p:pic>
          <p:nvPicPr>
            <p:cNvPr id="55" name="Graphic 54">
              <a:extLst>
                <a:ext uri="{FF2B5EF4-FFF2-40B4-BE49-F238E27FC236}">
                  <a16:creationId xmlns:a16="http://schemas.microsoft.com/office/drawing/2014/main" id="{F1E639F8-93F3-50E5-C7FB-C1B67EABD7E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2211" y="1461888"/>
              <a:ext cx="757781" cy="748189"/>
            </a:xfrm>
            <a:prstGeom prst="rect">
              <a:avLst/>
            </a:prstGeom>
          </p:spPr>
        </p:pic>
        <p:pic>
          <p:nvPicPr>
            <p:cNvPr id="66" name="Graphic 65">
              <a:extLst>
                <a:ext uri="{FF2B5EF4-FFF2-40B4-BE49-F238E27FC236}">
                  <a16:creationId xmlns:a16="http://schemas.microsoft.com/office/drawing/2014/main" id="{E6888BA4-0731-8D6F-87BC-0313C12E976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36313" y="1668431"/>
              <a:ext cx="409575" cy="390525"/>
            </a:xfrm>
            <a:prstGeom prst="rect">
              <a:avLst/>
            </a:prstGeom>
          </p:spPr>
        </p:pic>
      </p:grpSp>
      <p:sp>
        <p:nvSpPr>
          <p:cNvPr id="67" name="Rectangle 66">
            <a:extLst>
              <a:ext uri="{FF2B5EF4-FFF2-40B4-BE49-F238E27FC236}">
                <a16:creationId xmlns:a16="http://schemas.microsoft.com/office/drawing/2014/main" id="{E64C88A4-5B18-8A6D-8054-3863F122B30A}"/>
              </a:ext>
            </a:extLst>
          </p:cNvPr>
          <p:cNvSpPr/>
          <p:nvPr/>
        </p:nvSpPr>
        <p:spPr bwMode="auto">
          <a:xfrm>
            <a:off x="2716960" y="3793126"/>
            <a:ext cx="6946902" cy="118800"/>
          </a:xfrm>
          <a:prstGeom prst="rect">
            <a:avLst/>
          </a:prstGeom>
          <a:gradFill flip="none" rotWithShape="1">
            <a:gsLst>
              <a:gs pos="0">
                <a:srgbClr val="0078D3"/>
              </a:gs>
              <a:gs pos="65000">
                <a:srgbClr val="007EA9">
                  <a:alpha val="85000"/>
                </a:srgbClr>
              </a:gs>
              <a:gs pos="39000">
                <a:srgbClr val="00847E">
                  <a:alpha val="85000"/>
                </a:srgbClr>
              </a:gs>
              <a:gs pos="100000">
                <a:srgbClr val="0078D3"/>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70" name="Rectangle 69">
            <a:extLst>
              <a:ext uri="{FF2B5EF4-FFF2-40B4-BE49-F238E27FC236}">
                <a16:creationId xmlns:a16="http://schemas.microsoft.com/office/drawing/2014/main" id="{41637674-C811-C0A6-9E8C-D8447745A2C2}"/>
              </a:ext>
            </a:extLst>
          </p:cNvPr>
          <p:cNvSpPr/>
          <p:nvPr/>
        </p:nvSpPr>
        <p:spPr bwMode="auto">
          <a:xfrm>
            <a:off x="2572815" y="3936980"/>
            <a:ext cx="6882172" cy="258464"/>
          </a:xfrm>
          <a:prstGeom prst="rect">
            <a:avLst/>
          </a:prstGeom>
          <a:noFill/>
          <a:ln w="285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lvl="0" algn="ctr" defTabSz="913927" fontAlgn="base">
              <a:spcBef>
                <a:spcPct val="0"/>
              </a:spcBef>
              <a:spcAft>
                <a:spcPts val="588"/>
              </a:spcAft>
              <a:defRPr/>
            </a:pPr>
            <a:r>
              <a:rPr lang="en-US" sz="1400" b="1" kern="0">
                <a:latin typeface="Segoe UI Semibold" panose="020B0702040204020203" pitchFamily="34" charset="0"/>
                <a:ea typeface="Segoe UI" pitchFamily="34" charset="0"/>
                <a:cs typeface="Segoe UI Semibold" panose="020B0702040204020203" pitchFamily="34" charset="0"/>
              </a:rPr>
              <a:t>learn.microsoft.com/en-us/azure/security/fundamentals/shared-responsibility</a:t>
            </a:r>
            <a:endParaRPr kumimoji="0" lang="en-US" sz="1200" b="1" i="0" u="none" strike="noStrike" kern="0" cap="none" spc="0" normalizeH="0" baseline="0" noProof="0">
              <a:ln>
                <a:noFill/>
              </a:ln>
              <a:effectLst/>
              <a:uLnTx/>
              <a:uFillTx/>
              <a:latin typeface="Segoe UI Semibold" panose="020B0702040204020203" pitchFamily="34" charset="0"/>
              <a:ea typeface="Segoe UI" pitchFamily="34" charset="0"/>
              <a:cs typeface="Segoe UI Semibold" panose="020B0702040204020203" pitchFamily="34" charset="0"/>
            </a:endParaRPr>
          </a:p>
        </p:txBody>
      </p:sp>
      <p:sp>
        <p:nvSpPr>
          <p:cNvPr id="71" name="Rectangle 70">
            <a:extLst>
              <a:ext uri="{FF2B5EF4-FFF2-40B4-BE49-F238E27FC236}">
                <a16:creationId xmlns:a16="http://schemas.microsoft.com/office/drawing/2014/main" id="{882DA4B4-C7D6-4A93-6A24-73C2FEE457C0}"/>
              </a:ext>
            </a:extLst>
          </p:cNvPr>
          <p:cNvSpPr/>
          <p:nvPr/>
        </p:nvSpPr>
        <p:spPr bwMode="auto">
          <a:xfrm>
            <a:off x="2441721" y="4223102"/>
            <a:ext cx="7339871" cy="242701"/>
          </a:xfrm>
          <a:prstGeom prst="rect">
            <a:avLst/>
          </a:prstGeom>
          <a:noFill/>
          <a:ln w="285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lvl="0" algn="ctr" defTabSz="913927" fontAlgn="base">
              <a:spcBef>
                <a:spcPct val="0"/>
              </a:spcBef>
              <a:spcAft>
                <a:spcPts val="588"/>
              </a:spcAft>
              <a:defRPr/>
            </a:pPr>
            <a:r>
              <a:rPr lang="en-US" sz="1400" b="1" kern="0">
                <a:latin typeface="Segoe UI Semibold" panose="020B0702040204020203" pitchFamily="34" charset="0"/>
                <a:ea typeface="Segoe UI" pitchFamily="34" charset="0"/>
                <a:cs typeface="Segoe UI Semibold" panose="020B0702040204020203" pitchFamily="34" charset="0"/>
              </a:rPr>
              <a:t>learn.microsoft.com/</a:t>
            </a:r>
            <a:r>
              <a:rPr lang="en-US" sz="1400" b="1" kern="0" err="1">
                <a:latin typeface="Segoe UI Semibold" panose="020B0702040204020203" pitchFamily="34" charset="0"/>
                <a:ea typeface="Segoe UI" pitchFamily="34" charset="0"/>
                <a:cs typeface="Segoe UI Semibold" panose="020B0702040204020203" pitchFamily="34" charset="0"/>
              </a:rPr>
              <a:t>en</a:t>
            </a:r>
            <a:r>
              <a:rPr lang="en-US" sz="1400" b="1" kern="0">
                <a:latin typeface="Segoe UI Semibold" panose="020B0702040204020203" pitchFamily="34" charset="0"/>
                <a:ea typeface="Segoe UI" pitchFamily="34" charset="0"/>
                <a:cs typeface="Segoe UI Semibold" panose="020B0702040204020203" pitchFamily="34" charset="0"/>
              </a:rPr>
              <a:t>-us/azure/security/fundamentals/shared-responsibility-ai</a:t>
            </a:r>
            <a:endParaRPr kumimoji="0" lang="en-US" sz="1200" b="1" i="0" u="none" strike="noStrike" kern="0" cap="none" spc="0" normalizeH="0" baseline="0" noProof="0">
              <a:ln>
                <a:noFill/>
              </a:ln>
              <a:effectLst/>
              <a:uLnTx/>
              <a:uFillTx/>
              <a:latin typeface="Segoe UI Semibold" panose="020B0702040204020203" pitchFamily="34" charset="0"/>
              <a:ea typeface="Segoe UI" pitchFamily="34" charset="0"/>
              <a:cs typeface="Segoe UI Semibold" panose="020B0702040204020203" pitchFamily="34" charset="0"/>
            </a:endParaRPr>
          </a:p>
        </p:txBody>
      </p:sp>
      <p:sp>
        <p:nvSpPr>
          <p:cNvPr id="75" name="Rectangle: Rounded Corners 74">
            <a:extLst>
              <a:ext uri="{FF2B5EF4-FFF2-40B4-BE49-F238E27FC236}">
                <a16:creationId xmlns:a16="http://schemas.microsoft.com/office/drawing/2014/main" id="{102A77CF-E894-62D2-DEBB-065284E89041}"/>
              </a:ext>
            </a:extLst>
          </p:cNvPr>
          <p:cNvSpPr/>
          <p:nvPr/>
        </p:nvSpPr>
        <p:spPr>
          <a:xfrm>
            <a:off x="6282236" y="5909810"/>
            <a:ext cx="532475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400" b="1">
                <a:solidFill>
                  <a:srgbClr val="FFC000"/>
                </a:solidFill>
                <a:latin typeface="Open Sans" panose="020B0606030504020204" pitchFamily="34" charset="0"/>
              </a:rPr>
              <a:t>“How I do it</a:t>
            </a:r>
            <a:r>
              <a:rPr lang="en-US" sz="1400" b="1">
                <a:solidFill>
                  <a:srgbClr val="00B050"/>
                </a:solidFill>
                <a:latin typeface="Open Sans" panose="020B0606030504020204" pitchFamily="34" charset="0"/>
              </a:rPr>
              <a:t> &amp; what I get ?”</a:t>
            </a:r>
            <a:endParaRPr kumimoji="0" lang="en-US" sz="1400" b="0" i="0" u="none" strike="noStrike" kern="0" cap="none" spc="0" normalizeH="0" baseline="0" noProof="0">
              <a:ln>
                <a:noFill/>
              </a:ln>
              <a:solidFill>
                <a:srgbClr val="00B050"/>
              </a:solidFill>
              <a:effectLst/>
              <a:uLnTx/>
              <a:uFillTx/>
              <a:latin typeface="Segoe UI Semibold" panose="020B0702040204020203" pitchFamily="34" charset="0"/>
              <a:ea typeface="+mn-ea"/>
              <a:cs typeface="Segoe UI Semibold" panose="020B0702040204020203" pitchFamily="34" charset="0"/>
            </a:endParaRPr>
          </a:p>
        </p:txBody>
      </p:sp>
      <p:pic>
        <p:nvPicPr>
          <p:cNvPr id="76" name="Graphic 75">
            <a:extLst>
              <a:ext uri="{FF2B5EF4-FFF2-40B4-BE49-F238E27FC236}">
                <a16:creationId xmlns:a16="http://schemas.microsoft.com/office/drawing/2014/main" id="{D2C9B9EB-5C78-C329-D9C5-67494CBA7F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78921" y="5942239"/>
            <a:ext cx="342900" cy="333375"/>
          </a:xfrm>
          <a:prstGeom prst="rect">
            <a:avLst/>
          </a:prstGeom>
        </p:spPr>
      </p:pic>
      <p:grpSp>
        <p:nvGrpSpPr>
          <p:cNvPr id="80" name="Group 79">
            <a:extLst>
              <a:ext uri="{FF2B5EF4-FFF2-40B4-BE49-F238E27FC236}">
                <a16:creationId xmlns:a16="http://schemas.microsoft.com/office/drawing/2014/main" id="{6B53CF4B-EF54-8FCF-A109-11D3997E6921}"/>
              </a:ext>
            </a:extLst>
          </p:cNvPr>
          <p:cNvGrpSpPr/>
          <p:nvPr/>
        </p:nvGrpSpPr>
        <p:grpSpPr>
          <a:xfrm>
            <a:off x="5524456" y="5724440"/>
            <a:ext cx="757781" cy="756775"/>
            <a:chOff x="8896303" y="1525049"/>
            <a:chExt cx="757781" cy="748189"/>
          </a:xfrm>
        </p:grpSpPr>
        <p:pic>
          <p:nvPicPr>
            <p:cNvPr id="82" name="Graphic 81">
              <a:extLst>
                <a:ext uri="{FF2B5EF4-FFF2-40B4-BE49-F238E27FC236}">
                  <a16:creationId xmlns:a16="http://schemas.microsoft.com/office/drawing/2014/main" id="{45D945C7-E29D-C9FC-7520-271D23E3AAD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96303" y="1525049"/>
              <a:ext cx="757781" cy="748189"/>
            </a:xfrm>
            <a:prstGeom prst="rect">
              <a:avLst/>
            </a:prstGeom>
          </p:spPr>
        </p:pic>
        <p:pic>
          <p:nvPicPr>
            <p:cNvPr id="83" name="Graphic 82" descr="Connections outline">
              <a:extLst>
                <a:ext uri="{FF2B5EF4-FFF2-40B4-BE49-F238E27FC236}">
                  <a16:creationId xmlns:a16="http://schemas.microsoft.com/office/drawing/2014/main" id="{611667D2-4547-1F81-80EB-F81D6999AA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9075602" y="1709275"/>
              <a:ext cx="399182" cy="399182"/>
            </a:xfrm>
            <a:prstGeom prst="rect">
              <a:avLst/>
            </a:prstGeom>
          </p:spPr>
        </p:pic>
      </p:grpSp>
      <p:sp>
        <p:nvSpPr>
          <p:cNvPr id="91" name="Rectangle: Rounded Corners 90">
            <a:extLst>
              <a:ext uri="{FF2B5EF4-FFF2-40B4-BE49-F238E27FC236}">
                <a16:creationId xmlns:a16="http://schemas.microsoft.com/office/drawing/2014/main" id="{0071679F-44D3-9D8E-E40E-63479968E694}"/>
              </a:ext>
            </a:extLst>
          </p:cNvPr>
          <p:cNvSpPr/>
          <p:nvPr/>
        </p:nvSpPr>
        <p:spPr>
          <a:xfrm>
            <a:off x="8914795" y="5370709"/>
            <a:ext cx="270756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400" b="1">
                <a:solidFill>
                  <a:srgbClr val="00B050"/>
                </a:solidFill>
                <a:latin typeface="Open Sans" panose="020B0606030504020204" pitchFamily="34" charset="0"/>
              </a:rPr>
              <a:t>Adopted</a:t>
            </a:r>
            <a:r>
              <a:rPr lang="en-US" sz="1400" b="1" i="0">
                <a:solidFill>
                  <a:srgbClr val="00B050"/>
                </a:solidFill>
                <a:effectLst/>
                <a:latin typeface="Open Sans" panose="020B0606030504020204" pitchFamily="34" charset="0"/>
              </a:rPr>
              <a:t> Compliance</a:t>
            </a:r>
            <a:endParaRPr kumimoji="0" lang="en-US" sz="1400" b="0" i="0" u="none" strike="noStrike" kern="0" cap="none" spc="0" normalizeH="0" baseline="0" noProof="0">
              <a:ln>
                <a:noFill/>
              </a:ln>
              <a:solidFill>
                <a:srgbClr val="00B050"/>
              </a:solidFill>
              <a:effectLst/>
              <a:uLnTx/>
              <a:uFillTx/>
              <a:latin typeface="Segoe UI Semibold" panose="020B0702040204020203" pitchFamily="34" charset="0"/>
              <a:ea typeface="+mn-ea"/>
              <a:cs typeface="Segoe UI Semibold" panose="020B0702040204020203" pitchFamily="34" charset="0"/>
            </a:endParaRPr>
          </a:p>
        </p:txBody>
      </p:sp>
      <p:pic>
        <p:nvPicPr>
          <p:cNvPr id="92" name="Graphic 91">
            <a:extLst>
              <a:ext uri="{FF2B5EF4-FFF2-40B4-BE49-F238E27FC236}">
                <a16:creationId xmlns:a16="http://schemas.microsoft.com/office/drawing/2014/main" id="{51506CD9-E794-BA3B-C73B-9E2A7BFA4C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75120" y="5403138"/>
            <a:ext cx="342900" cy="333375"/>
          </a:xfrm>
          <a:prstGeom prst="rect">
            <a:avLst/>
          </a:prstGeom>
        </p:spPr>
      </p:pic>
      <p:pic>
        <p:nvPicPr>
          <p:cNvPr id="94" name="Graphic 93">
            <a:extLst>
              <a:ext uri="{FF2B5EF4-FFF2-40B4-BE49-F238E27FC236}">
                <a16:creationId xmlns:a16="http://schemas.microsoft.com/office/drawing/2014/main" id="{32CB2257-7DCE-4F6B-ED63-758EC08088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88136" y="2361537"/>
            <a:ext cx="342900" cy="333375"/>
          </a:xfrm>
          <a:prstGeom prst="rect">
            <a:avLst/>
          </a:prstGeom>
        </p:spPr>
      </p:pic>
      <p:sp>
        <p:nvSpPr>
          <p:cNvPr id="95" name="Rectangle: Rounded Corners 94">
            <a:extLst>
              <a:ext uri="{FF2B5EF4-FFF2-40B4-BE49-F238E27FC236}">
                <a16:creationId xmlns:a16="http://schemas.microsoft.com/office/drawing/2014/main" id="{85A6D535-75A8-F9F9-D407-BDACE5F8E986}"/>
              </a:ext>
            </a:extLst>
          </p:cNvPr>
          <p:cNvSpPr/>
          <p:nvPr/>
        </p:nvSpPr>
        <p:spPr>
          <a:xfrm>
            <a:off x="1025079" y="2361537"/>
            <a:ext cx="261707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algn="ctr" defTabSz="579011">
              <a:defRPr/>
            </a:pPr>
            <a:r>
              <a:rPr lang="en-US" sz="1400" b="1" i="0">
                <a:solidFill>
                  <a:srgbClr val="FF0000"/>
                </a:solidFill>
                <a:effectLst/>
                <a:latin typeface="Open Sans" panose="020B0606030504020204" pitchFamily="34" charset="0"/>
              </a:rPr>
              <a:t>“On w</a:t>
            </a:r>
            <a:r>
              <a:rPr lang="en-US" sz="1400" b="1">
                <a:solidFill>
                  <a:srgbClr val="FF0000"/>
                </a:solidFill>
                <a:latin typeface="Open Sans" panose="020B0606030504020204" pitchFamily="34" charset="0"/>
              </a:rPr>
              <a:t>hich Terms ?</a:t>
            </a:r>
            <a:r>
              <a:rPr lang="en-US" sz="1400" b="1" i="0">
                <a:solidFill>
                  <a:srgbClr val="FF0000"/>
                </a:solidFill>
                <a:effectLst/>
                <a:latin typeface="Open Sans" panose="020B0606030504020204" pitchFamily="34" charset="0"/>
              </a:rPr>
              <a:t>”</a:t>
            </a:r>
            <a:endParaRPr kumimoji="0" lang="en-US" sz="2000" b="0" i="0" u="none" strike="noStrike" kern="0" cap="none" spc="0" normalizeH="0" baseline="0">
              <a:ln>
                <a:noFill/>
              </a:ln>
              <a:solidFill>
                <a:srgbClr val="FF0000"/>
              </a:solidFill>
              <a:effectLst/>
              <a:uLnTx/>
              <a:uFillTx/>
              <a:latin typeface="Segoe UI Semibold" panose="020B0702040204020203" pitchFamily="34" charset="0"/>
              <a:ea typeface="+mn-ea"/>
              <a:cs typeface="Segoe UI Semibold" panose="020B0702040204020203" pitchFamily="34" charset="0"/>
            </a:endParaRPr>
          </a:p>
        </p:txBody>
      </p:sp>
      <p:sp>
        <p:nvSpPr>
          <p:cNvPr id="96" name="Rectangle: Rounded Corners 95">
            <a:extLst>
              <a:ext uri="{FF2B5EF4-FFF2-40B4-BE49-F238E27FC236}">
                <a16:creationId xmlns:a16="http://schemas.microsoft.com/office/drawing/2014/main" id="{54765857-7FCF-8495-0B39-D85E6C710CE1}"/>
              </a:ext>
            </a:extLst>
          </p:cNvPr>
          <p:cNvSpPr/>
          <p:nvPr/>
        </p:nvSpPr>
        <p:spPr>
          <a:xfrm>
            <a:off x="5025478" y="2365143"/>
            <a:ext cx="2617076" cy="327526"/>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400" b="1" i="0">
                <a:solidFill>
                  <a:srgbClr val="0070C0"/>
                </a:solidFill>
                <a:effectLst/>
                <a:latin typeface="Open Sans" panose="020B0606030504020204" pitchFamily="34" charset="0"/>
              </a:rPr>
              <a:t>“The Microsoft how ?” </a:t>
            </a:r>
            <a:endParaRPr kumimoji="0" lang="en-US" sz="1400" b="0" i="0" u="none" strike="noStrike" kern="0" cap="none" spc="0" normalizeH="0" baseline="0">
              <a:ln>
                <a:noFill/>
              </a:ln>
              <a:solidFill>
                <a:srgbClr val="0070C0"/>
              </a:solidFill>
              <a:effectLst/>
              <a:uLnTx/>
              <a:uFillTx/>
              <a:latin typeface="Segoe UI Semibold" panose="020B0702040204020203" pitchFamily="34" charset="0"/>
              <a:ea typeface="+mn-ea"/>
              <a:cs typeface="Segoe UI Semibold" panose="020B0702040204020203" pitchFamily="34" charset="0"/>
            </a:endParaRPr>
          </a:p>
        </p:txBody>
      </p:sp>
      <p:grpSp>
        <p:nvGrpSpPr>
          <p:cNvPr id="99" name="Group 98">
            <a:extLst>
              <a:ext uri="{FF2B5EF4-FFF2-40B4-BE49-F238E27FC236}">
                <a16:creationId xmlns:a16="http://schemas.microsoft.com/office/drawing/2014/main" id="{EB951186-7924-E3B3-FF57-0472A45B7CB7}"/>
              </a:ext>
            </a:extLst>
          </p:cNvPr>
          <p:cNvGrpSpPr/>
          <p:nvPr/>
        </p:nvGrpSpPr>
        <p:grpSpPr>
          <a:xfrm>
            <a:off x="219485" y="2134353"/>
            <a:ext cx="757781" cy="748189"/>
            <a:chOff x="10912391" y="1544696"/>
            <a:chExt cx="757781" cy="748189"/>
          </a:xfrm>
        </p:grpSpPr>
        <p:pic>
          <p:nvPicPr>
            <p:cNvPr id="100" name="Graphic 99">
              <a:extLst>
                <a:ext uri="{FF2B5EF4-FFF2-40B4-BE49-F238E27FC236}">
                  <a16:creationId xmlns:a16="http://schemas.microsoft.com/office/drawing/2014/main" id="{A32F0BDC-6C1B-48C3-CA53-596EEE9DA33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912391" y="1544696"/>
              <a:ext cx="757781" cy="748189"/>
            </a:xfrm>
            <a:prstGeom prst="rect">
              <a:avLst/>
            </a:prstGeom>
          </p:spPr>
        </p:pic>
        <p:pic>
          <p:nvPicPr>
            <p:cNvPr id="101" name="Graphic 100">
              <a:extLst>
                <a:ext uri="{FF2B5EF4-FFF2-40B4-BE49-F238E27FC236}">
                  <a16:creationId xmlns:a16="http://schemas.microsoft.com/office/drawing/2014/main" id="{04EDFBB4-99A1-CB8F-1E4D-31CC808F0B3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110306" y="1727568"/>
              <a:ext cx="361950" cy="371475"/>
            </a:xfrm>
            <a:prstGeom prst="rect">
              <a:avLst/>
            </a:prstGeom>
          </p:spPr>
        </p:pic>
      </p:grpSp>
      <p:pic>
        <p:nvPicPr>
          <p:cNvPr id="105" name="Graphic 104">
            <a:extLst>
              <a:ext uri="{FF2B5EF4-FFF2-40B4-BE49-F238E27FC236}">
                <a16:creationId xmlns:a16="http://schemas.microsoft.com/office/drawing/2014/main" id="{FEB03BB8-3CCC-77BD-639B-D56DA351CF1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281080" y="2185714"/>
            <a:ext cx="714306" cy="705263"/>
          </a:xfrm>
          <a:prstGeom prst="rect">
            <a:avLst/>
          </a:prstGeom>
        </p:spPr>
      </p:pic>
      <p:pic>
        <p:nvPicPr>
          <p:cNvPr id="106" name="Graphic 105">
            <a:extLst>
              <a:ext uri="{FF2B5EF4-FFF2-40B4-BE49-F238E27FC236}">
                <a16:creationId xmlns:a16="http://schemas.microsoft.com/office/drawing/2014/main" id="{D2315374-3D44-5587-512A-31CFDECFD6B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457404" y="2408004"/>
            <a:ext cx="313502" cy="306036"/>
          </a:xfrm>
          <a:prstGeom prst="rect">
            <a:avLst/>
          </a:prstGeom>
        </p:spPr>
      </p:pic>
      <p:sp>
        <p:nvSpPr>
          <p:cNvPr id="108" name="Rectangle: Rounded Corners 107">
            <a:extLst>
              <a:ext uri="{FF2B5EF4-FFF2-40B4-BE49-F238E27FC236}">
                <a16:creationId xmlns:a16="http://schemas.microsoft.com/office/drawing/2014/main" id="{611C7DCC-E147-778D-5C33-84D4F42AC413}"/>
              </a:ext>
            </a:extLst>
          </p:cNvPr>
          <p:cNvSpPr/>
          <p:nvPr/>
        </p:nvSpPr>
        <p:spPr>
          <a:xfrm>
            <a:off x="5619778" y="5389034"/>
            <a:ext cx="2767708" cy="309201"/>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579011" eaLnBrk="1" fontAlgn="auto" latinLnBrk="0" hangingPunct="1">
              <a:lnSpc>
                <a:spcPct val="100000"/>
              </a:lnSpc>
              <a:spcBef>
                <a:spcPts val="0"/>
              </a:spcBef>
              <a:spcAft>
                <a:spcPts val="0"/>
              </a:spcAft>
              <a:buClrTx/>
              <a:buSzTx/>
              <a:buFontTx/>
              <a:buNone/>
              <a:tabLst/>
              <a:defRPr/>
            </a:pPr>
            <a:r>
              <a:rPr lang="en-US" sz="1400" b="1">
                <a:solidFill>
                  <a:srgbClr val="00B050"/>
                </a:solidFill>
                <a:latin typeface="Open Sans" panose="020B0606030504020204" pitchFamily="34" charset="0"/>
              </a:rPr>
              <a:t>“</a:t>
            </a:r>
            <a:r>
              <a:rPr lang="en-US" sz="1400" b="1">
                <a:solidFill>
                  <a:srgbClr val="92D050"/>
                </a:solidFill>
                <a:latin typeface="Open Sans" panose="020B0606030504020204" pitchFamily="34" charset="0"/>
              </a:rPr>
              <a:t>To be adopted”</a:t>
            </a:r>
            <a:r>
              <a:rPr lang="en-US" sz="1400" b="1" i="0">
                <a:solidFill>
                  <a:srgbClr val="92D050"/>
                </a:solidFill>
                <a:effectLst/>
                <a:latin typeface="Open Sans" panose="020B0606030504020204" pitchFamily="34" charset="0"/>
              </a:rPr>
              <a:t> Compliance</a:t>
            </a:r>
            <a:endParaRPr kumimoji="0" lang="en-US" sz="1400" b="0" i="0" u="none" strike="noStrike" kern="0" cap="none" spc="0" normalizeH="0" baseline="0" noProof="0">
              <a:ln>
                <a:noFill/>
              </a:ln>
              <a:solidFill>
                <a:srgbClr val="92D050"/>
              </a:solidFill>
              <a:effectLst/>
              <a:uLnTx/>
              <a:uFillTx/>
              <a:latin typeface="Segoe UI Semibold" panose="020B0702040204020203" pitchFamily="34" charset="0"/>
              <a:ea typeface="+mn-ea"/>
              <a:cs typeface="Segoe UI Semibold" panose="020B0702040204020203" pitchFamily="34" charset="0"/>
            </a:endParaRPr>
          </a:p>
        </p:txBody>
      </p:sp>
      <p:pic>
        <p:nvPicPr>
          <p:cNvPr id="109" name="Graphic 108">
            <a:extLst>
              <a:ext uri="{FF2B5EF4-FFF2-40B4-BE49-F238E27FC236}">
                <a16:creationId xmlns:a16="http://schemas.microsoft.com/office/drawing/2014/main" id="{509A4730-467C-FF2E-3969-6D92268D6A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85865" y="5390118"/>
            <a:ext cx="342900" cy="333375"/>
          </a:xfrm>
          <a:prstGeom prst="rect">
            <a:avLst/>
          </a:prstGeom>
        </p:spPr>
      </p:pic>
    </p:spTree>
    <p:extLst>
      <p:ext uri="{BB962C8B-B14F-4D97-AF65-F5344CB8AC3E}">
        <p14:creationId xmlns:p14="http://schemas.microsoft.com/office/powerpoint/2010/main" val="3643118647"/>
      </p:ext>
    </p:extLst>
  </p:cSld>
  <p:clrMapOvr>
    <a:masterClrMapping/>
  </p:clrMapOvr>
  <mc:AlternateContent xmlns:mc="http://schemas.openxmlformats.org/markup-compatibility/2006" xmlns:p14="http://schemas.microsoft.com/office/powerpoint/2010/main">
    <mc:Choice Requires="p14">
      <p:transition spd="slow" p14:dur="2000" advTm="224757"/>
    </mc:Choice>
    <mc:Fallback xmlns="">
      <p:transition spd="slow" advTm="224757"/>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A07C438-3514-DFBF-1DE4-5AACD0FA806F}"/>
              </a:ext>
            </a:extLst>
          </p:cNvPr>
          <p:cNvGrpSpPr/>
          <p:nvPr/>
        </p:nvGrpSpPr>
        <p:grpSpPr>
          <a:xfrm>
            <a:off x="180622" y="960454"/>
            <a:ext cx="11830756" cy="1162755"/>
            <a:chOff x="270933" y="136111"/>
            <a:chExt cx="11830756" cy="1162755"/>
          </a:xfrm>
        </p:grpSpPr>
        <p:sp>
          <p:nvSpPr>
            <p:cNvPr id="4" name="Rectangle 3">
              <a:extLst>
                <a:ext uri="{FF2B5EF4-FFF2-40B4-BE49-F238E27FC236}">
                  <a16:creationId xmlns:a16="http://schemas.microsoft.com/office/drawing/2014/main" id="{FB0548E4-7E4E-27DA-B0EE-36D1126DB884}"/>
                </a:ext>
              </a:extLst>
            </p:cNvPr>
            <p:cNvSpPr/>
            <p:nvPr/>
          </p:nvSpPr>
          <p:spPr>
            <a:xfrm>
              <a:off x="270933" y="136111"/>
              <a:ext cx="11830756" cy="1162755"/>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solidFill>
                  <a:schemeClr val="bg1"/>
                </a:solidFill>
              </a:endParaRPr>
            </a:p>
          </p:txBody>
        </p:sp>
        <p:sp>
          <p:nvSpPr>
            <p:cNvPr id="7" name="TextBox 6">
              <a:extLst>
                <a:ext uri="{FF2B5EF4-FFF2-40B4-BE49-F238E27FC236}">
                  <a16:creationId xmlns:a16="http://schemas.microsoft.com/office/drawing/2014/main" id="{83355BB2-CF7A-6ADA-3056-3D4032E33B73}"/>
                </a:ext>
              </a:extLst>
            </p:cNvPr>
            <p:cNvSpPr txBox="1"/>
            <p:nvPr/>
          </p:nvSpPr>
          <p:spPr>
            <a:xfrm>
              <a:off x="588889" y="431074"/>
              <a:ext cx="2962414" cy="646331"/>
            </a:xfrm>
            <a:prstGeom prst="rect">
              <a:avLst/>
            </a:prstGeom>
            <a:noFill/>
          </p:spPr>
          <p:txBody>
            <a:bodyPr wrap="none" rtlCol="0">
              <a:spAutoFit/>
            </a:bodyPr>
            <a:lstStyle/>
            <a:p>
              <a:pPr algn="ctr"/>
              <a:r>
                <a:rPr lang="en-GB" b="1" dirty="0">
                  <a:solidFill>
                    <a:schemeClr val="bg1"/>
                  </a:solidFill>
                </a:rPr>
                <a:t>Responsibility always</a:t>
              </a:r>
            </a:p>
            <a:p>
              <a:pPr algn="ctr"/>
              <a:r>
                <a:rPr lang="en-GB" b="1" dirty="0">
                  <a:solidFill>
                    <a:schemeClr val="bg1"/>
                  </a:solidFill>
                </a:rPr>
                <a:t>Retained by the customer</a:t>
              </a:r>
              <a:endParaRPr lang="en-DK" b="1" dirty="0">
                <a:solidFill>
                  <a:schemeClr val="bg1"/>
                </a:solidFill>
              </a:endParaRPr>
            </a:p>
          </p:txBody>
        </p:sp>
      </p:grpSp>
      <p:grpSp>
        <p:nvGrpSpPr>
          <p:cNvPr id="11" name="Group 10">
            <a:extLst>
              <a:ext uri="{FF2B5EF4-FFF2-40B4-BE49-F238E27FC236}">
                <a16:creationId xmlns:a16="http://schemas.microsoft.com/office/drawing/2014/main" id="{26419A16-8322-8373-C3D5-F7D9CCD8D957}"/>
              </a:ext>
            </a:extLst>
          </p:cNvPr>
          <p:cNvGrpSpPr/>
          <p:nvPr/>
        </p:nvGrpSpPr>
        <p:grpSpPr>
          <a:xfrm>
            <a:off x="146223" y="2696743"/>
            <a:ext cx="11861074" cy="1802675"/>
            <a:chOff x="270933" y="1001485"/>
            <a:chExt cx="11861074" cy="1802675"/>
          </a:xfrm>
        </p:grpSpPr>
        <p:sp>
          <p:nvSpPr>
            <p:cNvPr id="5" name="Rectangle 4">
              <a:extLst>
                <a:ext uri="{FF2B5EF4-FFF2-40B4-BE49-F238E27FC236}">
                  <a16:creationId xmlns:a16="http://schemas.microsoft.com/office/drawing/2014/main" id="{7D31746B-3DCB-C1BF-F67F-363391394030}"/>
                </a:ext>
              </a:extLst>
            </p:cNvPr>
            <p:cNvSpPr/>
            <p:nvPr/>
          </p:nvSpPr>
          <p:spPr>
            <a:xfrm>
              <a:off x="270933" y="1001485"/>
              <a:ext cx="11861074" cy="1802675"/>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solidFill>
                  <a:schemeClr val="bg1"/>
                </a:solidFill>
              </a:endParaRPr>
            </a:p>
          </p:txBody>
        </p:sp>
        <p:sp>
          <p:nvSpPr>
            <p:cNvPr id="10" name="TextBox 9">
              <a:extLst>
                <a:ext uri="{FF2B5EF4-FFF2-40B4-BE49-F238E27FC236}">
                  <a16:creationId xmlns:a16="http://schemas.microsoft.com/office/drawing/2014/main" id="{B67AB113-E2BA-3D61-B5AC-236704C2A072}"/>
                </a:ext>
              </a:extLst>
            </p:cNvPr>
            <p:cNvSpPr txBox="1"/>
            <p:nvPr/>
          </p:nvSpPr>
          <p:spPr>
            <a:xfrm>
              <a:off x="1228359" y="1619613"/>
              <a:ext cx="1683474" cy="646331"/>
            </a:xfrm>
            <a:prstGeom prst="rect">
              <a:avLst/>
            </a:prstGeom>
            <a:noFill/>
          </p:spPr>
          <p:txBody>
            <a:bodyPr wrap="none" rtlCol="0">
              <a:spAutoFit/>
            </a:bodyPr>
            <a:lstStyle/>
            <a:p>
              <a:pPr algn="ctr"/>
              <a:r>
                <a:rPr lang="en-GB" b="1" dirty="0">
                  <a:solidFill>
                    <a:schemeClr val="bg1"/>
                  </a:solidFill>
                </a:rPr>
                <a:t>Responsibility</a:t>
              </a:r>
              <a:br>
                <a:rPr lang="en-GB" b="1" dirty="0">
                  <a:solidFill>
                    <a:schemeClr val="bg1"/>
                  </a:solidFill>
                </a:rPr>
              </a:br>
              <a:r>
                <a:rPr lang="en-GB" b="1" dirty="0">
                  <a:solidFill>
                    <a:schemeClr val="bg1"/>
                  </a:solidFill>
                </a:rPr>
                <a:t>varies by type</a:t>
              </a:r>
              <a:endParaRPr lang="en-DK" b="1" dirty="0">
                <a:solidFill>
                  <a:schemeClr val="bg1"/>
                </a:solidFill>
              </a:endParaRPr>
            </a:p>
          </p:txBody>
        </p:sp>
      </p:grpSp>
      <p:grpSp>
        <p:nvGrpSpPr>
          <p:cNvPr id="13" name="Group 12">
            <a:extLst>
              <a:ext uri="{FF2B5EF4-FFF2-40B4-BE49-F238E27FC236}">
                <a16:creationId xmlns:a16="http://schemas.microsoft.com/office/drawing/2014/main" id="{32D62BB7-1228-5EFD-9ED0-79597CF501DD}"/>
              </a:ext>
            </a:extLst>
          </p:cNvPr>
          <p:cNvGrpSpPr/>
          <p:nvPr/>
        </p:nvGrpSpPr>
        <p:grpSpPr>
          <a:xfrm>
            <a:off x="165341" y="5067352"/>
            <a:ext cx="11841956" cy="1158240"/>
            <a:chOff x="259733" y="3544388"/>
            <a:chExt cx="11841956" cy="1158240"/>
          </a:xfrm>
        </p:grpSpPr>
        <p:sp>
          <p:nvSpPr>
            <p:cNvPr id="6" name="Rectangle 5">
              <a:extLst>
                <a:ext uri="{FF2B5EF4-FFF2-40B4-BE49-F238E27FC236}">
                  <a16:creationId xmlns:a16="http://schemas.microsoft.com/office/drawing/2014/main" id="{8F54E97E-A222-2A44-D919-BAAE46D60B04}"/>
                </a:ext>
              </a:extLst>
            </p:cNvPr>
            <p:cNvSpPr/>
            <p:nvPr/>
          </p:nvSpPr>
          <p:spPr>
            <a:xfrm>
              <a:off x="259733" y="3544388"/>
              <a:ext cx="11841956" cy="1158240"/>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solidFill>
                  <a:schemeClr val="bg1"/>
                </a:solidFill>
              </a:endParaRPr>
            </a:p>
          </p:txBody>
        </p:sp>
        <p:sp>
          <p:nvSpPr>
            <p:cNvPr id="12" name="TextBox 11">
              <a:extLst>
                <a:ext uri="{FF2B5EF4-FFF2-40B4-BE49-F238E27FC236}">
                  <a16:creationId xmlns:a16="http://schemas.microsoft.com/office/drawing/2014/main" id="{62FBEE02-B5D4-239C-E787-2BADB5BA195C}"/>
                </a:ext>
              </a:extLst>
            </p:cNvPr>
            <p:cNvSpPr txBox="1"/>
            <p:nvPr/>
          </p:nvSpPr>
          <p:spPr>
            <a:xfrm>
              <a:off x="712802" y="3800342"/>
              <a:ext cx="2714589" cy="646331"/>
            </a:xfrm>
            <a:prstGeom prst="rect">
              <a:avLst/>
            </a:prstGeom>
            <a:noFill/>
          </p:spPr>
          <p:txBody>
            <a:bodyPr wrap="none" rtlCol="0">
              <a:spAutoFit/>
            </a:bodyPr>
            <a:lstStyle/>
            <a:p>
              <a:pPr algn="ctr"/>
              <a:r>
                <a:rPr lang="en-GB" b="1" dirty="0">
                  <a:solidFill>
                    <a:schemeClr val="bg1"/>
                  </a:solidFill>
                </a:rPr>
                <a:t>Responsibility transfers</a:t>
              </a:r>
            </a:p>
            <a:p>
              <a:pPr algn="ctr"/>
              <a:r>
                <a:rPr lang="en-GB" b="1" dirty="0">
                  <a:solidFill>
                    <a:schemeClr val="bg1"/>
                  </a:solidFill>
                </a:rPr>
                <a:t>To cloud provider</a:t>
              </a:r>
              <a:endParaRPr lang="en-DK" b="1" dirty="0">
                <a:solidFill>
                  <a:schemeClr val="bg1"/>
                </a:solidFill>
              </a:endParaRPr>
            </a:p>
          </p:txBody>
        </p:sp>
      </p:grpSp>
      <p:sp>
        <p:nvSpPr>
          <p:cNvPr id="14" name="Rectangle 13">
            <a:extLst>
              <a:ext uri="{FF2B5EF4-FFF2-40B4-BE49-F238E27FC236}">
                <a16:creationId xmlns:a16="http://schemas.microsoft.com/office/drawing/2014/main" id="{278FC3B6-FDA3-DABE-1C63-D152BFCAE553}"/>
              </a:ext>
            </a:extLst>
          </p:cNvPr>
          <p:cNvSpPr/>
          <p:nvPr/>
        </p:nvSpPr>
        <p:spPr>
          <a:xfrm>
            <a:off x="3985377" y="707667"/>
            <a:ext cx="4319451"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Information and data</a:t>
            </a:r>
            <a:endParaRPr lang="en-DK" dirty="0"/>
          </a:p>
        </p:txBody>
      </p:sp>
      <p:sp>
        <p:nvSpPr>
          <p:cNvPr id="15" name="Rectangle 14">
            <a:extLst>
              <a:ext uri="{FF2B5EF4-FFF2-40B4-BE49-F238E27FC236}">
                <a16:creationId xmlns:a16="http://schemas.microsoft.com/office/drawing/2014/main" id="{3FFD9BDF-D65E-5DAA-03CB-E4699C7FA3DC}"/>
              </a:ext>
            </a:extLst>
          </p:cNvPr>
          <p:cNvSpPr/>
          <p:nvPr/>
        </p:nvSpPr>
        <p:spPr>
          <a:xfrm>
            <a:off x="3985377" y="1297751"/>
            <a:ext cx="4319451"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Devices (Mobile and PCs)</a:t>
            </a:r>
            <a:endParaRPr lang="en-DK" dirty="0"/>
          </a:p>
        </p:txBody>
      </p:sp>
      <p:sp>
        <p:nvSpPr>
          <p:cNvPr id="16" name="Rectangle 15">
            <a:extLst>
              <a:ext uri="{FF2B5EF4-FFF2-40B4-BE49-F238E27FC236}">
                <a16:creationId xmlns:a16="http://schemas.microsoft.com/office/drawing/2014/main" id="{CA21407F-2D42-F537-5A8B-9F09ADD7CCDD}"/>
              </a:ext>
            </a:extLst>
          </p:cNvPr>
          <p:cNvSpPr/>
          <p:nvPr/>
        </p:nvSpPr>
        <p:spPr>
          <a:xfrm>
            <a:off x="3985377" y="1887835"/>
            <a:ext cx="4319451"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Accounts and identities</a:t>
            </a:r>
            <a:endParaRPr lang="en-DK" dirty="0"/>
          </a:p>
        </p:txBody>
      </p:sp>
      <p:sp>
        <p:nvSpPr>
          <p:cNvPr id="17" name="Rectangle 16">
            <a:extLst>
              <a:ext uri="{FF2B5EF4-FFF2-40B4-BE49-F238E27FC236}">
                <a16:creationId xmlns:a16="http://schemas.microsoft.com/office/drawing/2014/main" id="{3ED1D050-07CE-8225-A8EF-1047960C45E6}"/>
              </a:ext>
            </a:extLst>
          </p:cNvPr>
          <p:cNvSpPr/>
          <p:nvPr/>
        </p:nvSpPr>
        <p:spPr>
          <a:xfrm>
            <a:off x="3985377" y="2477919"/>
            <a:ext cx="4319451"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Identity and directory infrastructure</a:t>
            </a:r>
            <a:endParaRPr lang="en-DK" dirty="0"/>
          </a:p>
        </p:txBody>
      </p:sp>
      <p:sp>
        <p:nvSpPr>
          <p:cNvPr id="18" name="Rectangle 17">
            <a:extLst>
              <a:ext uri="{FF2B5EF4-FFF2-40B4-BE49-F238E27FC236}">
                <a16:creationId xmlns:a16="http://schemas.microsoft.com/office/drawing/2014/main" id="{4CE9CFC5-A04D-3B0A-396B-376C88925F9A}"/>
              </a:ext>
            </a:extLst>
          </p:cNvPr>
          <p:cNvSpPr/>
          <p:nvPr/>
        </p:nvSpPr>
        <p:spPr>
          <a:xfrm>
            <a:off x="3985377" y="3068003"/>
            <a:ext cx="4319451"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Applications</a:t>
            </a:r>
            <a:endParaRPr lang="en-DK" dirty="0"/>
          </a:p>
        </p:txBody>
      </p:sp>
      <p:sp>
        <p:nvSpPr>
          <p:cNvPr id="19" name="Rectangle 18">
            <a:extLst>
              <a:ext uri="{FF2B5EF4-FFF2-40B4-BE49-F238E27FC236}">
                <a16:creationId xmlns:a16="http://schemas.microsoft.com/office/drawing/2014/main" id="{788176A4-BEF7-34A1-6681-DB8337114FCE}"/>
              </a:ext>
            </a:extLst>
          </p:cNvPr>
          <p:cNvSpPr/>
          <p:nvPr/>
        </p:nvSpPr>
        <p:spPr>
          <a:xfrm>
            <a:off x="3985377" y="3658087"/>
            <a:ext cx="4319451"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Network controls</a:t>
            </a:r>
            <a:endParaRPr lang="en-DK" dirty="0"/>
          </a:p>
        </p:txBody>
      </p:sp>
      <p:sp>
        <p:nvSpPr>
          <p:cNvPr id="20" name="Rectangle 19">
            <a:extLst>
              <a:ext uri="{FF2B5EF4-FFF2-40B4-BE49-F238E27FC236}">
                <a16:creationId xmlns:a16="http://schemas.microsoft.com/office/drawing/2014/main" id="{E4C73632-2CDF-7845-601F-5B61FA110181}"/>
              </a:ext>
            </a:extLst>
          </p:cNvPr>
          <p:cNvSpPr/>
          <p:nvPr/>
        </p:nvSpPr>
        <p:spPr>
          <a:xfrm>
            <a:off x="3985377" y="4248171"/>
            <a:ext cx="4319451"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Operating System</a:t>
            </a:r>
            <a:endParaRPr lang="en-DK" dirty="0"/>
          </a:p>
        </p:txBody>
      </p:sp>
      <p:sp>
        <p:nvSpPr>
          <p:cNvPr id="21" name="Rectangle 20">
            <a:extLst>
              <a:ext uri="{FF2B5EF4-FFF2-40B4-BE49-F238E27FC236}">
                <a16:creationId xmlns:a16="http://schemas.microsoft.com/office/drawing/2014/main" id="{9CB674DE-5A9B-A2BE-99AC-03D868C861BC}"/>
              </a:ext>
            </a:extLst>
          </p:cNvPr>
          <p:cNvSpPr/>
          <p:nvPr/>
        </p:nvSpPr>
        <p:spPr>
          <a:xfrm>
            <a:off x="3985377" y="4838255"/>
            <a:ext cx="4319451"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Physical hosts</a:t>
            </a:r>
            <a:endParaRPr lang="en-DK" dirty="0"/>
          </a:p>
        </p:txBody>
      </p:sp>
      <p:sp>
        <p:nvSpPr>
          <p:cNvPr id="22" name="Rectangle 21">
            <a:extLst>
              <a:ext uri="{FF2B5EF4-FFF2-40B4-BE49-F238E27FC236}">
                <a16:creationId xmlns:a16="http://schemas.microsoft.com/office/drawing/2014/main" id="{781784F7-7E6E-439D-0784-5770D5136E74}"/>
              </a:ext>
            </a:extLst>
          </p:cNvPr>
          <p:cNvSpPr/>
          <p:nvPr/>
        </p:nvSpPr>
        <p:spPr>
          <a:xfrm>
            <a:off x="3985377" y="5428339"/>
            <a:ext cx="4319451"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Physical network</a:t>
            </a:r>
            <a:endParaRPr lang="en-DK" dirty="0"/>
          </a:p>
        </p:txBody>
      </p:sp>
      <p:sp>
        <p:nvSpPr>
          <p:cNvPr id="23" name="Rectangle 22">
            <a:extLst>
              <a:ext uri="{FF2B5EF4-FFF2-40B4-BE49-F238E27FC236}">
                <a16:creationId xmlns:a16="http://schemas.microsoft.com/office/drawing/2014/main" id="{C6876E05-B42E-7EF1-7D64-A972E4F4B1F5}"/>
              </a:ext>
            </a:extLst>
          </p:cNvPr>
          <p:cNvSpPr/>
          <p:nvPr/>
        </p:nvSpPr>
        <p:spPr>
          <a:xfrm>
            <a:off x="3985377" y="6018425"/>
            <a:ext cx="4319451"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Physical </a:t>
            </a:r>
            <a:r>
              <a:rPr lang="en-GB" dirty="0" err="1"/>
              <a:t>datacenter</a:t>
            </a:r>
            <a:endParaRPr lang="en-DK" dirty="0"/>
          </a:p>
        </p:txBody>
      </p:sp>
      <p:sp>
        <p:nvSpPr>
          <p:cNvPr id="24" name="TextBox 23">
            <a:extLst>
              <a:ext uri="{FF2B5EF4-FFF2-40B4-BE49-F238E27FC236}">
                <a16:creationId xmlns:a16="http://schemas.microsoft.com/office/drawing/2014/main" id="{475CBD4B-9D45-6334-7346-8263F78C68D8}"/>
              </a:ext>
            </a:extLst>
          </p:cNvPr>
          <p:cNvSpPr txBox="1"/>
          <p:nvPr/>
        </p:nvSpPr>
        <p:spPr>
          <a:xfrm>
            <a:off x="8594737" y="184164"/>
            <a:ext cx="3681585" cy="369332"/>
          </a:xfrm>
          <a:prstGeom prst="rect">
            <a:avLst/>
          </a:prstGeom>
          <a:noFill/>
        </p:spPr>
        <p:txBody>
          <a:bodyPr wrap="none" rtlCol="0">
            <a:spAutoFit/>
          </a:bodyPr>
          <a:lstStyle/>
          <a:p>
            <a:r>
              <a:rPr lang="en-GB" dirty="0">
                <a:solidFill>
                  <a:schemeClr val="bg1"/>
                </a:solidFill>
              </a:rPr>
              <a:t>SaaS      PaaS      IaaS     On-prem</a:t>
            </a:r>
            <a:endParaRPr lang="en-DK" dirty="0">
              <a:solidFill>
                <a:schemeClr val="bg1"/>
              </a:solidFill>
            </a:endParaRPr>
          </a:p>
        </p:txBody>
      </p:sp>
      <p:sp>
        <p:nvSpPr>
          <p:cNvPr id="25" name="Rectangle 24">
            <a:extLst>
              <a:ext uri="{FF2B5EF4-FFF2-40B4-BE49-F238E27FC236}">
                <a16:creationId xmlns:a16="http://schemas.microsoft.com/office/drawing/2014/main" id="{C99107C0-B2FE-ABE1-DC32-C8FBC0371531}"/>
              </a:ext>
            </a:extLst>
          </p:cNvPr>
          <p:cNvSpPr/>
          <p:nvPr/>
        </p:nvSpPr>
        <p:spPr>
          <a:xfrm>
            <a:off x="8691387" y="707667"/>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6" name="Rectangle 25">
            <a:extLst>
              <a:ext uri="{FF2B5EF4-FFF2-40B4-BE49-F238E27FC236}">
                <a16:creationId xmlns:a16="http://schemas.microsoft.com/office/drawing/2014/main" id="{EE436A3D-B7B2-3B93-A043-7AB437149678}"/>
              </a:ext>
            </a:extLst>
          </p:cNvPr>
          <p:cNvSpPr/>
          <p:nvPr/>
        </p:nvSpPr>
        <p:spPr>
          <a:xfrm>
            <a:off x="9544501" y="699384"/>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7" name="Rectangle 26">
            <a:extLst>
              <a:ext uri="{FF2B5EF4-FFF2-40B4-BE49-F238E27FC236}">
                <a16:creationId xmlns:a16="http://schemas.microsoft.com/office/drawing/2014/main" id="{F34AB0CA-5EFE-A8D9-896A-C4F63B0F1D27}"/>
              </a:ext>
            </a:extLst>
          </p:cNvPr>
          <p:cNvSpPr/>
          <p:nvPr/>
        </p:nvSpPr>
        <p:spPr>
          <a:xfrm>
            <a:off x="10329409" y="699384"/>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8" name="Rectangle 27">
            <a:extLst>
              <a:ext uri="{FF2B5EF4-FFF2-40B4-BE49-F238E27FC236}">
                <a16:creationId xmlns:a16="http://schemas.microsoft.com/office/drawing/2014/main" id="{829F2A7F-7E00-5BB7-6ACE-83902A043296}"/>
              </a:ext>
            </a:extLst>
          </p:cNvPr>
          <p:cNvSpPr/>
          <p:nvPr/>
        </p:nvSpPr>
        <p:spPr>
          <a:xfrm>
            <a:off x="11140442" y="696873"/>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9" name="Rectangle 28">
            <a:extLst>
              <a:ext uri="{FF2B5EF4-FFF2-40B4-BE49-F238E27FC236}">
                <a16:creationId xmlns:a16="http://schemas.microsoft.com/office/drawing/2014/main" id="{178098F1-F0A6-1051-F7F3-0693E42E7018}"/>
              </a:ext>
            </a:extLst>
          </p:cNvPr>
          <p:cNvSpPr/>
          <p:nvPr/>
        </p:nvSpPr>
        <p:spPr>
          <a:xfrm>
            <a:off x="8691387" y="1300681"/>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0" name="Rectangle 29">
            <a:extLst>
              <a:ext uri="{FF2B5EF4-FFF2-40B4-BE49-F238E27FC236}">
                <a16:creationId xmlns:a16="http://schemas.microsoft.com/office/drawing/2014/main" id="{17E38B5C-FC70-6DFA-7347-E7FBC1C530B4}"/>
              </a:ext>
            </a:extLst>
          </p:cNvPr>
          <p:cNvSpPr/>
          <p:nvPr/>
        </p:nvSpPr>
        <p:spPr>
          <a:xfrm>
            <a:off x="9544501" y="1293318"/>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1" name="Rectangle 30">
            <a:extLst>
              <a:ext uri="{FF2B5EF4-FFF2-40B4-BE49-F238E27FC236}">
                <a16:creationId xmlns:a16="http://schemas.microsoft.com/office/drawing/2014/main" id="{C9B54572-9C05-62B0-7DA1-44F2FB1B70E8}"/>
              </a:ext>
            </a:extLst>
          </p:cNvPr>
          <p:cNvSpPr/>
          <p:nvPr/>
        </p:nvSpPr>
        <p:spPr>
          <a:xfrm>
            <a:off x="10329409" y="1293318"/>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2" name="Rectangle 31">
            <a:extLst>
              <a:ext uri="{FF2B5EF4-FFF2-40B4-BE49-F238E27FC236}">
                <a16:creationId xmlns:a16="http://schemas.microsoft.com/office/drawing/2014/main" id="{1714A910-8EEF-53B5-0264-7C666BB58627}"/>
              </a:ext>
            </a:extLst>
          </p:cNvPr>
          <p:cNvSpPr/>
          <p:nvPr/>
        </p:nvSpPr>
        <p:spPr>
          <a:xfrm>
            <a:off x="11140442" y="1291086"/>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3" name="Rectangle 32">
            <a:extLst>
              <a:ext uri="{FF2B5EF4-FFF2-40B4-BE49-F238E27FC236}">
                <a16:creationId xmlns:a16="http://schemas.microsoft.com/office/drawing/2014/main" id="{7E91052C-35F5-FED9-A797-5E1160AABB1E}"/>
              </a:ext>
            </a:extLst>
          </p:cNvPr>
          <p:cNvSpPr/>
          <p:nvPr/>
        </p:nvSpPr>
        <p:spPr>
          <a:xfrm>
            <a:off x="8691387" y="1893695"/>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4" name="Rectangle 33">
            <a:extLst>
              <a:ext uri="{FF2B5EF4-FFF2-40B4-BE49-F238E27FC236}">
                <a16:creationId xmlns:a16="http://schemas.microsoft.com/office/drawing/2014/main" id="{29460362-96EB-935F-D374-16AEF9B63E53}"/>
              </a:ext>
            </a:extLst>
          </p:cNvPr>
          <p:cNvSpPr/>
          <p:nvPr/>
        </p:nvSpPr>
        <p:spPr>
          <a:xfrm>
            <a:off x="9544501" y="1887252"/>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5" name="Rectangle 34">
            <a:extLst>
              <a:ext uri="{FF2B5EF4-FFF2-40B4-BE49-F238E27FC236}">
                <a16:creationId xmlns:a16="http://schemas.microsoft.com/office/drawing/2014/main" id="{63156C33-04D5-6084-E778-C1F0E6342066}"/>
              </a:ext>
            </a:extLst>
          </p:cNvPr>
          <p:cNvSpPr/>
          <p:nvPr/>
        </p:nvSpPr>
        <p:spPr>
          <a:xfrm>
            <a:off x="10329409" y="1887252"/>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6" name="Rectangle 35">
            <a:extLst>
              <a:ext uri="{FF2B5EF4-FFF2-40B4-BE49-F238E27FC236}">
                <a16:creationId xmlns:a16="http://schemas.microsoft.com/office/drawing/2014/main" id="{1E7CF985-63FA-F2C5-93A8-2501361CFA3B}"/>
              </a:ext>
            </a:extLst>
          </p:cNvPr>
          <p:cNvSpPr/>
          <p:nvPr/>
        </p:nvSpPr>
        <p:spPr>
          <a:xfrm>
            <a:off x="11140442" y="1885299"/>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7" name="Rectangle 36">
            <a:extLst>
              <a:ext uri="{FF2B5EF4-FFF2-40B4-BE49-F238E27FC236}">
                <a16:creationId xmlns:a16="http://schemas.microsoft.com/office/drawing/2014/main" id="{295DA7BC-A299-06B9-E445-B2AB0D4AFED3}"/>
              </a:ext>
            </a:extLst>
          </p:cNvPr>
          <p:cNvSpPr/>
          <p:nvPr/>
        </p:nvSpPr>
        <p:spPr>
          <a:xfrm>
            <a:off x="11140442" y="2479512"/>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8" name="Rectangle 37">
            <a:extLst>
              <a:ext uri="{FF2B5EF4-FFF2-40B4-BE49-F238E27FC236}">
                <a16:creationId xmlns:a16="http://schemas.microsoft.com/office/drawing/2014/main" id="{F4644E18-E2EF-2E75-2025-70254C6FC405}"/>
              </a:ext>
            </a:extLst>
          </p:cNvPr>
          <p:cNvSpPr/>
          <p:nvPr/>
        </p:nvSpPr>
        <p:spPr>
          <a:xfrm>
            <a:off x="11140442" y="3073725"/>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9" name="Rectangle 38">
            <a:extLst>
              <a:ext uri="{FF2B5EF4-FFF2-40B4-BE49-F238E27FC236}">
                <a16:creationId xmlns:a16="http://schemas.microsoft.com/office/drawing/2014/main" id="{90C5EEC6-1AA1-CC89-0C50-9B84B29ED72A}"/>
              </a:ext>
            </a:extLst>
          </p:cNvPr>
          <p:cNvSpPr/>
          <p:nvPr/>
        </p:nvSpPr>
        <p:spPr>
          <a:xfrm>
            <a:off x="11140442" y="3667938"/>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0" name="Rectangle 39">
            <a:extLst>
              <a:ext uri="{FF2B5EF4-FFF2-40B4-BE49-F238E27FC236}">
                <a16:creationId xmlns:a16="http://schemas.microsoft.com/office/drawing/2014/main" id="{6033777F-0C07-9C13-A58F-E5A193604B1C}"/>
              </a:ext>
            </a:extLst>
          </p:cNvPr>
          <p:cNvSpPr/>
          <p:nvPr/>
        </p:nvSpPr>
        <p:spPr>
          <a:xfrm>
            <a:off x="11140442" y="4262151"/>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1" name="Rectangle 40">
            <a:extLst>
              <a:ext uri="{FF2B5EF4-FFF2-40B4-BE49-F238E27FC236}">
                <a16:creationId xmlns:a16="http://schemas.microsoft.com/office/drawing/2014/main" id="{1DFC380F-66DC-2B7E-5239-4E3B1EE85DD3}"/>
              </a:ext>
            </a:extLst>
          </p:cNvPr>
          <p:cNvSpPr/>
          <p:nvPr/>
        </p:nvSpPr>
        <p:spPr>
          <a:xfrm>
            <a:off x="11140442" y="4856364"/>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2" name="Rectangle 41">
            <a:extLst>
              <a:ext uri="{FF2B5EF4-FFF2-40B4-BE49-F238E27FC236}">
                <a16:creationId xmlns:a16="http://schemas.microsoft.com/office/drawing/2014/main" id="{B78592FE-C30A-58AA-DC45-440E4BCEC119}"/>
              </a:ext>
            </a:extLst>
          </p:cNvPr>
          <p:cNvSpPr/>
          <p:nvPr/>
        </p:nvSpPr>
        <p:spPr>
          <a:xfrm>
            <a:off x="11140442" y="5450577"/>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3" name="Rectangle 42">
            <a:extLst>
              <a:ext uri="{FF2B5EF4-FFF2-40B4-BE49-F238E27FC236}">
                <a16:creationId xmlns:a16="http://schemas.microsoft.com/office/drawing/2014/main" id="{81722041-57F4-7F90-8C9F-394B8FFC0F1C}"/>
              </a:ext>
            </a:extLst>
          </p:cNvPr>
          <p:cNvSpPr/>
          <p:nvPr/>
        </p:nvSpPr>
        <p:spPr>
          <a:xfrm>
            <a:off x="11140442" y="6044790"/>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4" name="Rectangle 43">
            <a:extLst>
              <a:ext uri="{FF2B5EF4-FFF2-40B4-BE49-F238E27FC236}">
                <a16:creationId xmlns:a16="http://schemas.microsoft.com/office/drawing/2014/main" id="{C87E5883-2A7C-F97B-C29C-1C93E4B0D723}"/>
              </a:ext>
            </a:extLst>
          </p:cNvPr>
          <p:cNvSpPr/>
          <p:nvPr/>
        </p:nvSpPr>
        <p:spPr>
          <a:xfrm>
            <a:off x="10329409" y="2481186"/>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5" name="Rectangle 44">
            <a:extLst>
              <a:ext uri="{FF2B5EF4-FFF2-40B4-BE49-F238E27FC236}">
                <a16:creationId xmlns:a16="http://schemas.microsoft.com/office/drawing/2014/main" id="{E93D1CE3-2E8F-84F3-B857-7FD67CDF5D08}"/>
              </a:ext>
            </a:extLst>
          </p:cNvPr>
          <p:cNvSpPr/>
          <p:nvPr/>
        </p:nvSpPr>
        <p:spPr>
          <a:xfrm>
            <a:off x="10329409" y="3075120"/>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6" name="Rectangle 45">
            <a:extLst>
              <a:ext uri="{FF2B5EF4-FFF2-40B4-BE49-F238E27FC236}">
                <a16:creationId xmlns:a16="http://schemas.microsoft.com/office/drawing/2014/main" id="{288A32CC-77C5-03AB-B502-1DCC38CAEE84}"/>
              </a:ext>
            </a:extLst>
          </p:cNvPr>
          <p:cNvSpPr/>
          <p:nvPr/>
        </p:nvSpPr>
        <p:spPr>
          <a:xfrm>
            <a:off x="10329409" y="3669054"/>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7" name="Rectangle 46">
            <a:extLst>
              <a:ext uri="{FF2B5EF4-FFF2-40B4-BE49-F238E27FC236}">
                <a16:creationId xmlns:a16="http://schemas.microsoft.com/office/drawing/2014/main" id="{7D0E0D0C-2788-90CC-A36D-8B8F588E6F68}"/>
              </a:ext>
            </a:extLst>
          </p:cNvPr>
          <p:cNvSpPr/>
          <p:nvPr/>
        </p:nvSpPr>
        <p:spPr>
          <a:xfrm>
            <a:off x="10329409" y="4262988"/>
            <a:ext cx="470263" cy="470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9" name="Rectangle 48">
            <a:extLst>
              <a:ext uri="{FF2B5EF4-FFF2-40B4-BE49-F238E27FC236}">
                <a16:creationId xmlns:a16="http://schemas.microsoft.com/office/drawing/2014/main" id="{245A5B03-4C6C-9B74-80F6-12F3FA785851}"/>
              </a:ext>
            </a:extLst>
          </p:cNvPr>
          <p:cNvSpPr/>
          <p:nvPr/>
        </p:nvSpPr>
        <p:spPr>
          <a:xfrm>
            <a:off x="9544501" y="2481186"/>
            <a:ext cx="470263" cy="470748"/>
          </a:xfrm>
          <a:prstGeom prst="rect">
            <a:avLst/>
          </a:prstGeom>
          <a:gradFill flip="none" rotWithShape="1">
            <a:gsLst>
              <a:gs pos="66973">
                <a:schemeClr val="tx2">
                  <a:lumMod val="75000"/>
                  <a:lumOff val="25000"/>
                </a:schemeClr>
              </a:gs>
              <a:gs pos="47000">
                <a:schemeClr val="accent1">
                  <a:lumMod val="5000"/>
                  <a:lumOff val="95000"/>
                </a:schemeClr>
              </a:gs>
              <a:gs pos="52000">
                <a:schemeClr val="tx2">
                  <a:lumMod val="75000"/>
                  <a:lumOff val="25000"/>
                </a:schemeClr>
              </a:gs>
              <a:gs pos="83000">
                <a:schemeClr val="tx2">
                  <a:lumMod val="75000"/>
                  <a:lumOff val="25000"/>
                </a:schemeClr>
              </a:gs>
              <a:gs pos="100000">
                <a:schemeClr val="tx2">
                  <a:lumMod val="75000"/>
                  <a:lumOff val="25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0" name="Rectangle 49">
            <a:extLst>
              <a:ext uri="{FF2B5EF4-FFF2-40B4-BE49-F238E27FC236}">
                <a16:creationId xmlns:a16="http://schemas.microsoft.com/office/drawing/2014/main" id="{F56C3173-7A97-F337-0A7C-4408F98EA01E}"/>
              </a:ext>
            </a:extLst>
          </p:cNvPr>
          <p:cNvSpPr/>
          <p:nvPr/>
        </p:nvSpPr>
        <p:spPr>
          <a:xfrm>
            <a:off x="8691387" y="2486709"/>
            <a:ext cx="470263" cy="470748"/>
          </a:xfrm>
          <a:prstGeom prst="rect">
            <a:avLst/>
          </a:prstGeom>
          <a:gradFill flip="none" rotWithShape="1">
            <a:gsLst>
              <a:gs pos="66973">
                <a:schemeClr val="tx2">
                  <a:lumMod val="75000"/>
                  <a:lumOff val="25000"/>
                </a:schemeClr>
              </a:gs>
              <a:gs pos="47000">
                <a:schemeClr val="accent1">
                  <a:lumMod val="5000"/>
                  <a:lumOff val="95000"/>
                </a:schemeClr>
              </a:gs>
              <a:gs pos="52000">
                <a:schemeClr val="tx2">
                  <a:lumMod val="75000"/>
                  <a:lumOff val="25000"/>
                </a:schemeClr>
              </a:gs>
              <a:gs pos="83000">
                <a:schemeClr val="tx2">
                  <a:lumMod val="75000"/>
                  <a:lumOff val="25000"/>
                </a:schemeClr>
              </a:gs>
              <a:gs pos="100000">
                <a:schemeClr val="tx2">
                  <a:lumMod val="75000"/>
                  <a:lumOff val="25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1" name="Rectangle 50">
            <a:extLst>
              <a:ext uri="{FF2B5EF4-FFF2-40B4-BE49-F238E27FC236}">
                <a16:creationId xmlns:a16="http://schemas.microsoft.com/office/drawing/2014/main" id="{A6FE536B-A02D-BB3B-D000-38EEC5491667}"/>
              </a:ext>
            </a:extLst>
          </p:cNvPr>
          <p:cNvSpPr/>
          <p:nvPr/>
        </p:nvSpPr>
        <p:spPr>
          <a:xfrm>
            <a:off x="9544501" y="3075120"/>
            <a:ext cx="470263" cy="470748"/>
          </a:xfrm>
          <a:prstGeom prst="rect">
            <a:avLst/>
          </a:prstGeom>
          <a:gradFill flip="none" rotWithShape="1">
            <a:gsLst>
              <a:gs pos="66973">
                <a:schemeClr val="tx2">
                  <a:lumMod val="75000"/>
                  <a:lumOff val="25000"/>
                </a:schemeClr>
              </a:gs>
              <a:gs pos="47000">
                <a:schemeClr val="accent1">
                  <a:lumMod val="5000"/>
                  <a:lumOff val="95000"/>
                </a:schemeClr>
              </a:gs>
              <a:gs pos="52000">
                <a:schemeClr val="tx2">
                  <a:lumMod val="75000"/>
                  <a:lumOff val="25000"/>
                </a:schemeClr>
              </a:gs>
              <a:gs pos="83000">
                <a:schemeClr val="tx2">
                  <a:lumMod val="75000"/>
                  <a:lumOff val="25000"/>
                </a:schemeClr>
              </a:gs>
              <a:gs pos="100000">
                <a:schemeClr val="tx2">
                  <a:lumMod val="75000"/>
                  <a:lumOff val="25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2" name="Rectangle 51">
            <a:extLst>
              <a:ext uri="{FF2B5EF4-FFF2-40B4-BE49-F238E27FC236}">
                <a16:creationId xmlns:a16="http://schemas.microsoft.com/office/drawing/2014/main" id="{155E6BE2-AFD0-66B7-EF58-943777B93E47}"/>
              </a:ext>
            </a:extLst>
          </p:cNvPr>
          <p:cNvSpPr/>
          <p:nvPr/>
        </p:nvSpPr>
        <p:spPr>
          <a:xfrm>
            <a:off x="9544501" y="3669054"/>
            <a:ext cx="470263" cy="470748"/>
          </a:xfrm>
          <a:prstGeom prst="rect">
            <a:avLst/>
          </a:prstGeom>
          <a:gradFill flip="none" rotWithShape="1">
            <a:gsLst>
              <a:gs pos="66973">
                <a:schemeClr val="tx2">
                  <a:lumMod val="75000"/>
                  <a:lumOff val="25000"/>
                </a:schemeClr>
              </a:gs>
              <a:gs pos="47000">
                <a:schemeClr val="accent1">
                  <a:lumMod val="5000"/>
                  <a:lumOff val="95000"/>
                </a:schemeClr>
              </a:gs>
              <a:gs pos="52000">
                <a:schemeClr val="tx2">
                  <a:lumMod val="75000"/>
                  <a:lumOff val="25000"/>
                </a:schemeClr>
              </a:gs>
              <a:gs pos="83000">
                <a:schemeClr val="tx2">
                  <a:lumMod val="75000"/>
                  <a:lumOff val="25000"/>
                </a:schemeClr>
              </a:gs>
              <a:gs pos="100000">
                <a:schemeClr val="tx2">
                  <a:lumMod val="75000"/>
                  <a:lumOff val="25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3" name="Rectangle 52">
            <a:extLst>
              <a:ext uri="{FF2B5EF4-FFF2-40B4-BE49-F238E27FC236}">
                <a16:creationId xmlns:a16="http://schemas.microsoft.com/office/drawing/2014/main" id="{6E01062B-53BA-814F-3AAA-92FCD91FAA6F}"/>
              </a:ext>
            </a:extLst>
          </p:cNvPr>
          <p:cNvSpPr/>
          <p:nvPr/>
        </p:nvSpPr>
        <p:spPr>
          <a:xfrm>
            <a:off x="8691387" y="3079723"/>
            <a:ext cx="470263" cy="47074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4" name="Rectangle 53">
            <a:extLst>
              <a:ext uri="{FF2B5EF4-FFF2-40B4-BE49-F238E27FC236}">
                <a16:creationId xmlns:a16="http://schemas.microsoft.com/office/drawing/2014/main" id="{FB06BD06-CED2-DEF2-46D8-AC6731F7CA5D}"/>
              </a:ext>
            </a:extLst>
          </p:cNvPr>
          <p:cNvSpPr/>
          <p:nvPr/>
        </p:nvSpPr>
        <p:spPr>
          <a:xfrm>
            <a:off x="8691387" y="3672737"/>
            <a:ext cx="470263" cy="47074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5" name="Rectangle 54">
            <a:extLst>
              <a:ext uri="{FF2B5EF4-FFF2-40B4-BE49-F238E27FC236}">
                <a16:creationId xmlns:a16="http://schemas.microsoft.com/office/drawing/2014/main" id="{6F404869-2334-E984-72E4-4DEA95FA1058}"/>
              </a:ext>
            </a:extLst>
          </p:cNvPr>
          <p:cNvSpPr/>
          <p:nvPr/>
        </p:nvSpPr>
        <p:spPr>
          <a:xfrm>
            <a:off x="8691387" y="4265751"/>
            <a:ext cx="470263" cy="47074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6" name="Rectangle 55">
            <a:extLst>
              <a:ext uri="{FF2B5EF4-FFF2-40B4-BE49-F238E27FC236}">
                <a16:creationId xmlns:a16="http://schemas.microsoft.com/office/drawing/2014/main" id="{FF0F40B7-916C-04A9-2ADA-914CB9EE9AF0}"/>
              </a:ext>
            </a:extLst>
          </p:cNvPr>
          <p:cNvSpPr/>
          <p:nvPr/>
        </p:nvSpPr>
        <p:spPr>
          <a:xfrm>
            <a:off x="8691387" y="4858765"/>
            <a:ext cx="470263" cy="47074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7" name="Rectangle 56">
            <a:extLst>
              <a:ext uri="{FF2B5EF4-FFF2-40B4-BE49-F238E27FC236}">
                <a16:creationId xmlns:a16="http://schemas.microsoft.com/office/drawing/2014/main" id="{32043A9B-FD9C-312C-84E7-54F8C0444923}"/>
              </a:ext>
            </a:extLst>
          </p:cNvPr>
          <p:cNvSpPr/>
          <p:nvPr/>
        </p:nvSpPr>
        <p:spPr>
          <a:xfrm>
            <a:off x="8691387" y="5451779"/>
            <a:ext cx="470263" cy="47074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8" name="Rectangle 57">
            <a:extLst>
              <a:ext uri="{FF2B5EF4-FFF2-40B4-BE49-F238E27FC236}">
                <a16:creationId xmlns:a16="http://schemas.microsoft.com/office/drawing/2014/main" id="{84FC4D15-B265-3277-A0A6-DADE6C15E147}"/>
              </a:ext>
            </a:extLst>
          </p:cNvPr>
          <p:cNvSpPr/>
          <p:nvPr/>
        </p:nvSpPr>
        <p:spPr>
          <a:xfrm>
            <a:off x="8691387" y="6044790"/>
            <a:ext cx="470263" cy="47074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9" name="Rectangle 58">
            <a:extLst>
              <a:ext uri="{FF2B5EF4-FFF2-40B4-BE49-F238E27FC236}">
                <a16:creationId xmlns:a16="http://schemas.microsoft.com/office/drawing/2014/main" id="{F66C1579-1913-CF13-2569-353ACEF9A28A}"/>
              </a:ext>
            </a:extLst>
          </p:cNvPr>
          <p:cNvSpPr/>
          <p:nvPr/>
        </p:nvSpPr>
        <p:spPr>
          <a:xfrm>
            <a:off x="9544501" y="4262988"/>
            <a:ext cx="470263" cy="47074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0" name="Rectangle 59">
            <a:extLst>
              <a:ext uri="{FF2B5EF4-FFF2-40B4-BE49-F238E27FC236}">
                <a16:creationId xmlns:a16="http://schemas.microsoft.com/office/drawing/2014/main" id="{6CA25879-8783-233A-A4F3-32377282E3DD}"/>
              </a:ext>
            </a:extLst>
          </p:cNvPr>
          <p:cNvSpPr/>
          <p:nvPr/>
        </p:nvSpPr>
        <p:spPr>
          <a:xfrm>
            <a:off x="9544501" y="4856922"/>
            <a:ext cx="470263" cy="47074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1" name="Rectangle 60">
            <a:extLst>
              <a:ext uri="{FF2B5EF4-FFF2-40B4-BE49-F238E27FC236}">
                <a16:creationId xmlns:a16="http://schemas.microsoft.com/office/drawing/2014/main" id="{0D04A439-E910-976C-514F-2C8FFD4F183E}"/>
              </a:ext>
            </a:extLst>
          </p:cNvPr>
          <p:cNvSpPr/>
          <p:nvPr/>
        </p:nvSpPr>
        <p:spPr>
          <a:xfrm>
            <a:off x="9544501" y="5450856"/>
            <a:ext cx="470263" cy="47074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2" name="Rectangle 61">
            <a:extLst>
              <a:ext uri="{FF2B5EF4-FFF2-40B4-BE49-F238E27FC236}">
                <a16:creationId xmlns:a16="http://schemas.microsoft.com/office/drawing/2014/main" id="{8EC6936E-51F7-62E4-230F-4BB23B56105D}"/>
              </a:ext>
            </a:extLst>
          </p:cNvPr>
          <p:cNvSpPr/>
          <p:nvPr/>
        </p:nvSpPr>
        <p:spPr>
          <a:xfrm>
            <a:off x="9544501" y="6071048"/>
            <a:ext cx="470263" cy="47074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3" name="Rectangle 62">
            <a:extLst>
              <a:ext uri="{FF2B5EF4-FFF2-40B4-BE49-F238E27FC236}">
                <a16:creationId xmlns:a16="http://schemas.microsoft.com/office/drawing/2014/main" id="{9B05542E-9003-5404-DA5B-A62167A35AC9}"/>
              </a:ext>
            </a:extLst>
          </p:cNvPr>
          <p:cNvSpPr/>
          <p:nvPr/>
        </p:nvSpPr>
        <p:spPr>
          <a:xfrm>
            <a:off x="10329409" y="4856922"/>
            <a:ext cx="470263" cy="47074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4" name="Rectangle 63">
            <a:extLst>
              <a:ext uri="{FF2B5EF4-FFF2-40B4-BE49-F238E27FC236}">
                <a16:creationId xmlns:a16="http://schemas.microsoft.com/office/drawing/2014/main" id="{FDAB4749-FDBA-41EB-57BF-B68A096870FE}"/>
              </a:ext>
            </a:extLst>
          </p:cNvPr>
          <p:cNvSpPr/>
          <p:nvPr/>
        </p:nvSpPr>
        <p:spPr>
          <a:xfrm>
            <a:off x="10329409" y="5450856"/>
            <a:ext cx="470263" cy="47074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5" name="Rectangle 64">
            <a:extLst>
              <a:ext uri="{FF2B5EF4-FFF2-40B4-BE49-F238E27FC236}">
                <a16:creationId xmlns:a16="http://schemas.microsoft.com/office/drawing/2014/main" id="{C66A86DC-4030-3115-C9C1-51687551528A}"/>
              </a:ext>
            </a:extLst>
          </p:cNvPr>
          <p:cNvSpPr/>
          <p:nvPr/>
        </p:nvSpPr>
        <p:spPr>
          <a:xfrm>
            <a:off x="10329409" y="6044790"/>
            <a:ext cx="470263" cy="47074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Tree>
    <p:extLst>
      <p:ext uri="{BB962C8B-B14F-4D97-AF65-F5344CB8AC3E}">
        <p14:creationId xmlns:p14="http://schemas.microsoft.com/office/powerpoint/2010/main" val="900075711"/>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A0265-2E92-7562-30A9-727B1BC7C3FC}"/>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57E19594-5FEB-C88A-1F02-BC45E3A8DDF2}"/>
              </a:ext>
            </a:extLst>
          </p:cNvPr>
          <p:cNvGrpSpPr/>
          <p:nvPr/>
        </p:nvGrpSpPr>
        <p:grpSpPr>
          <a:xfrm>
            <a:off x="180622" y="960454"/>
            <a:ext cx="11830756" cy="1603224"/>
            <a:chOff x="270933" y="136111"/>
            <a:chExt cx="11830756" cy="1162755"/>
          </a:xfrm>
        </p:grpSpPr>
        <p:sp>
          <p:nvSpPr>
            <p:cNvPr id="4" name="Rectangle 3">
              <a:extLst>
                <a:ext uri="{FF2B5EF4-FFF2-40B4-BE49-F238E27FC236}">
                  <a16:creationId xmlns:a16="http://schemas.microsoft.com/office/drawing/2014/main" id="{EDA3D76C-611D-9989-E02E-251AC9AC9619}"/>
                </a:ext>
              </a:extLst>
            </p:cNvPr>
            <p:cNvSpPr/>
            <p:nvPr/>
          </p:nvSpPr>
          <p:spPr>
            <a:xfrm>
              <a:off x="270933" y="136111"/>
              <a:ext cx="11830756" cy="1162755"/>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solidFill>
                  <a:schemeClr val="bg1"/>
                </a:solidFill>
              </a:endParaRPr>
            </a:p>
          </p:txBody>
        </p:sp>
        <p:sp>
          <p:nvSpPr>
            <p:cNvPr id="7" name="TextBox 6">
              <a:extLst>
                <a:ext uri="{FF2B5EF4-FFF2-40B4-BE49-F238E27FC236}">
                  <a16:creationId xmlns:a16="http://schemas.microsoft.com/office/drawing/2014/main" id="{46BB8818-1607-4B34-755E-7454BA6B36EC}"/>
                </a:ext>
              </a:extLst>
            </p:cNvPr>
            <p:cNvSpPr txBox="1"/>
            <p:nvPr/>
          </p:nvSpPr>
          <p:spPr>
            <a:xfrm>
              <a:off x="1498467" y="431074"/>
              <a:ext cx="1143263" cy="267862"/>
            </a:xfrm>
            <a:prstGeom prst="rect">
              <a:avLst/>
            </a:prstGeom>
            <a:noFill/>
          </p:spPr>
          <p:txBody>
            <a:bodyPr wrap="none" rtlCol="0">
              <a:spAutoFit/>
            </a:bodyPr>
            <a:lstStyle/>
            <a:p>
              <a:pPr algn="ctr"/>
              <a:r>
                <a:rPr lang="en-GB" b="1" dirty="0">
                  <a:solidFill>
                    <a:schemeClr val="bg1"/>
                  </a:solidFill>
                </a:rPr>
                <a:t>AI Usage</a:t>
              </a:r>
              <a:endParaRPr lang="en-DK" b="1" dirty="0">
                <a:solidFill>
                  <a:schemeClr val="bg1"/>
                </a:solidFill>
              </a:endParaRPr>
            </a:p>
          </p:txBody>
        </p:sp>
      </p:grpSp>
      <p:grpSp>
        <p:nvGrpSpPr>
          <p:cNvPr id="11" name="Group 10">
            <a:extLst>
              <a:ext uri="{FF2B5EF4-FFF2-40B4-BE49-F238E27FC236}">
                <a16:creationId xmlns:a16="http://schemas.microsoft.com/office/drawing/2014/main" id="{CB6AD7C2-817A-CABF-FEA3-229C90929288}"/>
              </a:ext>
            </a:extLst>
          </p:cNvPr>
          <p:cNvGrpSpPr/>
          <p:nvPr/>
        </p:nvGrpSpPr>
        <p:grpSpPr>
          <a:xfrm>
            <a:off x="180622" y="2614337"/>
            <a:ext cx="11861074" cy="1625990"/>
            <a:chOff x="270933" y="1001485"/>
            <a:chExt cx="11861074" cy="1802675"/>
          </a:xfrm>
        </p:grpSpPr>
        <p:sp>
          <p:nvSpPr>
            <p:cNvPr id="5" name="Rectangle 4">
              <a:extLst>
                <a:ext uri="{FF2B5EF4-FFF2-40B4-BE49-F238E27FC236}">
                  <a16:creationId xmlns:a16="http://schemas.microsoft.com/office/drawing/2014/main" id="{F44CAFE6-1C9D-0096-DA60-EF06A33E3743}"/>
                </a:ext>
              </a:extLst>
            </p:cNvPr>
            <p:cNvSpPr/>
            <p:nvPr/>
          </p:nvSpPr>
          <p:spPr>
            <a:xfrm>
              <a:off x="270933" y="1001485"/>
              <a:ext cx="11861074" cy="1802675"/>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solidFill>
                  <a:schemeClr val="bg1"/>
                </a:solidFill>
              </a:endParaRPr>
            </a:p>
          </p:txBody>
        </p:sp>
        <p:sp>
          <p:nvSpPr>
            <p:cNvPr id="10" name="TextBox 9">
              <a:extLst>
                <a:ext uri="{FF2B5EF4-FFF2-40B4-BE49-F238E27FC236}">
                  <a16:creationId xmlns:a16="http://schemas.microsoft.com/office/drawing/2014/main" id="{CDE78574-3B75-DBA7-D53A-61330F4057CD}"/>
                </a:ext>
              </a:extLst>
            </p:cNvPr>
            <p:cNvSpPr txBox="1"/>
            <p:nvPr/>
          </p:nvSpPr>
          <p:spPr>
            <a:xfrm>
              <a:off x="1203516" y="1619613"/>
              <a:ext cx="1733168" cy="409465"/>
            </a:xfrm>
            <a:prstGeom prst="rect">
              <a:avLst/>
            </a:prstGeom>
            <a:noFill/>
          </p:spPr>
          <p:txBody>
            <a:bodyPr wrap="none" rtlCol="0">
              <a:spAutoFit/>
            </a:bodyPr>
            <a:lstStyle/>
            <a:p>
              <a:pPr algn="ctr"/>
              <a:r>
                <a:rPr lang="en-GB" b="1" dirty="0">
                  <a:solidFill>
                    <a:schemeClr val="bg1"/>
                  </a:solidFill>
                </a:rPr>
                <a:t>AI Application</a:t>
              </a:r>
              <a:endParaRPr lang="en-DK" b="1" dirty="0">
                <a:solidFill>
                  <a:schemeClr val="bg1"/>
                </a:solidFill>
              </a:endParaRPr>
            </a:p>
          </p:txBody>
        </p:sp>
      </p:grpSp>
      <p:grpSp>
        <p:nvGrpSpPr>
          <p:cNvPr id="13" name="Group 12">
            <a:extLst>
              <a:ext uri="{FF2B5EF4-FFF2-40B4-BE49-F238E27FC236}">
                <a16:creationId xmlns:a16="http://schemas.microsoft.com/office/drawing/2014/main" id="{021CD689-7020-0EF1-6246-7E5A4D64D8FE}"/>
              </a:ext>
            </a:extLst>
          </p:cNvPr>
          <p:cNvGrpSpPr/>
          <p:nvPr/>
        </p:nvGrpSpPr>
        <p:grpSpPr>
          <a:xfrm>
            <a:off x="190181" y="4264628"/>
            <a:ext cx="11841956" cy="2472452"/>
            <a:chOff x="259733" y="3544388"/>
            <a:chExt cx="11841956" cy="1158240"/>
          </a:xfrm>
        </p:grpSpPr>
        <p:sp>
          <p:nvSpPr>
            <p:cNvPr id="6" name="Rectangle 5">
              <a:extLst>
                <a:ext uri="{FF2B5EF4-FFF2-40B4-BE49-F238E27FC236}">
                  <a16:creationId xmlns:a16="http://schemas.microsoft.com/office/drawing/2014/main" id="{E98D6ABE-94D3-D4E6-C241-371838C0F15D}"/>
                </a:ext>
              </a:extLst>
            </p:cNvPr>
            <p:cNvSpPr/>
            <p:nvPr/>
          </p:nvSpPr>
          <p:spPr>
            <a:xfrm>
              <a:off x="259733" y="3544388"/>
              <a:ext cx="11841956" cy="1158240"/>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solidFill>
                  <a:schemeClr val="bg1"/>
                </a:solidFill>
              </a:endParaRPr>
            </a:p>
          </p:txBody>
        </p:sp>
        <p:sp>
          <p:nvSpPr>
            <p:cNvPr id="12" name="TextBox 11">
              <a:extLst>
                <a:ext uri="{FF2B5EF4-FFF2-40B4-BE49-F238E27FC236}">
                  <a16:creationId xmlns:a16="http://schemas.microsoft.com/office/drawing/2014/main" id="{CCDA34BB-0972-B64D-9CCB-398780743751}"/>
                </a:ext>
              </a:extLst>
            </p:cNvPr>
            <p:cNvSpPr txBox="1"/>
            <p:nvPr/>
          </p:nvSpPr>
          <p:spPr>
            <a:xfrm>
              <a:off x="1355520" y="4007783"/>
              <a:ext cx="1437318" cy="173017"/>
            </a:xfrm>
            <a:prstGeom prst="rect">
              <a:avLst/>
            </a:prstGeom>
            <a:noFill/>
          </p:spPr>
          <p:txBody>
            <a:bodyPr wrap="none" rtlCol="0">
              <a:spAutoFit/>
            </a:bodyPr>
            <a:lstStyle/>
            <a:p>
              <a:pPr algn="ctr"/>
              <a:r>
                <a:rPr lang="en-GB" b="1" dirty="0">
                  <a:solidFill>
                    <a:schemeClr val="bg1"/>
                  </a:solidFill>
                </a:rPr>
                <a:t>AI Platform</a:t>
              </a:r>
              <a:endParaRPr lang="en-DK" b="1" dirty="0">
                <a:solidFill>
                  <a:schemeClr val="bg1"/>
                </a:solidFill>
              </a:endParaRPr>
            </a:p>
          </p:txBody>
        </p:sp>
      </p:grpSp>
      <p:sp>
        <p:nvSpPr>
          <p:cNvPr id="14" name="Rectangle 13">
            <a:extLst>
              <a:ext uri="{FF2B5EF4-FFF2-40B4-BE49-F238E27FC236}">
                <a16:creationId xmlns:a16="http://schemas.microsoft.com/office/drawing/2014/main" id="{54537873-52C9-8B6A-710F-B09C13C4EBDC}"/>
              </a:ext>
            </a:extLst>
          </p:cNvPr>
          <p:cNvSpPr/>
          <p:nvPr/>
        </p:nvSpPr>
        <p:spPr>
          <a:xfrm>
            <a:off x="3985375" y="1011811"/>
            <a:ext cx="4319451"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User training and accountability</a:t>
            </a:r>
            <a:endParaRPr lang="en-DK" dirty="0"/>
          </a:p>
        </p:txBody>
      </p:sp>
      <p:sp>
        <p:nvSpPr>
          <p:cNvPr id="15" name="Rectangle 14">
            <a:extLst>
              <a:ext uri="{FF2B5EF4-FFF2-40B4-BE49-F238E27FC236}">
                <a16:creationId xmlns:a16="http://schemas.microsoft.com/office/drawing/2014/main" id="{EB3D0F33-2624-9976-B5C2-7C03C0EAE10C}"/>
              </a:ext>
            </a:extLst>
          </p:cNvPr>
          <p:cNvSpPr/>
          <p:nvPr/>
        </p:nvSpPr>
        <p:spPr>
          <a:xfrm>
            <a:off x="3985377" y="1423261"/>
            <a:ext cx="4319451"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Usage policy, admin controls</a:t>
            </a:r>
            <a:endParaRPr lang="en-DK" dirty="0"/>
          </a:p>
        </p:txBody>
      </p:sp>
      <p:sp>
        <p:nvSpPr>
          <p:cNvPr id="24" name="TextBox 23">
            <a:extLst>
              <a:ext uri="{FF2B5EF4-FFF2-40B4-BE49-F238E27FC236}">
                <a16:creationId xmlns:a16="http://schemas.microsoft.com/office/drawing/2014/main" id="{799ECAD9-2A8D-08D5-2AF1-28AAC46946FF}"/>
              </a:ext>
            </a:extLst>
          </p:cNvPr>
          <p:cNvSpPr txBox="1"/>
          <p:nvPr/>
        </p:nvSpPr>
        <p:spPr>
          <a:xfrm>
            <a:off x="8377558" y="162332"/>
            <a:ext cx="3652475" cy="646331"/>
          </a:xfrm>
          <a:prstGeom prst="rect">
            <a:avLst/>
          </a:prstGeom>
          <a:noFill/>
        </p:spPr>
        <p:txBody>
          <a:bodyPr wrap="none" rtlCol="0">
            <a:spAutoFit/>
          </a:bodyPr>
          <a:lstStyle/>
          <a:p>
            <a:r>
              <a:rPr lang="en-GB" dirty="0">
                <a:solidFill>
                  <a:schemeClr val="bg1"/>
                </a:solidFill>
              </a:rPr>
              <a:t>   IaaS                PaaS            SaaS</a:t>
            </a:r>
          </a:p>
          <a:p>
            <a:r>
              <a:rPr lang="en-GB" dirty="0">
                <a:solidFill>
                  <a:schemeClr val="bg1"/>
                </a:solidFill>
              </a:rPr>
              <a:t>BYO model    Azure AI        CoPilot</a:t>
            </a:r>
            <a:endParaRPr lang="en-DK" dirty="0">
              <a:solidFill>
                <a:schemeClr val="bg1"/>
              </a:solidFill>
            </a:endParaRPr>
          </a:p>
        </p:txBody>
      </p:sp>
      <p:sp>
        <p:nvSpPr>
          <p:cNvPr id="25" name="Rectangle 24">
            <a:extLst>
              <a:ext uri="{FF2B5EF4-FFF2-40B4-BE49-F238E27FC236}">
                <a16:creationId xmlns:a16="http://schemas.microsoft.com/office/drawing/2014/main" id="{FA45BD10-8551-2A7D-8D83-8AE88D996A12}"/>
              </a:ext>
            </a:extLst>
          </p:cNvPr>
          <p:cNvSpPr/>
          <p:nvPr/>
        </p:nvSpPr>
        <p:spPr>
          <a:xfrm>
            <a:off x="11224302" y="1001295"/>
            <a:ext cx="470263" cy="3691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6" name="Rectangle 25">
            <a:extLst>
              <a:ext uri="{FF2B5EF4-FFF2-40B4-BE49-F238E27FC236}">
                <a16:creationId xmlns:a16="http://schemas.microsoft.com/office/drawing/2014/main" id="{9976155A-0D5C-33DF-1874-801849E45837}"/>
              </a:ext>
            </a:extLst>
          </p:cNvPr>
          <p:cNvSpPr/>
          <p:nvPr/>
        </p:nvSpPr>
        <p:spPr>
          <a:xfrm>
            <a:off x="10015393" y="994658"/>
            <a:ext cx="470263" cy="3691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7" name="Rectangle 26">
            <a:extLst>
              <a:ext uri="{FF2B5EF4-FFF2-40B4-BE49-F238E27FC236}">
                <a16:creationId xmlns:a16="http://schemas.microsoft.com/office/drawing/2014/main" id="{9F567474-DDCF-5F5D-C4DE-5BD9F9DC0E81}"/>
              </a:ext>
            </a:extLst>
          </p:cNvPr>
          <p:cNvSpPr/>
          <p:nvPr/>
        </p:nvSpPr>
        <p:spPr>
          <a:xfrm>
            <a:off x="8803810" y="1005752"/>
            <a:ext cx="470263" cy="352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9" name="Rectangle 28">
            <a:extLst>
              <a:ext uri="{FF2B5EF4-FFF2-40B4-BE49-F238E27FC236}">
                <a16:creationId xmlns:a16="http://schemas.microsoft.com/office/drawing/2014/main" id="{1A647CDA-5E5A-21CC-7D30-250402144240}"/>
              </a:ext>
            </a:extLst>
          </p:cNvPr>
          <p:cNvSpPr/>
          <p:nvPr/>
        </p:nvSpPr>
        <p:spPr>
          <a:xfrm>
            <a:off x="11224302" y="1448422"/>
            <a:ext cx="470263" cy="3545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0" name="Rectangle 29">
            <a:extLst>
              <a:ext uri="{FF2B5EF4-FFF2-40B4-BE49-F238E27FC236}">
                <a16:creationId xmlns:a16="http://schemas.microsoft.com/office/drawing/2014/main" id="{2FC7619F-7FE3-22F4-EF22-E50838CCDB1E}"/>
              </a:ext>
            </a:extLst>
          </p:cNvPr>
          <p:cNvSpPr/>
          <p:nvPr/>
        </p:nvSpPr>
        <p:spPr>
          <a:xfrm>
            <a:off x="10015393" y="1435633"/>
            <a:ext cx="470263" cy="3396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1" name="Rectangle 30">
            <a:extLst>
              <a:ext uri="{FF2B5EF4-FFF2-40B4-BE49-F238E27FC236}">
                <a16:creationId xmlns:a16="http://schemas.microsoft.com/office/drawing/2014/main" id="{DFA479B9-FB44-CF2C-3EA1-C308C2C19A55}"/>
              </a:ext>
            </a:extLst>
          </p:cNvPr>
          <p:cNvSpPr/>
          <p:nvPr/>
        </p:nvSpPr>
        <p:spPr>
          <a:xfrm>
            <a:off x="8803809" y="1436353"/>
            <a:ext cx="470263" cy="3545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3" name="Rectangle 32">
            <a:extLst>
              <a:ext uri="{FF2B5EF4-FFF2-40B4-BE49-F238E27FC236}">
                <a16:creationId xmlns:a16="http://schemas.microsoft.com/office/drawing/2014/main" id="{42AA78D1-A067-B8E0-14F1-A0E81A56FEDC}"/>
              </a:ext>
            </a:extLst>
          </p:cNvPr>
          <p:cNvSpPr/>
          <p:nvPr/>
        </p:nvSpPr>
        <p:spPr>
          <a:xfrm>
            <a:off x="10015393" y="1847106"/>
            <a:ext cx="470263"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0" name="Rectangle 49">
            <a:extLst>
              <a:ext uri="{FF2B5EF4-FFF2-40B4-BE49-F238E27FC236}">
                <a16:creationId xmlns:a16="http://schemas.microsoft.com/office/drawing/2014/main" id="{1964E761-493A-3C34-C634-2AE6C4535174}"/>
              </a:ext>
            </a:extLst>
          </p:cNvPr>
          <p:cNvSpPr/>
          <p:nvPr/>
        </p:nvSpPr>
        <p:spPr>
          <a:xfrm>
            <a:off x="11224302" y="1880889"/>
            <a:ext cx="470263" cy="341288"/>
          </a:xfrm>
          <a:prstGeom prst="rect">
            <a:avLst/>
          </a:prstGeom>
          <a:gradFill flip="none" rotWithShape="1">
            <a:gsLst>
              <a:gs pos="66973">
                <a:schemeClr val="tx2">
                  <a:lumMod val="75000"/>
                  <a:lumOff val="25000"/>
                </a:schemeClr>
              </a:gs>
              <a:gs pos="47000">
                <a:schemeClr val="accent1">
                  <a:lumMod val="5000"/>
                  <a:lumOff val="95000"/>
                </a:schemeClr>
              </a:gs>
              <a:gs pos="52000">
                <a:schemeClr val="tx2">
                  <a:lumMod val="75000"/>
                  <a:lumOff val="25000"/>
                </a:schemeClr>
              </a:gs>
              <a:gs pos="83000">
                <a:schemeClr val="tx2">
                  <a:lumMod val="75000"/>
                  <a:lumOff val="25000"/>
                </a:schemeClr>
              </a:gs>
              <a:gs pos="100000">
                <a:schemeClr val="tx2">
                  <a:lumMod val="75000"/>
                  <a:lumOff val="25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 name="Rectangle 1">
            <a:extLst>
              <a:ext uri="{FF2B5EF4-FFF2-40B4-BE49-F238E27FC236}">
                <a16:creationId xmlns:a16="http://schemas.microsoft.com/office/drawing/2014/main" id="{82FF4B05-EF93-55A6-CBC9-58763ECE4FEE}"/>
              </a:ext>
            </a:extLst>
          </p:cNvPr>
          <p:cNvSpPr/>
          <p:nvPr/>
        </p:nvSpPr>
        <p:spPr>
          <a:xfrm>
            <a:off x="3985377" y="1834711"/>
            <a:ext cx="4319451"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Identity, device and access management</a:t>
            </a:r>
            <a:endParaRPr lang="en-DK" dirty="0"/>
          </a:p>
        </p:txBody>
      </p:sp>
      <p:sp>
        <p:nvSpPr>
          <p:cNvPr id="3" name="Rectangle 2">
            <a:extLst>
              <a:ext uri="{FF2B5EF4-FFF2-40B4-BE49-F238E27FC236}">
                <a16:creationId xmlns:a16="http://schemas.microsoft.com/office/drawing/2014/main" id="{5EC1B130-D54B-040B-2C72-26F5555EA1F9}"/>
              </a:ext>
            </a:extLst>
          </p:cNvPr>
          <p:cNvSpPr/>
          <p:nvPr/>
        </p:nvSpPr>
        <p:spPr>
          <a:xfrm>
            <a:off x="3985376" y="2246161"/>
            <a:ext cx="4319451"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Data Governance</a:t>
            </a:r>
            <a:endParaRPr lang="en-DK" dirty="0"/>
          </a:p>
        </p:txBody>
      </p:sp>
      <p:sp>
        <p:nvSpPr>
          <p:cNvPr id="8" name="Rectangle 7">
            <a:extLst>
              <a:ext uri="{FF2B5EF4-FFF2-40B4-BE49-F238E27FC236}">
                <a16:creationId xmlns:a16="http://schemas.microsoft.com/office/drawing/2014/main" id="{21BE5A9B-8307-1CBA-73F8-61E99708DA7D}"/>
              </a:ext>
            </a:extLst>
          </p:cNvPr>
          <p:cNvSpPr/>
          <p:nvPr/>
        </p:nvSpPr>
        <p:spPr>
          <a:xfrm>
            <a:off x="3985376" y="2657611"/>
            <a:ext cx="4319451"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AI Plugins and data connections</a:t>
            </a:r>
            <a:endParaRPr lang="en-DK" dirty="0"/>
          </a:p>
        </p:txBody>
      </p:sp>
      <p:sp>
        <p:nvSpPr>
          <p:cNvPr id="28" name="Rectangle 27">
            <a:extLst>
              <a:ext uri="{FF2B5EF4-FFF2-40B4-BE49-F238E27FC236}">
                <a16:creationId xmlns:a16="http://schemas.microsoft.com/office/drawing/2014/main" id="{7A25AB76-FB8C-E7C2-8DD1-77D3510AC8BF}"/>
              </a:ext>
            </a:extLst>
          </p:cNvPr>
          <p:cNvSpPr/>
          <p:nvPr/>
        </p:nvSpPr>
        <p:spPr>
          <a:xfrm>
            <a:off x="3985376" y="3069061"/>
            <a:ext cx="4319451"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Application design and implementation</a:t>
            </a:r>
            <a:endParaRPr lang="en-DK" dirty="0"/>
          </a:p>
        </p:txBody>
      </p:sp>
      <p:sp>
        <p:nvSpPr>
          <p:cNvPr id="32" name="Rectangle 31">
            <a:extLst>
              <a:ext uri="{FF2B5EF4-FFF2-40B4-BE49-F238E27FC236}">
                <a16:creationId xmlns:a16="http://schemas.microsoft.com/office/drawing/2014/main" id="{79E99DED-5817-5388-3143-B4B93B76D8A5}"/>
              </a:ext>
            </a:extLst>
          </p:cNvPr>
          <p:cNvSpPr/>
          <p:nvPr/>
        </p:nvSpPr>
        <p:spPr>
          <a:xfrm>
            <a:off x="3985376" y="3480511"/>
            <a:ext cx="4319451"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Application infrastructure</a:t>
            </a:r>
            <a:endParaRPr lang="en-DK" dirty="0"/>
          </a:p>
        </p:txBody>
      </p:sp>
      <p:sp>
        <p:nvSpPr>
          <p:cNvPr id="36" name="Rectangle 35">
            <a:extLst>
              <a:ext uri="{FF2B5EF4-FFF2-40B4-BE49-F238E27FC236}">
                <a16:creationId xmlns:a16="http://schemas.microsoft.com/office/drawing/2014/main" id="{863383FA-4C98-BD89-7EB8-A86A85127AEC}"/>
              </a:ext>
            </a:extLst>
          </p:cNvPr>
          <p:cNvSpPr/>
          <p:nvPr/>
        </p:nvSpPr>
        <p:spPr>
          <a:xfrm>
            <a:off x="3985376" y="3891961"/>
            <a:ext cx="4319451"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Application safety systems</a:t>
            </a:r>
            <a:endParaRPr lang="en-DK" dirty="0"/>
          </a:p>
        </p:txBody>
      </p:sp>
      <p:sp>
        <p:nvSpPr>
          <p:cNvPr id="37" name="Rectangle 36">
            <a:extLst>
              <a:ext uri="{FF2B5EF4-FFF2-40B4-BE49-F238E27FC236}">
                <a16:creationId xmlns:a16="http://schemas.microsoft.com/office/drawing/2014/main" id="{D37E114F-C5F3-B571-A8BD-A5C79C80F6B0}"/>
              </a:ext>
            </a:extLst>
          </p:cNvPr>
          <p:cNvSpPr/>
          <p:nvPr/>
        </p:nvSpPr>
        <p:spPr>
          <a:xfrm>
            <a:off x="3985376" y="4303411"/>
            <a:ext cx="4319451"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Model safety and security systems</a:t>
            </a:r>
            <a:endParaRPr lang="en-DK" dirty="0"/>
          </a:p>
        </p:txBody>
      </p:sp>
      <p:sp>
        <p:nvSpPr>
          <p:cNvPr id="38" name="Rectangle 37">
            <a:extLst>
              <a:ext uri="{FF2B5EF4-FFF2-40B4-BE49-F238E27FC236}">
                <a16:creationId xmlns:a16="http://schemas.microsoft.com/office/drawing/2014/main" id="{E582FB09-B75C-E209-1F85-B7087D025B0C}"/>
              </a:ext>
            </a:extLst>
          </p:cNvPr>
          <p:cNvSpPr/>
          <p:nvPr/>
        </p:nvSpPr>
        <p:spPr>
          <a:xfrm>
            <a:off x="3985376" y="4714861"/>
            <a:ext cx="4319451"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Model accountability</a:t>
            </a:r>
            <a:endParaRPr lang="en-DK" dirty="0"/>
          </a:p>
        </p:txBody>
      </p:sp>
      <p:sp>
        <p:nvSpPr>
          <p:cNvPr id="39" name="Rectangle 38">
            <a:extLst>
              <a:ext uri="{FF2B5EF4-FFF2-40B4-BE49-F238E27FC236}">
                <a16:creationId xmlns:a16="http://schemas.microsoft.com/office/drawing/2014/main" id="{F74E7483-1BD4-47FD-9960-C87995843A3B}"/>
              </a:ext>
            </a:extLst>
          </p:cNvPr>
          <p:cNvSpPr/>
          <p:nvPr/>
        </p:nvSpPr>
        <p:spPr>
          <a:xfrm>
            <a:off x="3985375" y="5537761"/>
            <a:ext cx="4319451"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Model design and implementation</a:t>
            </a:r>
            <a:endParaRPr lang="en-DK" dirty="0"/>
          </a:p>
        </p:txBody>
      </p:sp>
      <p:sp>
        <p:nvSpPr>
          <p:cNvPr id="40" name="Rectangle 39">
            <a:extLst>
              <a:ext uri="{FF2B5EF4-FFF2-40B4-BE49-F238E27FC236}">
                <a16:creationId xmlns:a16="http://schemas.microsoft.com/office/drawing/2014/main" id="{044F1DCF-B858-B420-57D6-34AC5EBC6394}"/>
              </a:ext>
            </a:extLst>
          </p:cNvPr>
          <p:cNvSpPr/>
          <p:nvPr/>
        </p:nvSpPr>
        <p:spPr>
          <a:xfrm>
            <a:off x="3985374" y="5949211"/>
            <a:ext cx="4319451"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Model training data governance</a:t>
            </a:r>
            <a:endParaRPr lang="en-DK" dirty="0"/>
          </a:p>
        </p:txBody>
      </p:sp>
      <p:sp>
        <p:nvSpPr>
          <p:cNvPr id="41" name="Rectangle 40">
            <a:extLst>
              <a:ext uri="{FF2B5EF4-FFF2-40B4-BE49-F238E27FC236}">
                <a16:creationId xmlns:a16="http://schemas.microsoft.com/office/drawing/2014/main" id="{390ABBD2-1F63-B92B-B843-79CCA1D8B7E7}"/>
              </a:ext>
            </a:extLst>
          </p:cNvPr>
          <p:cNvSpPr/>
          <p:nvPr/>
        </p:nvSpPr>
        <p:spPr>
          <a:xfrm>
            <a:off x="3985374" y="6360656"/>
            <a:ext cx="4319451"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AI compute infrastructure</a:t>
            </a:r>
            <a:endParaRPr lang="en-DK" dirty="0"/>
          </a:p>
        </p:txBody>
      </p:sp>
      <p:sp>
        <p:nvSpPr>
          <p:cNvPr id="42" name="Rectangle 41">
            <a:extLst>
              <a:ext uri="{FF2B5EF4-FFF2-40B4-BE49-F238E27FC236}">
                <a16:creationId xmlns:a16="http://schemas.microsoft.com/office/drawing/2014/main" id="{F50F9F66-30BE-28B3-5155-100B108E2D05}"/>
              </a:ext>
            </a:extLst>
          </p:cNvPr>
          <p:cNvSpPr/>
          <p:nvPr/>
        </p:nvSpPr>
        <p:spPr>
          <a:xfrm>
            <a:off x="8803808" y="1869447"/>
            <a:ext cx="470263"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3" name="Rectangle 42">
            <a:extLst>
              <a:ext uri="{FF2B5EF4-FFF2-40B4-BE49-F238E27FC236}">
                <a16:creationId xmlns:a16="http://schemas.microsoft.com/office/drawing/2014/main" id="{A56F7118-A058-8396-5F27-F9107A60D3D7}"/>
              </a:ext>
            </a:extLst>
          </p:cNvPr>
          <p:cNvSpPr/>
          <p:nvPr/>
        </p:nvSpPr>
        <p:spPr>
          <a:xfrm>
            <a:off x="11224302" y="2300109"/>
            <a:ext cx="470263" cy="337749"/>
          </a:xfrm>
          <a:prstGeom prst="rect">
            <a:avLst/>
          </a:prstGeom>
          <a:gradFill flip="none" rotWithShape="1">
            <a:gsLst>
              <a:gs pos="66973">
                <a:schemeClr val="tx2">
                  <a:lumMod val="75000"/>
                  <a:lumOff val="25000"/>
                </a:schemeClr>
              </a:gs>
              <a:gs pos="47000">
                <a:schemeClr val="accent1">
                  <a:lumMod val="5000"/>
                  <a:lumOff val="95000"/>
                </a:schemeClr>
              </a:gs>
              <a:gs pos="52000">
                <a:schemeClr val="tx2">
                  <a:lumMod val="75000"/>
                  <a:lumOff val="25000"/>
                </a:schemeClr>
              </a:gs>
              <a:gs pos="83000">
                <a:schemeClr val="tx2">
                  <a:lumMod val="75000"/>
                  <a:lumOff val="25000"/>
                </a:schemeClr>
              </a:gs>
              <a:gs pos="100000">
                <a:schemeClr val="tx2">
                  <a:lumMod val="75000"/>
                  <a:lumOff val="25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8" name="Rectangle 47">
            <a:extLst>
              <a:ext uri="{FF2B5EF4-FFF2-40B4-BE49-F238E27FC236}">
                <a16:creationId xmlns:a16="http://schemas.microsoft.com/office/drawing/2014/main" id="{371AA10F-9281-AC23-F810-E0063B8F578E}"/>
              </a:ext>
            </a:extLst>
          </p:cNvPr>
          <p:cNvSpPr/>
          <p:nvPr/>
        </p:nvSpPr>
        <p:spPr>
          <a:xfrm>
            <a:off x="11224302" y="2715790"/>
            <a:ext cx="470263" cy="341288"/>
          </a:xfrm>
          <a:prstGeom prst="rect">
            <a:avLst/>
          </a:prstGeom>
          <a:gradFill flip="none" rotWithShape="1">
            <a:gsLst>
              <a:gs pos="66973">
                <a:schemeClr val="tx2">
                  <a:lumMod val="75000"/>
                  <a:lumOff val="25000"/>
                </a:schemeClr>
              </a:gs>
              <a:gs pos="47000">
                <a:schemeClr val="accent1">
                  <a:lumMod val="5000"/>
                  <a:lumOff val="95000"/>
                </a:schemeClr>
              </a:gs>
              <a:gs pos="52000">
                <a:schemeClr val="tx2">
                  <a:lumMod val="75000"/>
                  <a:lumOff val="25000"/>
                </a:schemeClr>
              </a:gs>
              <a:gs pos="83000">
                <a:schemeClr val="tx2">
                  <a:lumMod val="75000"/>
                  <a:lumOff val="25000"/>
                </a:schemeClr>
              </a:gs>
              <a:gs pos="100000">
                <a:schemeClr val="tx2">
                  <a:lumMod val="75000"/>
                  <a:lumOff val="25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73" name="Rectangle 72">
            <a:extLst>
              <a:ext uri="{FF2B5EF4-FFF2-40B4-BE49-F238E27FC236}">
                <a16:creationId xmlns:a16="http://schemas.microsoft.com/office/drawing/2014/main" id="{0ED9CFC8-D6D8-9D5F-3DF3-8F039D0DF90E}"/>
              </a:ext>
            </a:extLst>
          </p:cNvPr>
          <p:cNvSpPr/>
          <p:nvPr/>
        </p:nvSpPr>
        <p:spPr>
          <a:xfrm>
            <a:off x="8803810" y="2274509"/>
            <a:ext cx="470263" cy="317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74" name="Rectangle 73">
            <a:extLst>
              <a:ext uri="{FF2B5EF4-FFF2-40B4-BE49-F238E27FC236}">
                <a16:creationId xmlns:a16="http://schemas.microsoft.com/office/drawing/2014/main" id="{62EFCDDA-1755-2F45-CFF8-31FD46F45D4F}"/>
              </a:ext>
            </a:extLst>
          </p:cNvPr>
          <p:cNvSpPr/>
          <p:nvPr/>
        </p:nvSpPr>
        <p:spPr>
          <a:xfrm>
            <a:off x="8799252" y="2670376"/>
            <a:ext cx="470263" cy="325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75" name="Rectangle 74">
            <a:extLst>
              <a:ext uri="{FF2B5EF4-FFF2-40B4-BE49-F238E27FC236}">
                <a16:creationId xmlns:a16="http://schemas.microsoft.com/office/drawing/2014/main" id="{7C53ED53-8004-2BB7-E6C6-D2F6E330E879}"/>
              </a:ext>
            </a:extLst>
          </p:cNvPr>
          <p:cNvSpPr/>
          <p:nvPr/>
        </p:nvSpPr>
        <p:spPr>
          <a:xfrm>
            <a:off x="8799251" y="3074007"/>
            <a:ext cx="470263"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77" name="Rectangle 76">
            <a:extLst>
              <a:ext uri="{FF2B5EF4-FFF2-40B4-BE49-F238E27FC236}">
                <a16:creationId xmlns:a16="http://schemas.microsoft.com/office/drawing/2014/main" id="{A554721C-D9DA-7ABA-8692-EF776271393D}"/>
              </a:ext>
            </a:extLst>
          </p:cNvPr>
          <p:cNvSpPr/>
          <p:nvPr/>
        </p:nvSpPr>
        <p:spPr>
          <a:xfrm>
            <a:off x="8803807" y="3884131"/>
            <a:ext cx="470263" cy="3190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78" name="Rectangle 77">
            <a:extLst>
              <a:ext uri="{FF2B5EF4-FFF2-40B4-BE49-F238E27FC236}">
                <a16:creationId xmlns:a16="http://schemas.microsoft.com/office/drawing/2014/main" id="{2D222B93-E4C0-0A85-B9CE-E246F512A91F}"/>
              </a:ext>
            </a:extLst>
          </p:cNvPr>
          <p:cNvSpPr/>
          <p:nvPr/>
        </p:nvSpPr>
        <p:spPr>
          <a:xfrm>
            <a:off x="8803806" y="4281769"/>
            <a:ext cx="470263"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79" name="Rectangle 78">
            <a:extLst>
              <a:ext uri="{FF2B5EF4-FFF2-40B4-BE49-F238E27FC236}">
                <a16:creationId xmlns:a16="http://schemas.microsoft.com/office/drawing/2014/main" id="{78030389-A52A-1CE8-76E7-1644ACB7DCD3}"/>
              </a:ext>
            </a:extLst>
          </p:cNvPr>
          <p:cNvSpPr/>
          <p:nvPr/>
        </p:nvSpPr>
        <p:spPr>
          <a:xfrm>
            <a:off x="8803808" y="4686831"/>
            <a:ext cx="470263" cy="352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0" name="Rectangle 79">
            <a:extLst>
              <a:ext uri="{FF2B5EF4-FFF2-40B4-BE49-F238E27FC236}">
                <a16:creationId xmlns:a16="http://schemas.microsoft.com/office/drawing/2014/main" id="{EAEDA3AB-9760-007E-C251-B649F6344B0F}"/>
              </a:ext>
            </a:extLst>
          </p:cNvPr>
          <p:cNvSpPr/>
          <p:nvPr/>
        </p:nvSpPr>
        <p:spPr>
          <a:xfrm>
            <a:off x="8803807" y="5117432"/>
            <a:ext cx="470263" cy="3545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1" name="Rectangle 80">
            <a:extLst>
              <a:ext uri="{FF2B5EF4-FFF2-40B4-BE49-F238E27FC236}">
                <a16:creationId xmlns:a16="http://schemas.microsoft.com/office/drawing/2014/main" id="{2674CE4E-711F-336A-F0DE-42E39EFD6AD8}"/>
              </a:ext>
            </a:extLst>
          </p:cNvPr>
          <p:cNvSpPr/>
          <p:nvPr/>
        </p:nvSpPr>
        <p:spPr>
          <a:xfrm>
            <a:off x="8803806" y="5550526"/>
            <a:ext cx="470263"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2" name="Rectangle 81">
            <a:extLst>
              <a:ext uri="{FF2B5EF4-FFF2-40B4-BE49-F238E27FC236}">
                <a16:creationId xmlns:a16="http://schemas.microsoft.com/office/drawing/2014/main" id="{9A7E0F9E-B05F-DE3E-4C0B-67DB8B37A25D}"/>
              </a:ext>
            </a:extLst>
          </p:cNvPr>
          <p:cNvSpPr/>
          <p:nvPr/>
        </p:nvSpPr>
        <p:spPr>
          <a:xfrm>
            <a:off x="8799253" y="5955588"/>
            <a:ext cx="470263"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3" name="Rectangle 82">
            <a:extLst>
              <a:ext uri="{FF2B5EF4-FFF2-40B4-BE49-F238E27FC236}">
                <a16:creationId xmlns:a16="http://schemas.microsoft.com/office/drawing/2014/main" id="{77688482-4487-9DF9-7C3D-265886787CF8}"/>
              </a:ext>
            </a:extLst>
          </p:cNvPr>
          <p:cNvSpPr/>
          <p:nvPr/>
        </p:nvSpPr>
        <p:spPr>
          <a:xfrm>
            <a:off x="10015393" y="2245389"/>
            <a:ext cx="470263"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4" name="Rectangle 83">
            <a:extLst>
              <a:ext uri="{FF2B5EF4-FFF2-40B4-BE49-F238E27FC236}">
                <a16:creationId xmlns:a16="http://schemas.microsoft.com/office/drawing/2014/main" id="{9AAE256D-3CB9-4017-2B99-2BA6832BDCA3}"/>
              </a:ext>
            </a:extLst>
          </p:cNvPr>
          <p:cNvSpPr/>
          <p:nvPr/>
        </p:nvSpPr>
        <p:spPr>
          <a:xfrm>
            <a:off x="10015393" y="2643672"/>
            <a:ext cx="470263" cy="352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5" name="Rectangle 84">
            <a:extLst>
              <a:ext uri="{FF2B5EF4-FFF2-40B4-BE49-F238E27FC236}">
                <a16:creationId xmlns:a16="http://schemas.microsoft.com/office/drawing/2014/main" id="{03FA0829-45F2-01EF-D243-C09C389DFAF3}"/>
              </a:ext>
            </a:extLst>
          </p:cNvPr>
          <p:cNvSpPr/>
          <p:nvPr/>
        </p:nvSpPr>
        <p:spPr>
          <a:xfrm>
            <a:off x="10015393" y="3067494"/>
            <a:ext cx="470263" cy="3545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6" name="Rectangle 85">
            <a:extLst>
              <a:ext uri="{FF2B5EF4-FFF2-40B4-BE49-F238E27FC236}">
                <a16:creationId xmlns:a16="http://schemas.microsoft.com/office/drawing/2014/main" id="{29E6F528-8795-3020-3EA7-3BD390E972E5}"/>
              </a:ext>
            </a:extLst>
          </p:cNvPr>
          <p:cNvSpPr/>
          <p:nvPr/>
        </p:nvSpPr>
        <p:spPr>
          <a:xfrm>
            <a:off x="10015393" y="3493809"/>
            <a:ext cx="470263"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8" name="Rectangle 87">
            <a:extLst>
              <a:ext uri="{FF2B5EF4-FFF2-40B4-BE49-F238E27FC236}">
                <a16:creationId xmlns:a16="http://schemas.microsoft.com/office/drawing/2014/main" id="{9966C93C-96CD-DF08-5F7A-6BFDC024CB47}"/>
              </a:ext>
            </a:extLst>
          </p:cNvPr>
          <p:cNvSpPr/>
          <p:nvPr/>
        </p:nvSpPr>
        <p:spPr>
          <a:xfrm>
            <a:off x="10015393" y="3892092"/>
            <a:ext cx="470263" cy="341288"/>
          </a:xfrm>
          <a:prstGeom prst="rect">
            <a:avLst/>
          </a:prstGeom>
          <a:gradFill flip="none" rotWithShape="1">
            <a:gsLst>
              <a:gs pos="66973">
                <a:schemeClr val="tx2">
                  <a:lumMod val="75000"/>
                  <a:lumOff val="25000"/>
                </a:schemeClr>
              </a:gs>
              <a:gs pos="47000">
                <a:schemeClr val="accent1">
                  <a:lumMod val="5000"/>
                  <a:lumOff val="95000"/>
                </a:schemeClr>
              </a:gs>
              <a:gs pos="52000">
                <a:schemeClr val="tx2">
                  <a:lumMod val="75000"/>
                  <a:lumOff val="25000"/>
                </a:schemeClr>
              </a:gs>
              <a:gs pos="83000">
                <a:schemeClr val="tx2">
                  <a:lumMod val="75000"/>
                  <a:lumOff val="25000"/>
                </a:schemeClr>
              </a:gs>
              <a:gs pos="100000">
                <a:schemeClr val="tx2">
                  <a:lumMod val="75000"/>
                  <a:lumOff val="25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9" name="Rectangle 88">
            <a:extLst>
              <a:ext uri="{FF2B5EF4-FFF2-40B4-BE49-F238E27FC236}">
                <a16:creationId xmlns:a16="http://schemas.microsoft.com/office/drawing/2014/main" id="{B81BEAC8-50E5-76AE-2645-5E20E174CDD8}"/>
              </a:ext>
            </a:extLst>
          </p:cNvPr>
          <p:cNvSpPr/>
          <p:nvPr/>
        </p:nvSpPr>
        <p:spPr>
          <a:xfrm>
            <a:off x="10015393" y="4305160"/>
            <a:ext cx="470263" cy="341288"/>
          </a:xfrm>
          <a:prstGeom prst="rect">
            <a:avLst/>
          </a:prstGeom>
          <a:gradFill flip="none" rotWithShape="1">
            <a:gsLst>
              <a:gs pos="66973">
                <a:schemeClr val="tx2">
                  <a:lumMod val="75000"/>
                  <a:lumOff val="25000"/>
                </a:schemeClr>
              </a:gs>
              <a:gs pos="47000">
                <a:schemeClr val="accent1">
                  <a:lumMod val="5000"/>
                  <a:lumOff val="95000"/>
                </a:schemeClr>
              </a:gs>
              <a:gs pos="52000">
                <a:schemeClr val="tx2">
                  <a:lumMod val="75000"/>
                  <a:lumOff val="25000"/>
                </a:schemeClr>
              </a:gs>
              <a:gs pos="83000">
                <a:schemeClr val="tx2">
                  <a:lumMod val="75000"/>
                  <a:lumOff val="25000"/>
                </a:schemeClr>
              </a:gs>
              <a:gs pos="100000">
                <a:schemeClr val="tx2">
                  <a:lumMod val="75000"/>
                  <a:lumOff val="25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90" name="Rectangle 89">
            <a:extLst>
              <a:ext uri="{FF2B5EF4-FFF2-40B4-BE49-F238E27FC236}">
                <a16:creationId xmlns:a16="http://schemas.microsoft.com/office/drawing/2014/main" id="{253AA7FD-4FB1-9AC6-CE9A-2FD7E3E919BB}"/>
              </a:ext>
            </a:extLst>
          </p:cNvPr>
          <p:cNvSpPr/>
          <p:nvPr/>
        </p:nvSpPr>
        <p:spPr>
          <a:xfrm>
            <a:off x="3985374" y="5126311"/>
            <a:ext cx="4319451"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Model tuning</a:t>
            </a:r>
            <a:endParaRPr lang="en-DK" dirty="0"/>
          </a:p>
        </p:txBody>
      </p:sp>
      <p:sp>
        <p:nvSpPr>
          <p:cNvPr id="91" name="Rectangle 90">
            <a:extLst>
              <a:ext uri="{FF2B5EF4-FFF2-40B4-BE49-F238E27FC236}">
                <a16:creationId xmlns:a16="http://schemas.microsoft.com/office/drawing/2014/main" id="{6B994AFE-EB1B-BFDB-7525-D8C8084DEE87}"/>
              </a:ext>
            </a:extLst>
          </p:cNvPr>
          <p:cNvSpPr/>
          <p:nvPr/>
        </p:nvSpPr>
        <p:spPr>
          <a:xfrm>
            <a:off x="8799254" y="6360655"/>
            <a:ext cx="470263" cy="326503"/>
          </a:xfrm>
          <a:prstGeom prst="rect">
            <a:avLst/>
          </a:prstGeom>
          <a:gradFill flip="none" rotWithShape="1">
            <a:gsLst>
              <a:gs pos="66973">
                <a:schemeClr val="tx2">
                  <a:lumMod val="75000"/>
                  <a:lumOff val="25000"/>
                </a:schemeClr>
              </a:gs>
              <a:gs pos="47000">
                <a:schemeClr val="accent1">
                  <a:lumMod val="5000"/>
                  <a:lumOff val="95000"/>
                </a:schemeClr>
              </a:gs>
              <a:gs pos="52000">
                <a:schemeClr val="tx2">
                  <a:lumMod val="75000"/>
                  <a:lumOff val="25000"/>
                </a:schemeClr>
              </a:gs>
              <a:gs pos="83000">
                <a:schemeClr val="tx2">
                  <a:lumMod val="75000"/>
                  <a:lumOff val="25000"/>
                </a:schemeClr>
              </a:gs>
              <a:gs pos="100000">
                <a:schemeClr val="tx2">
                  <a:lumMod val="75000"/>
                  <a:lumOff val="25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92" name="Rectangle 91">
            <a:extLst>
              <a:ext uri="{FF2B5EF4-FFF2-40B4-BE49-F238E27FC236}">
                <a16:creationId xmlns:a16="http://schemas.microsoft.com/office/drawing/2014/main" id="{742A5C2A-AC18-069D-E2A4-CDB4756FCAB3}"/>
              </a:ext>
            </a:extLst>
          </p:cNvPr>
          <p:cNvSpPr/>
          <p:nvPr/>
        </p:nvSpPr>
        <p:spPr>
          <a:xfrm>
            <a:off x="8799250" y="3479069"/>
            <a:ext cx="470263" cy="326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95" name="Rectangle 94">
            <a:extLst>
              <a:ext uri="{FF2B5EF4-FFF2-40B4-BE49-F238E27FC236}">
                <a16:creationId xmlns:a16="http://schemas.microsoft.com/office/drawing/2014/main" id="{49C4676A-106E-EF04-87D5-E272F63F0407}"/>
              </a:ext>
            </a:extLst>
          </p:cNvPr>
          <p:cNvSpPr/>
          <p:nvPr/>
        </p:nvSpPr>
        <p:spPr>
          <a:xfrm>
            <a:off x="10015393" y="6370503"/>
            <a:ext cx="470263" cy="32650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96" name="Rectangle 95">
            <a:extLst>
              <a:ext uri="{FF2B5EF4-FFF2-40B4-BE49-F238E27FC236}">
                <a16:creationId xmlns:a16="http://schemas.microsoft.com/office/drawing/2014/main" id="{19DAFDA4-4099-A9F9-0940-C97052D7BD48}"/>
              </a:ext>
            </a:extLst>
          </p:cNvPr>
          <p:cNvSpPr/>
          <p:nvPr/>
        </p:nvSpPr>
        <p:spPr>
          <a:xfrm>
            <a:off x="11224302" y="3135010"/>
            <a:ext cx="470263" cy="32650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97" name="Rectangle 96">
            <a:extLst>
              <a:ext uri="{FF2B5EF4-FFF2-40B4-BE49-F238E27FC236}">
                <a16:creationId xmlns:a16="http://schemas.microsoft.com/office/drawing/2014/main" id="{AE89F7A7-B5E4-B188-3021-EA2E0350B392}"/>
              </a:ext>
            </a:extLst>
          </p:cNvPr>
          <p:cNvSpPr/>
          <p:nvPr/>
        </p:nvSpPr>
        <p:spPr>
          <a:xfrm>
            <a:off x="11224302" y="3539446"/>
            <a:ext cx="470263" cy="32650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98" name="Rectangle 97">
            <a:extLst>
              <a:ext uri="{FF2B5EF4-FFF2-40B4-BE49-F238E27FC236}">
                <a16:creationId xmlns:a16="http://schemas.microsoft.com/office/drawing/2014/main" id="{AFF088B5-651F-877A-5555-375A4547990F}"/>
              </a:ext>
            </a:extLst>
          </p:cNvPr>
          <p:cNvSpPr/>
          <p:nvPr/>
        </p:nvSpPr>
        <p:spPr>
          <a:xfrm>
            <a:off x="11224302" y="3943882"/>
            <a:ext cx="470263" cy="32650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99" name="Rectangle 98">
            <a:extLst>
              <a:ext uri="{FF2B5EF4-FFF2-40B4-BE49-F238E27FC236}">
                <a16:creationId xmlns:a16="http://schemas.microsoft.com/office/drawing/2014/main" id="{7EFDBB2E-AE04-7698-1C9A-8A979BBB61C4}"/>
              </a:ext>
            </a:extLst>
          </p:cNvPr>
          <p:cNvSpPr/>
          <p:nvPr/>
        </p:nvSpPr>
        <p:spPr>
          <a:xfrm>
            <a:off x="11224302" y="4348318"/>
            <a:ext cx="470263" cy="32650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00" name="Rectangle 99">
            <a:extLst>
              <a:ext uri="{FF2B5EF4-FFF2-40B4-BE49-F238E27FC236}">
                <a16:creationId xmlns:a16="http://schemas.microsoft.com/office/drawing/2014/main" id="{C4768D4C-6F00-8480-E0F2-EF86F653B120}"/>
              </a:ext>
            </a:extLst>
          </p:cNvPr>
          <p:cNvSpPr/>
          <p:nvPr/>
        </p:nvSpPr>
        <p:spPr>
          <a:xfrm>
            <a:off x="11224302" y="4752754"/>
            <a:ext cx="470263" cy="32650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01" name="Rectangle 100">
            <a:extLst>
              <a:ext uri="{FF2B5EF4-FFF2-40B4-BE49-F238E27FC236}">
                <a16:creationId xmlns:a16="http://schemas.microsoft.com/office/drawing/2014/main" id="{93C93145-8BDD-5104-201E-177CDAC3560B}"/>
              </a:ext>
            </a:extLst>
          </p:cNvPr>
          <p:cNvSpPr/>
          <p:nvPr/>
        </p:nvSpPr>
        <p:spPr>
          <a:xfrm>
            <a:off x="11224302" y="5157190"/>
            <a:ext cx="470263" cy="32650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02" name="Rectangle 101">
            <a:extLst>
              <a:ext uri="{FF2B5EF4-FFF2-40B4-BE49-F238E27FC236}">
                <a16:creationId xmlns:a16="http://schemas.microsoft.com/office/drawing/2014/main" id="{0EB00769-81A3-7ECE-4E82-1BBF7571444A}"/>
              </a:ext>
            </a:extLst>
          </p:cNvPr>
          <p:cNvSpPr/>
          <p:nvPr/>
        </p:nvSpPr>
        <p:spPr>
          <a:xfrm>
            <a:off x="11224302" y="5561626"/>
            <a:ext cx="470263" cy="32650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03" name="Rectangle 102">
            <a:extLst>
              <a:ext uri="{FF2B5EF4-FFF2-40B4-BE49-F238E27FC236}">
                <a16:creationId xmlns:a16="http://schemas.microsoft.com/office/drawing/2014/main" id="{46420B7A-10A3-D33D-E61B-C65F40700863}"/>
              </a:ext>
            </a:extLst>
          </p:cNvPr>
          <p:cNvSpPr/>
          <p:nvPr/>
        </p:nvSpPr>
        <p:spPr>
          <a:xfrm>
            <a:off x="11224302" y="5966062"/>
            <a:ext cx="470263" cy="32650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04" name="Rectangle 103">
            <a:extLst>
              <a:ext uri="{FF2B5EF4-FFF2-40B4-BE49-F238E27FC236}">
                <a16:creationId xmlns:a16="http://schemas.microsoft.com/office/drawing/2014/main" id="{B8AD374F-D165-AF31-EA88-A1C47881B055}"/>
              </a:ext>
            </a:extLst>
          </p:cNvPr>
          <p:cNvSpPr/>
          <p:nvPr/>
        </p:nvSpPr>
        <p:spPr>
          <a:xfrm>
            <a:off x="11224302" y="6370503"/>
            <a:ext cx="470263" cy="32650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05" name="Rectangle 104">
            <a:extLst>
              <a:ext uri="{FF2B5EF4-FFF2-40B4-BE49-F238E27FC236}">
                <a16:creationId xmlns:a16="http://schemas.microsoft.com/office/drawing/2014/main" id="{34AB02BA-13FE-A774-0565-CF92A8A40D81}"/>
              </a:ext>
            </a:extLst>
          </p:cNvPr>
          <p:cNvSpPr/>
          <p:nvPr/>
        </p:nvSpPr>
        <p:spPr>
          <a:xfrm>
            <a:off x="10015393" y="4718228"/>
            <a:ext cx="470263" cy="341288"/>
          </a:xfrm>
          <a:prstGeom prst="rect">
            <a:avLst/>
          </a:prstGeom>
          <a:gradFill flip="none" rotWithShape="1">
            <a:gsLst>
              <a:gs pos="66973">
                <a:schemeClr val="tx2">
                  <a:lumMod val="75000"/>
                  <a:lumOff val="25000"/>
                </a:schemeClr>
              </a:gs>
              <a:gs pos="47000">
                <a:srgbClr val="FFC000"/>
              </a:gs>
              <a:gs pos="52000">
                <a:schemeClr val="tx2">
                  <a:lumMod val="75000"/>
                  <a:lumOff val="25000"/>
                </a:schemeClr>
              </a:gs>
              <a:gs pos="83000">
                <a:schemeClr val="tx2">
                  <a:lumMod val="75000"/>
                  <a:lumOff val="25000"/>
                </a:schemeClr>
              </a:gs>
              <a:gs pos="100000">
                <a:schemeClr val="tx2">
                  <a:lumMod val="75000"/>
                  <a:lumOff val="25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06" name="Rectangle 105">
            <a:extLst>
              <a:ext uri="{FF2B5EF4-FFF2-40B4-BE49-F238E27FC236}">
                <a16:creationId xmlns:a16="http://schemas.microsoft.com/office/drawing/2014/main" id="{5AABD420-848B-B66A-634D-0CF8657240AA}"/>
              </a:ext>
            </a:extLst>
          </p:cNvPr>
          <p:cNvSpPr/>
          <p:nvPr/>
        </p:nvSpPr>
        <p:spPr>
          <a:xfrm>
            <a:off x="10015393" y="5131296"/>
            <a:ext cx="470263" cy="341288"/>
          </a:xfrm>
          <a:prstGeom prst="rect">
            <a:avLst/>
          </a:prstGeom>
          <a:gradFill flip="none" rotWithShape="1">
            <a:gsLst>
              <a:gs pos="66973">
                <a:schemeClr val="tx2">
                  <a:lumMod val="75000"/>
                  <a:lumOff val="25000"/>
                </a:schemeClr>
              </a:gs>
              <a:gs pos="47000">
                <a:srgbClr val="FFC000"/>
              </a:gs>
              <a:gs pos="52000">
                <a:schemeClr val="tx2">
                  <a:lumMod val="75000"/>
                  <a:lumOff val="25000"/>
                </a:schemeClr>
              </a:gs>
              <a:gs pos="83000">
                <a:schemeClr val="tx2">
                  <a:lumMod val="75000"/>
                  <a:lumOff val="25000"/>
                </a:schemeClr>
              </a:gs>
              <a:gs pos="100000">
                <a:schemeClr val="tx2">
                  <a:lumMod val="75000"/>
                  <a:lumOff val="25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07" name="Rectangle 106">
            <a:extLst>
              <a:ext uri="{FF2B5EF4-FFF2-40B4-BE49-F238E27FC236}">
                <a16:creationId xmlns:a16="http://schemas.microsoft.com/office/drawing/2014/main" id="{E0A05A22-7449-27A3-F7D6-B0F3650CCA35}"/>
              </a:ext>
            </a:extLst>
          </p:cNvPr>
          <p:cNvSpPr/>
          <p:nvPr/>
        </p:nvSpPr>
        <p:spPr>
          <a:xfrm>
            <a:off x="10015393" y="5544364"/>
            <a:ext cx="470263" cy="341288"/>
          </a:xfrm>
          <a:prstGeom prst="rect">
            <a:avLst/>
          </a:prstGeom>
          <a:gradFill flip="none" rotWithShape="1">
            <a:gsLst>
              <a:gs pos="66973">
                <a:schemeClr val="tx2">
                  <a:lumMod val="75000"/>
                  <a:lumOff val="25000"/>
                </a:schemeClr>
              </a:gs>
              <a:gs pos="47000">
                <a:srgbClr val="FFC000"/>
              </a:gs>
              <a:gs pos="52000">
                <a:schemeClr val="tx2">
                  <a:lumMod val="75000"/>
                  <a:lumOff val="25000"/>
                </a:schemeClr>
              </a:gs>
              <a:gs pos="83000">
                <a:schemeClr val="tx2">
                  <a:lumMod val="75000"/>
                  <a:lumOff val="25000"/>
                </a:schemeClr>
              </a:gs>
              <a:gs pos="100000">
                <a:schemeClr val="tx2">
                  <a:lumMod val="75000"/>
                  <a:lumOff val="25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08" name="Rectangle 107">
            <a:extLst>
              <a:ext uri="{FF2B5EF4-FFF2-40B4-BE49-F238E27FC236}">
                <a16:creationId xmlns:a16="http://schemas.microsoft.com/office/drawing/2014/main" id="{5BA63677-815D-5DD6-0396-42193BB88F9E}"/>
              </a:ext>
            </a:extLst>
          </p:cNvPr>
          <p:cNvSpPr/>
          <p:nvPr/>
        </p:nvSpPr>
        <p:spPr>
          <a:xfrm>
            <a:off x="10015393" y="5957432"/>
            <a:ext cx="470263" cy="341288"/>
          </a:xfrm>
          <a:prstGeom prst="rect">
            <a:avLst/>
          </a:prstGeom>
          <a:gradFill flip="none" rotWithShape="1">
            <a:gsLst>
              <a:gs pos="66973">
                <a:schemeClr val="tx2">
                  <a:lumMod val="75000"/>
                  <a:lumOff val="25000"/>
                </a:schemeClr>
              </a:gs>
              <a:gs pos="47000">
                <a:srgbClr val="FFC000"/>
              </a:gs>
              <a:gs pos="52000">
                <a:schemeClr val="tx2">
                  <a:lumMod val="75000"/>
                  <a:lumOff val="25000"/>
                </a:schemeClr>
              </a:gs>
              <a:gs pos="83000">
                <a:schemeClr val="tx2">
                  <a:lumMod val="75000"/>
                  <a:lumOff val="25000"/>
                </a:schemeClr>
              </a:gs>
              <a:gs pos="100000">
                <a:schemeClr val="tx2">
                  <a:lumMod val="75000"/>
                  <a:lumOff val="25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Tree>
    <p:extLst>
      <p:ext uri="{BB962C8B-B14F-4D97-AF65-F5344CB8AC3E}">
        <p14:creationId xmlns:p14="http://schemas.microsoft.com/office/powerpoint/2010/main" val="1438087605"/>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4FC7-1BE3-E33B-2A16-31E9ED13629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ECB7CE6-9CBB-CA8B-2038-F2E697F4CCAA}"/>
              </a:ext>
            </a:extLst>
          </p:cNvPr>
          <p:cNvPicPr>
            <a:picLocks noChangeAspect="1"/>
          </p:cNvPicPr>
          <p:nvPr/>
        </p:nvPicPr>
        <p:blipFill>
          <a:blip r:embed="rId3"/>
          <a:stretch>
            <a:fillRect/>
          </a:stretch>
        </p:blipFill>
        <p:spPr>
          <a:xfrm>
            <a:off x="581227" y="933105"/>
            <a:ext cx="6534481" cy="4913369"/>
          </a:xfrm>
          <a:prstGeom prst="rect">
            <a:avLst/>
          </a:prstGeom>
        </p:spPr>
      </p:pic>
      <p:sp>
        <p:nvSpPr>
          <p:cNvPr id="2" name="Title 1">
            <a:extLst>
              <a:ext uri="{FF2B5EF4-FFF2-40B4-BE49-F238E27FC236}">
                <a16:creationId xmlns:a16="http://schemas.microsoft.com/office/drawing/2014/main" id="{00D50EB6-69F1-936F-E6D2-EE39C1D635A8}"/>
              </a:ext>
            </a:extLst>
          </p:cNvPr>
          <p:cNvSpPr>
            <a:spLocks noGrp="1"/>
          </p:cNvSpPr>
          <p:nvPr>
            <p:ph type="title" idx="4294967295"/>
          </p:nvPr>
        </p:nvSpPr>
        <p:spPr>
          <a:xfrm>
            <a:off x="508585" y="369572"/>
            <a:ext cx="5611813" cy="444296"/>
          </a:xfrm>
        </p:spPr>
        <p:txBody>
          <a:bodyPr>
            <a:normAutofit/>
          </a:bodyPr>
          <a:lstStyle/>
          <a:p>
            <a:r>
              <a:rPr lang="en-US" sz="2000" dirty="0">
                <a:solidFill>
                  <a:schemeClr val="bg1"/>
                </a:solidFill>
                <a:cs typeface="Segoe UI Semibold"/>
              </a:rPr>
              <a:t>Shared Responsibility in the cloud?</a:t>
            </a:r>
            <a:endParaRPr lang="en-US" sz="2400" dirty="0">
              <a:solidFill>
                <a:schemeClr val="bg1"/>
              </a:solidFill>
              <a:highlight>
                <a:srgbClr val="C0C0C0"/>
              </a:highlight>
            </a:endParaRPr>
          </a:p>
        </p:txBody>
      </p:sp>
      <p:pic>
        <p:nvPicPr>
          <p:cNvPr id="17" name="Picture 16">
            <a:extLst>
              <a:ext uri="{FF2B5EF4-FFF2-40B4-BE49-F238E27FC236}">
                <a16:creationId xmlns:a16="http://schemas.microsoft.com/office/drawing/2014/main" id="{A81E0992-6787-1DCF-1F7F-4A3C4FB3C0D3}"/>
              </a:ext>
            </a:extLst>
          </p:cNvPr>
          <p:cNvPicPr>
            <a:picLocks noChangeAspect="1"/>
          </p:cNvPicPr>
          <p:nvPr/>
        </p:nvPicPr>
        <p:blipFill>
          <a:blip r:embed="rId4"/>
          <a:stretch>
            <a:fillRect/>
          </a:stretch>
        </p:blipFill>
        <p:spPr>
          <a:xfrm>
            <a:off x="7427581" y="1523013"/>
            <a:ext cx="4705384" cy="323852"/>
          </a:xfrm>
          <a:prstGeom prst="rect">
            <a:avLst/>
          </a:prstGeom>
        </p:spPr>
      </p:pic>
      <p:sp>
        <p:nvSpPr>
          <p:cNvPr id="18" name="TextBox 17">
            <a:extLst>
              <a:ext uri="{FF2B5EF4-FFF2-40B4-BE49-F238E27FC236}">
                <a16:creationId xmlns:a16="http://schemas.microsoft.com/office/drawing/2014/main" id="{48C0ADCE-4B83-3968-C3DB-F5199FB8BE40}"/>
              </a:ext>
            </a:extLst>
          </p:cNvPr>
          <p:cNvSpPr txBox="1"/>
          <p:nvPr/>
        </p:nvSpPr>
        <p:spPr>
          <a:xfrm>
            <a:off x="7404227" y="1925145"/>
            <a:ext cx="4728737" cy="86177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Customer (IT / Service Owners)</a:t>
            </a:r>
            <a:r>
              <a:rPr kumimoji="0" lang="en-US" sz="1000" b="0" i="0" u="none" strike="noStrike" kern="1200" cap="none" spc="0" normalizeH="0" baseline="0" noProof="0">
                <a:ln>
                  <a:noFill/>
                </a:ln>
                <a:solidFill>
                  <a:schemeClr val="bg1"/>
                </a:solidFill>
                <a:effectLst/>
                <a:uLnTx/>
                <a:uFillTx/>
                <a:latin typeface="Segoe UI"/>
                <a:ea typeface="+mn-ea"/>
                <a:cs typeface="+mn-cs"/>
              </a:rPr>
              <a:t> knows their data, use and configuration of features in Online Services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bg1"/>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Microsoft Product Documentation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UI"/>
                <a:ea typeface="+mn-ea"/>
                <a:cs typeface="+mn-cs"/>
              </a:rPr>
              <a:t>learn.microsoft.com/docs</a:t>
            </a:r>
          </a:p>
        </p:txBody>
      </p:sp>
      <p:sp>
        <p:nvSpPr>
          <p:cNvPr id="20" name="TextBox 19">
            <a:extLst>
              <a:ext uri="{FF2B5EF4-FFF2-40B4-BE49-F238E27FC236}">
                <a16:creationId xmlns:a16="http://schemas.microsoft.com/office/drawing/2014/main" id="{275606FB-E868-6EE8-F8BF-711FA754CC22}"/>
              </a:ext>
            </a:extLst>
          </p:cNvPr>
          <p:cNvSpPr txBox="1"/>
          <p:nvPr/>
        </p:nvSpPr>
        <p:spPr>
          <a:xfrm>
            <a:off x="7460451" y="879238"/>
            <a:ext cx="2909953"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Segoe UI"/>
                <a:ea typeface="+mn-ea"/>
                <a:cs typeface="+mn-cs"/>
              </a:rPr>
              <a:t>Who to ask?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bg1"/>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Segoe UI"/>
                <a:ea typeface="+mn-ea"/>
                <a:cs typeface="+mn-cs"/>
              </a:rPr>
              <a:t>Resources to consult?</a:t>
            </a:r>
          </a:p>
        </p:txBody>
      </p:sp>
      <p:sp>
        <p:nvSpPr>
          <p:cNvPr id="21" name="TextBox 20">
            <a:extLst>
              <a:ext uri="{FF2B5EF4-FFF2-40B4-BE49-F238E27FC236}">
                <a16:creationId xmlns:a16="http://schemas.microsoft.com/office/drawing/2014/main" id="{3547AA51-04A9-47F2-114E-50135C44920D}"/>
              </a:ext>
            </a:extLst>
          </p:cNvPr>
          <p:cNvSpPr txBox="1"/>
          <p:nvPr/>
        </p:nvSpPr>
        <p:spPr>
          <a:xfrm>
            <a:off x="7416588" y="3405550"/>
            <a:ext cx="4728737"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Customer (IT)</a:t>
            </a:r>
            <a:r>
              <a:rPr kumimoji="0" lang="en-US" sz="1000" b="0" i="0" u="none" strike="noStrike" kern="1200" cap="none" spc="0" normalizeH="0" baseline="0" noProof="0">
                <a:ln>
                  <a:noFill/>
                </a:ln>
                <a:solidFill>
                  <a:schemeClr val="bg1"/>
                </a:solidFill>
                <a:effectLst/>
                <a:uLnTx/>
                <a:uFillTx/>
                <a:latin typeface="Segoe UI"/>
                <a:ea typeface="+mn-ea"/>
                <a:cs typeface="+mn-cs"/>
              </a:rPr>
              <a:t> knows their configuration of features in Online Services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bg1"/>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Microsoft Product Documentation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UI"/>
                <a:ea typeface="+mn-ea"/>
                <a:cs typeface="+mn-cs"/>
              </a:rPr>
              <a:t>learn.microsoft.com/docs</a:t>
            </a:r>
          </a:p>
        </p:txBody>
      </p:sp>
      <p:sp>
        <p:nvSpPr>
          <p:cNvPr id="33" name="TextBox 32">
            <a:extLst>
              <a:ext uri="{FF2B5EF4-FFF2-40B4-BE49-F238E27FC236}">
                <a16:creationId xmlns:a16="http://schemas.microsoft.com/office/drawing/2014/main" id="{0E51A843-16BC-01B4-4B84-B06C4F0E539B}"/>
              </a:ext>
            </a:extLst>
          </p:cNvPr>
          <p:cNvSpPr txBox="1"/>
          <p:nvPr/>
        </p:nvSpPr>
        <p:spPr>
          <a:xfrm>
            <a:off x="7440355" y="4849982"/>
            <a:ext cx="3013204"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Microsoft (via self service)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bg1"/>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Microsoft Service Assurance Documentation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UI"/>
                <a:ea typeface="+mn-ea"/>
                <a:cs typeface="+mn-cs"/>
              </a:rPr>
              <a:t>docs.microsoft.com/compliance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Services Trust Portal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UI"/>
                <a:ea typeface="+mn-ea"/>
                <a:cs typeface="+mn-cs"/>
              </a:rPr>
              <a:t>servicetrust.microsoft.com</a:t>
            </a:r>
          </a:p>
        </p:txBody>
      </p:sp>
      <p:sp>
        <p:nvSpPr>
          <p:cNvPr id="6" name="Rectangle 5">
            <a:extLst>
              <a:ext uri="{FF2B5EF4-FFF2-40B4-BE49-F238E27FC236}">
                <a16:creationId xmlns:a16="http://schemas.microsoft.com/office/drawing/2014/main" id="{053CD27C-2FF6-BE6C-AB7F-CAE52F1BD50F}"/>
              </a:ext>
            </a:extLst>
          </p:cNvPr>
          <p:cNvSpPr/>
          <p:nvPr/>
        </p:nvSpPr>
        <p:spPr bwMode="auto">
          <a:xfrm>
            <a:off x="2674277" y="2540874"/>
            <a:ext cx="2329652" cy="245721"/>
          </a:xfrm>
          <a:prstGeom prst="rect">
            <a:avLst/>
          </a:prstGeom>
          <a:noFill/>
          <a:ln>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da-DK"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TextBox 8">
            <a:extLst>
              <a:ext uri="{FF2B5EF4-FFF2-40B4-BE49-F238E27FC236}">
                <a16:creationId xmlns:a16="http://schemas.microsoft.com/office/drawing/2014/main" id="{95F71344-A269-88A7-C9BB-BC37BE8147B1}"/>
              </a:ext>
            </a:extLst>
          </p:cNvPr>
          <p:cNvSpPr txBox="1"/>
          <p:nvPr/>
        </p:nvSpPr>
        <p:spPr>
          <a:xfrm>
            <a:off x="7650056" y="1551151"/>
            <a:ext cx="4482909"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Customer Managed Controls / Supplementary Measures</a:t>
            </a:r>
          </a:p>
        </p:txBody>
      </p:sp>
      <p:pic>
        <p:nvPicPr>
          <p:cNvPr id="12" name="Picture 11">
            <a:extLst>
              <a:ext uri="{FF2B5EF4-FFF2-40B4-BE49-F238E27FC236}">
                <a16:creationId xmlns:a16="http://schemas.microsoft.com/office/drawing/2014/main" id="{5ED739B9-61E4-0C70-297E-93CE830A18FD}"/>
              </a:ext>
            </a:extLst>
          </p:cNvPr>
          <p:cNvPicPr>
            <a:picLocks noChangeAspect="1"/>
          </p:cNvPicPr>
          <p:nvPr/>
        </p:nvPicPr>
        <p:blipFill>
          <a:blip r:embed="rId5"/>
          <a:stretch>
            <a:fillRect/>
          </a:stretch>
        </p:blipFill>
        <p:spPr>
          <a:xfrm>
            <a:off x="7442071" y="1544786"/>
            <a:ext cx="276227" cy="276227"/>
          </a:xfrm>
          <a:prstGeom prst="rect">
            <a:avLst/>
          </a:prstGeom>
        </p:spPr>
      </p:pic>
      <p:pic>
        <p:nvPicPr>
          <p:cNvPr id="25" name="Picture 24">
            <a:extLst>
              <a:ext uri="{FF2B5EF4-FFF2-40B4-BE49-F238E27FC236}">
                <a16:creationId xmlns:a16="http://schemas.microsoft.com/office/drawing/2014/main" id="{D23396AB-D343-217B-F252-28C449355772}"/>
              </a:ext>
            </a:extLst>
          </p:cNvPr>
          <p:cNvPicPr>
            <a:picLocks noChangeAspect="1"/>
          </p:cNvPicPr>
          <p:nvPr/>
        </p:nvPicPr>
        <p:blipFill>
          <a:blip r:embed="rId4"/>
          <a:stretch>
            <a:fillRect/>
          </a:stretch>
        </p:blipFill>
        <p:spPr>
          <a:xfrm>
            <a:off x="7428346" y="2989583"/>
            <a:ext cx="4705384" cy="323852"/>
          </a:xfrm>
          <a:prstGeom prst="rect">
            <a:avLst/>
          </a:prstGeom>
        </p:spPr>
      </p:pic>
      <p:sp>
        <p:nvSpPr>
          <p:cNvPr id="26" name="TextBox 25">
            <a:extLst>
              <a:ext uri="{FF2B5EF4-FFF2-40B4-BE49-F238E27FC236}">
                <a16:creationId xmlns:a16="http://schemas.microsoft.com/office/drawing/2014/main" id="{391746C6-090C-3472-6DD9-DF2AF8CA1A29}"/>
              </a:ext>
            </a:extLst>
          </p:cNvPr>
          <p:cNvSpPr txBox="1"/>
          <p:nvPr/>
        </p:nvSpPr>
        <p:spPr>
          <a:xfrm>
            <a:off x="7650821" y="3017721"/>
            <a:ext cx="4482909"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Shared Controls / Technical Measures in Online Services</a:t>
            </a:r>
          </a:p>
        </p:txBody>
      </p:sp>
      <p:pic>
        <p:nvPicPr>
          <p:cNvPr id="30" name="Picture 29">
            <a:extLst>
              <a:ext uri="{FF2B5EF4-FFF2-40B4-BE49-F238E27FC236}">
                <a16:creationId xmlns:a16="http://schemas.microsoft.com/office/drawing/2014/main" id="{62B64507-CC63-E35B-7E60-1FEBE3FF0B46}"/>
              </a:ext>
            </a:extLst>
          </p:cNvPr>
          <p:cNvPicPr>
            <a:picLocks noChangeAspect="1"/>
          </p:cNvPicPr>
          <p:nvPr/>
        </p:nvPicPr>
        <p:blipFill>
          <a:blip r:embed="rId6"/>
          <a:stretch>
            <a:fillRect/>
          </a:stretch>
        </p:blipFill>
        <p:spPr>
          <a:xfrm>
            <a:off x="7447001" y="3010926"/>
            <a:ext cx="257177" cy="257177"/>
          </a:xfrm>
          <a:prstGeom prst="rect">
            <a:avLst/>
          </a:prstGeom>
        </p:spPr>
      </p:pic>
      <p:pic>
        <p:nvPicPr>
          <p:cNvPr id="31" name="Picture 30">
            <a:extLst>
              <a:ext uri="{FF2B5EF4-FFF2-40B4-BE49-F238E27FC236}">
                <a16:creationId xmlns:a16="http://schemas.microsoft.com/office/drawing/2014/main" id="{26CE75FA-E67F-9858-6B4F-996B7EB7B5B5}"/>
              </a:ext>
            </a:extLst>
          </p:cNvPr>
          <p:cNvPicPr>
            <a:picLocks noChangeAspect="1"/>
          </p:cNvPicPr>
          <p:nvPr/>
        </p:nvPicPr>
        <p:blipFill>
          <a:blip r:embed="rId4"/>
          <a:stretch>
            <a:fillRect/>
          </a:stretch>
        </p:blipFill>
        <p:spPr>
          <a:xfrm>
            <a:off x="7442896" y="4327493"/>
            <a:ext cx="4705384" cy="323852"/>
          </a:xfrm>
          <a:prstGeom prst="rect">
            <a:avLst/>
          </a:prstGeom>
        </p:spPr>
      </p:pic>
      <p:sp>
        <p:nvSpPr>
          <p:cNvPr id="34" name="TextBox 33">
            <a:extLst>
              <a:ext uri="{FF2B5EF4-FFF2-40B4-BE49-F238E27FC236}">
                <a16:creationId xmlns:a16="http://schemas.microsoft.com/office/drawing/2014/main" id="{C28BA42B-9D1D-47C7-789A-2DF72FAD1CE5}"/>
              </a:ext>
            </a:extLst>
          </p:cNvPr>
          <p:cNvSpPr txBox="1"/>
          <p:nvPr/>
        </p:nvSpPr>
        <p:spPr>
          <a:xfrm>
            <a:off x="7665371" y="4355631"/>
            <a:ext cx="4482909"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Microsoft Managed Controls / Technical and Organizational Measures</a:t>
            </a:r>
          </a:p>
        </p:txBody>
      </p:sp>
      <p:pic>
        <p:nvPicPr>
          <p:cNvPr id="37" name="Picture 36">
            <a:extLst>
              <a:ext uri="{FF2B5EF4-FFF2-40B4-BE49-F238E27FC236}">
                <a16:creationId xmlns:a16="http://schemas.microsoft.com/office/drawing/2014/main" id="{A78DF3F9-8116-CA46-9D36-8CDBA8E4046D}"/>
              </a:ext>
            </a:extLst>
          </p:cNvPr>
          <p:cNvPicPr>
            <a:picLocks noChangeAspect="1"/>
          </p:cNvPicPr>
          <p:nvPr/>
        </p:nvPicPr>
        <p:blipFill>
          <a:blip r:embed="rId7"/>
          <a:stretch>
            <a:fillRect/>
          </a:stretch>
        </p:blipFill>
        <p:spPr>
          <a:xfrm>
            <a:off x="7460451" y="4338379"/>
            <a:ext cx="276227" cy="285752"/>
          </a:xfrm>
          <a:prstGeom prst="rect">
            <a:avLst/>
          </a:prstGeom>
        </p:spPr>
      </p:pic>
      <p:sp>
        <p:nvSpPr>
          <p:cNvPr id="10" name="TextBox 9">
            <a:extLst>
              <a:ext uri="{FF2B5EF4-FFF2-40B4-BE49-F238E27FC236}">
                <a16:creationId xmlns:a16="http://schemas.microsoft.com/office/drawing/2014/main" id="{25EFB5B0-BAFA-8D85-4C44-302363744314}"/>
              </a:ext>
            </a:extLst>
          </p:cNvPr>
          <p:cNvSpPr txBox="1"/>
          <p:nvPr/>
        </p:nvSpPr>
        <p:spPr>
          <a:xfrm>
            <a:off x="581227" y="5965711"/>
            <a:ext cx="5843946"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Segoe UI"/>
                <a:ea typeface="+mn-ea"/>
                <a:cs typeface="+mn-cs"/>
                <a:hlinkClick r:id="rId8"/>
              </a:rPr>
              <a:t>Shared responsibility in the cloud - Microsoft Azure | Microsoft Learn</a:t>
            </a:r>
            <a:endParaRPr kumimoji="0" lang="da-DK" sz="1400" b="0" i="1"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310858096"/>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E546E-76E0-8B67-D742-8E6FA6AFF0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A56B7F-87E6-0B40-BDA9-AB483017B987}"/>
              </a:ext>
            </a:extLst>
          </p:cNvPr>
          <p:cNvSpPr>
            <a:spLocks noGrp="1"/>
          </p:cNvSpPr>
          <p:nvPr>
            <p:ph type="title" idx="4294967295"/>
          </p:nvPr>
        </p:nvSpPr>
        <p:spPr>
          <a:xfrm>
            <a:off x="552640" y="386000"/>
            <a:ext cx="5786438" cy="338554"/>
          </a:xfrm>
        </p:spPr>
        <p:txBody>
          <a:bodyPr>
            <a:normAutofit fontScale="90000"/>
          </a:bodyPr>
          <a:lstStyle/>
          <a:p>
            <a:pPr algn="l"/>
            <a:r>
              <a:rPr lang="da-DK" sz="2000" b="1" i="0" dirty="0" err="1">
                <a:solidFill>
                  <a:srgbClr val="161616"/>
                </a:solidFill>
                <a:effectLst/>
                <a:latin typeface="Segoe UI" panose="020B0502040204020203" pitchFamily="34" charset="0"/>
              </a:rPr>
              <a:t>Artificial</a:t>
            </a:r>
            <a:r>
              <a:rPr lang="da-DK" sz="2000" b="1" i="0" dirty="0">
                <a:solidFill>
                  <a:srgbClr val="161616"/>
                </a:solidFill>
                <a:effectLst/>
                <a:latin typeface="Segoe UI" panose="020B0502040204020203" pitchFamily="34" charset="0"/>
              </a:rPr>
              <a:t> </a:t>
            </a:r>
            <a:r>
              <a:rPr lang="da-DK" sz="2000" b="1" i="0" dirty="0" err="1">
                <a:solidFill>
                  <a:srgbClr val="161616"/>
                </a:solidFill>
                <a:effectLst/>
                <a:latin typeface="Segoe UI" panose="020B0502040204020203" pitchFamily="34" charset="0"/>
              </a:rPr>
              <a:t>intelligence</a:t>
            </a:r>
            <a:r>
              <a:rPr lang="da-DK" sz="2000" b="1" i="0" dirty="0">
                <a:solidFill>
                  <a:srgbClr val="161616"/>
                </a:solidFill>
                <a:effectLst/>
                <a:latin typeface="Segoe UI" panose="020B0502040204020203" pitchFamily="34" charset="0"/>
              </a:rPr>
              <a:t> (AI) </a:t>
            </a:r>
            <a:r>
              <a:rPr lang="da-DK" sz="2000" b="1" i="0" dirty="0" err="1">
                <a:solidFill>
                  <a:srgbClr val="161616"/>
                </a:solidFill>
                <a:effectLst/>
                <a:latin typeface="Segoe UI" panose="020B0502040204020203" pitchFamily="34" charset="0"/>
              </a:rPr>
              <a:t>shared</a:t>
            </a:r>
            <a:r>
              <a:rPr lang="da-DK" sz="2000" b="1" i="0" dirty="0">
                <a:solidFill>
                  <a:srgbClr val="161616"/>
                </a:solidFill>
                <a:effectLst/>
                <a:latin typeface="Segoe UI" panose="020B0502040204020203" pitchFamily="34" charset="0"/>
              </a:rPr>
              <a:t> </a:t>
            </a:r>
            <a:r>
              <a:rPr lang="da-DK" sz="2000" b="1" i="0" dirty="0" err="1">
                <a:solidFill>
                  <a:srgbClr val="161616"/>
                </a:solidFill>
                <a:effectLst/>
                <a:latin typeface="Segoe UI" panose="020B0502040204020203" pitchFamily="34" charset="0"/>
              </a:rPr>
              <a:t>responsibility</a:t>
            </a:r>
            <a:r>
              <a:rPr lang="da-DK" sz="2000" b="1" i="0" dirty="0">
                <a:solidFill>
                  <a:srgbClr val="161616"/>
                </a:solidFill>
                <a:effectLst/>
                <a:latin typeface="Segoe UI" panose="020B0502040204020203" pitchFamily="34" charset="0"/>
              </a:rPr>
              <a:t> model</a:t>
            </a:r>
          </a:p>
        </p:txBody>
      </p:sp>
      <p:sp>
        <p:nvSpPr>
          <p:cNvPr id="5" name="TextBox 4">
            <a:extLst>
              <a:ext uri="{FF2B5EF4-FFF2-40B4-BE49-F238E27FC236}">
                <a16:creationId xmlns:a16="http://schemas.microsoft.com/office/drawing/2014/main" id="{F5F32E17-B534-265C-9A49-5A9C71580640}"/>
              </a:ext>
            </a:extLst>
          </p:cNvPr>
          <p:cNvSpPr txBox="1"/>
          <p:nvPr/>
        </p:nvSpPr>
        <p:spPr>
          <a:xfrm>
            <a:off x="555067" y="6004031"/>
            <a:ext cx="7208599" cy="338554"/>
          </a:xfrm>
          <a:prstGeom prst="rect">
            <a:avLst/>
          </a:prstGeom>
          <a:noFill/>
        </p:spPr>
        <p:txBody>
          <a:bodyPr wrap="square">
            <a:spAutoFit/>
          </a:bodyPr>
          <a:lstStyle/>
          <a:p>
            <a:r>
              <a:rPr lang="da-DK" sz="1600" i="1">
                <a:hlinkClick r:id="rId3"/>
              </a:rPr>
              <a:t>AI shared responsibility model - Microsoft Azure | Microsoft Learn</a:t>
            </a:r>
            <a:endParaRPr lang="da-DK" sz="1600" i="1"/>
          </a:p>
        </p:txBody>
      </p:sp>
      <p:pic>
        <p:nvPicPr>
          <p:cNvPr id="3" name="Picture 2">
            <a:extLst>
              <a:ext uri="{FF2B5EF4-FFF2-40B4-BE49-F238E27FC236}">
                <a16:creationId xmlns:a16="http://schemas.microsoft.com/office/drawing/2014/main" id="{B08AF530-12E4-E904-7097-4543226267A3}"/>
              </a:ext>
            </a:extLst>
          </p:cNvPr>
          <p:cNvPicPr>
            <a:picLocks noChangeAspect="1"/>
          </p:cNvPicPr>
          <p:nvPr/>
        </p:nvPicPr>
        <p:blipFill>
          <a:blip r:embed="rId4"/>
          <a:stretch>
            <a:fillRect/>
          </a:stretch>
        </p:blipFill>
        <p:spPr>
          <a:xfrm>
            <a:off x="6922130" y="937117"/>
            <a:ext cx="5211667" cy="358697"/>
          </a:xfrm>
          <a:prstGeom prst="rect">
            <a:avLst/>
          </a:prstGeom>
        </p:spPr>
      </p:pic>
      <p:sp>
        <p:nvSpPr>
          <p:cNvPr id="6" name="TextBox 5">
            <a:extLst>
              <a:ext uri="{FF2B5EF4-FFF2-40B4-BE49-F238E27FC236}">
                <a16:creationId xmlns:a16="http://schemas.microsoft.com/office/drawing/2014/main" id="{FEB4D661-8B53-55EF-82AE-51FE6F05FC52}"/>
              </a:ext>
            </a:extLst>
          </p:cNvPr>
          <p:cNvSpPr txBox="1"/>
          <p:nvPr/>
        </p:nvSpPr>
        <p:spPr>
          <a:xfrm>
            <a:off x="6898777" y="1339250"/>
            <a:ext cx="4728737" cy="86177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Customer (IT / Service Owners)</a:t>
            </a:r>
            <a:r>
              <a:rPr kumimoji="0" lang="en-US" sz="1000" b="0" i="0" u="none" strike="noStrike" kern="1200" cap="none" spc="0" normalizeH="0" baseline="0" noProof="0">
                <a:ln>
                  <a:noFill/>
                </a:ln>
                <a:solidFill>
                  <a:schemeClr val="bg1"/>
                </a:solidFill>
                <a:effectLst/>
                <a:uLnTx/>
                <a:uFillTx/>
                <a:latin typeface="Segoe UI"/>
                <a:ea typeface="+mn-ea"/>
                <a:cs typeface="+mn-cs"/>
              </a:rPr>
              <a:t> knows their </a:t>
            </a:r>
            <a:r>
              <a:rPr lang="en-US" sz="1000">
                <a:solidFill>
                  <a:schemeClr val="bg1"/>
                </a:solidFill>
                <a:latin typeface="Segoe UI"/>
              </a:rPr>
              <a:t>data, </a:t>
            </a:r>
            <a:r>
              <a:rPr kumimoji="0" lang="en-US" sz="1000" b="0" i="0" u="none" strike="noStrike" kern="1200" cap="none" spc="0" normalizeH="0" baseline="0" noProof="0">
                <a:ln>
                  <a:noFill/>
                </a:ln>
                <a:solidFill>
                  <a:schemeClr val="bg1"/>
                </a:solidFill>
                <a:effectLst/>
                <a:uLnTx/>
                <a:uFillTx/>
                <a:latin typeface="Segoe UI"/>
                <a:ea typeface="+mn-ea"/>
                <a:cs typeface="+mn-cs"/>
              </a:rPr>
              <a:t>AI usage and configuration of features in Generative AI Services and is responsible for user AI training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bg1"/>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Microsoft Product Documentation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UI"/>
                <a:ea typeface="+mn-ea"/>
                <a:cs typeface="+mn-cs"/>
              </a:rPr>
              <a:t>learn.microsoft.com/docs</a:t>
            </a:r>
          </a:p>
        </p:txBody>
      </p:sp>
      <p:sp>
        <p:nvSpPr>
          <p:cNvPr id="8" name="TextBox 7">
            <a:extLst>
              <a:ext uri="{FF2B5EF4-FFF2-40B4-BE49-F238E27FC236}">
                <a16:creationId xmlns:a16="http://schemas.microsoft.com/office/drawing/2014/main" id="{365291B7-60D1-EA9C-F043-F78991FF7462}"/>
              </a:ext>
            </a:extLst>
          </p:cNvPr>
          <p:cNvSpPr txBox="1"/>
          <p:nvPr/>
        </p:nvSpPr>
        <p:spPr>
          <a:xfrm>
            <a:off x="6898777" y="480739"/>
            <a:ext cx="2909953"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Segoe UI"/>
                <a:ea typeface="+mn-ea"/>
                <a:cs typeface="+mn-cs"/>
              </a:rPr>
              <a:t>Who to ask?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Segoe UI"/>
                <a:ea typeface="+mn-ea"/>
                <a:cs typeface="+mn-cs"/>
              </a:rPr>
              <a:t>Resources to consult?</a:t>
            </a:r>
          </a:p>
        </p:txBody>
      </p:sp>
      <p:sp>
        <p:nvSpPr>
          <p:cNvPr id="9" name="TextBox 8">
            <a:extLst>
              <a:ext uri="{FF2B5EF4-FFF2-40B4-BE49-F238E27FC236}">
                <a16:creationId xmlns:a16="http://schemas.microsoft.com/office/drawing/2014/main" id="{490AFC09-D6C6-9D49-5972-BEAEAD227E75}"/>
              </a:ext>
            </a:extLst>
          </p:cNvPr>
          <p:cNvSpPr txBox="1"/>
          <p:nvPr/>
        </p:nvSpPr>
        <p:spPr>
          <a:xfrm>
            <a:off x="6922131" y="2814901"/>
            <a:ext cx="4728737"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Customer (IT)</a:t>
            </a:r>
            <a:r>
              <a:rPr kumimoji="0" lang="en-US" sz="1000" b="0" i="0" u="none" strike="noStrike" kern="1200" cap="none" spc="0" normalizeH="0" baseline="0" noProof="0">
                <a:ln>
                  <a:noFill/>
                </a:ln>
                <a:solidFill>
                  <a:schemeClr val="bg1"/>
                </a:solidFill>
                <a:effectLst/>
                <a:uLnTx/>
                <a:uFillTx/>
                <a:latin typeface="Segoe UI"/>
                <a:ea typeface="+mn-ea"/>
                <a:cs typeface="+mn-cs"/>
              </a:rPr>
              <a:t> knows their configuration of features in Generative AI Services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bg1"/>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Microsoft Product Documentation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UI"/>
                <a:ea typeface="+mn-ea"/>
                <a:cs typeface="+mn-cs"/>
              </a:rPr>
              <a:t>learn.microsoft.com/docs</a:t>
            </a:r>
          </a:p>
        </p:txBody>
      </p:sp>
      <p:sp>
        <p:nvSpPr>
          <p:cNvPr id="10" name="TextBox 9">
            <a:extLst>
              <a:ext uri="{FF2B5EF4-FFF2-40B4-BE49-F238E27FC236}">
                <a16:creationId xmlns:a16="http://schemas.microsoft.com/office/drawing/2014/main" id="{F545A1D7-4BA3-F1C7-865E-B320635E3720}"/>
              </a:ext>
            </a:extLst>
          </p:cNvPr>
          <p:cNvSpPr txBox="1"/>
          <p:nvPr/>
        </p:nvSpPr>
        <p:spPr>
          <a:xfrm>
            <a:off x="6934905" y="5380672"/>
            <a:ext cx="3013204"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Microsoft (via self service)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bg1"/>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Microsoft Product Documentation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UI"/>
                <a:ea typeface="+mn-ea"/>
                <a:cs typeface="+mn-cs"/>
              </a:rPr>
              <a:t>learn.microsoft.com/docs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Microsoft Service Assurance Documentation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UI"/>
                <a:ea typeface="+mn-ea"/>
                <a:cs typeface="+mn-cs"/>
              </a:rPr>
              <a:t>docs.microsoft.com/compliance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Services Trust Portal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UI"/>
                <a:ea typeface="+mn-ea"/>
                <a:cs typeface="+mn-cs"/>
              </a:rPr>
              <a:t>servicetrust.microsoft.com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bg1"/>
              </a:solidFill>
              <a:effectLst/>
              <a:uLnTx/>
              <a:uFillTx/>
              <a:latin typeface="Segoe UI"/>
              <a:ea typeface="+mn-ea"/>
              <a:cs typeface="+mn-cs"/>
            </a:endParaRPr>
          </a:p>
        </p:txBody>
      </p:sp>
      <p:sp>
        <p:nvSpPr>
          <p:cNvPr id="11" name="TextBox 10">
            <a:extLst>
              <a:ext uri="{FF2B5EF4-FFF2-40B4-BE49-F238E27FC236}">
                <a16:creationId xmlns:a16="http://schemas.microsoft.com/office/drawing/2014/main" id="{69F3DC92-F5A1-FE64-9566-2A3F4A5F9EDA}"/>
              </a:ext>
            </a:extLst>
          </p:cNvPr>
          <p:cNvSpPr txBox="1"/>
          <p:nvPr/>
        </p:nvSpPr>
        <p:spPr>
          <a:xfrm>
            <a:off x="7982135" y="936488"/>
            <a:ext cx="2354157"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Customer Managed Controls / Supplementary Measures</a:t>
            </a:r>
          </a:p>
        </p:txBody>
      </p:sp>
      <p:pic>
        <p:nvPicPr>
          <p:cNvPr id="13" name="Picture 12">
            <a:extLst>
              <a:ext uri="{FF2B5EF4-FFF2-40B4-BE49-F238E27FC236}">
                <a16:creationId xmlns:a16="http://schemas.microsoft.com/office/drawing/2014/main" id="{DD70C4C7-A3FA-BB9F-4360-066491F02224}"/>
              </a:ext>
            </a:extLst>
          </p:cNvPr>
          <p:cNvPicPr>
            <a:picLocks noChangeAspect="1"/>
          </p:cNvPicPr>
          <p:nvPr/>
        </p:nvPicPr>
        <p:blipFill>
          <a:blip r:embed="rId4"/>
          <a:stretch>
            <a:fillRect/>
          </a:stretch>
        </p:blipFill>
        <p:spPr>
          <a:xfrm>
            <a:off x="6922896" y="2403687"/>
            <a:ext cx="5211668" cy="358697"/>
          </a:xfrm>
          <a:prstGeom prst="rect">
            <a:avLst/>
          </a:prstGeom>
        </p:spPr>
      </p:pic>
      <p:sp>
        <p:nvSpPr>
          <p:cNvPr id="14" name="TextBox 13">
            <a:extLst>
              <a:ext uri="{FF2B5EF4-FFF2-40B4-BE49-F238E27FC236}">
                <a16:creationId xmlns:a16="http://schemas.microsoft.com/office/drawing/2014/main" id="{DDF912D1-1E78-2099-2B64-447DE6319B83}"/>
              </a:ext>
            </a:extLst>
          </p:cNvPr>
          <p:cNvSpPr txBox="1"/>
          <p:nvPr/>
        </p:nvSpPr>
        <p:spPr>
          <a:xfrm>
            <a:off x="7512971" y="2459396"/>
            <a:ext cx="4482909"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Shared Controls / Technical Measures in Online Services</a:t>
            </a:r>
          </a:p>
        </p:txBody>
      </p:sp>
      <p:pic>
        <p:nvPicPr>
          <p:cNvPr id="16" name="Picture 15">
            <a:extLst>
              <a:ext uri="{FF2B5EF4-FFF2-40B4-BE49-F238E27FC236}">
                <a16:creationId xmlns:a16="http://schemas.microsoft.com/office/drawing/2014/main" id="{757DBB60-E51D-B9A5-9BD3-5CC38E57EB46}"/>
              </a:ext>
            </a:extLst>
          </p:cNvPr>
          <p:cNvPicPr>
            <a:picLocks noChangeAspect="1"/>
          </p:cNvPicPr>
          <p:nvPr/>
        </p:nvPicPr>
        <p:blipFill>
          <a:blip r:embed="rId4"/>
          <a:stretch>
            <a:fillRect/>
          </a:stretch>
        </p:blipFill>
        <p:spPr>
          <a:xfrm>
            <a:off x="6937446" y="4858182"/>
            <a:ext cx="5211668" cy="358697"/>
          </a:xfrm>
          <a:prstGeom prst="rect">
            <a:avLst/>
          </a:prstGeom>
        </p:spPr>
      </p:pic>
      <p:sp>
        <p:nvSpPr>
          <p:cNvPr id="17" name="TextBox 16">
            <a:extLst>
              <a:ext uri="{FF2B5EF4-FFF2-40B4-BE49-F238E27FC236}">
                <a16:creationId xmlns:a16="http://schemas.microsoft.com/office/drawing/2014/main" id="{FE63D546-B602-B670-2587-67B08245C4DD}"/>
              </a:ext>
            </a:extLst>
          </p:cNvPr>
          <p:cNvSpPr txBox="1"/>
          <p:nvPr/>
        </p:nvSpPr>
        <p:spPr>
          <a:xfrm>
            <a:off x="7426431" y="4886321"/>
            <a:ext cx="4482909"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Microsoft Managed Controls / Technical and Organizational Measures</a:t>
            </a:r>
          </a:p>
        </p:txBody>
      </p:sp>
      <p:pic>
        <p:nvPicPr>
          <p:cNvPr id="19" name="Picture 18">
            <a:extLst>
              <a:ext uri="{FF2B5EF4-FFF2-40B4-BE49-F238E27FC236}">
                <a16:creationId xmlns:a16="http://schemas.microsoft.com/office/drawing/2014/main" id="{A6D12AF6-1972-88D3-3D8C-269BBAFCD71C}"/>
              </a:ext>
            </a:extLst>
          </p:cNvPr>
          <p:cNvPicPr>
            <a:picLocks noChangeAspect="1"/>
          </p:cNvPicPr>
          <p:nvPr/>
        </p:nvPicPr>
        <p:blipFill>
          <a:blip r:embed="rId5"/>
          <a:stretch>
            <a:fillRect/>
          </a:stretch>
        </p:blipFill>
        <p:spPr>
          <a:xfrm>
            <a:off x="552640" y="923167"/>
            <a:ext cx="6059529" cy="5032490"/>
          </a:xfrm>
          <a:prstGeom prst="rect">
            <a:avLst/>
          </a:prstGeom>
        </p:spPr>
      </p:pic>
      <p:pic>
        <p:nvPicPr>
          <p:cNvPr id="21" name="Picture 20">
            <a:extLst>
              <a:ext uri="{FF2B5EF4-FFF2-40B4-BE49-F238E27FC236}">
                <a16:creationId xmlns:a16="http://schemas.microsoft.com/office/drawing/2014/main" id="{1A46E2C8-A115-443B-BB7E-C0B34E1045FA}"/>
              </a:ext>
            </a:extLst>
          </p:cNvPr>
          <p:cNvPicPr>
            <a:picLocks noChangeAspect="1"/>
          </p:cNvPicPr>
          <p:nvPr/>
        </p:nvPicPr>
        <p:blipFill>
          <a:blip r:embed="rId6"/>
          <a:stretch>
            <a:fillRect/>
          </a:stretch>
        </p:blipFill>
        <p:spPr>
          <a:xfrm>
            <a:off x="6960003" y="4901569"/>
            <a:ext cx="514354" cy="266702"/>
          </a:xfrm>
          <a:prstGeom prst="rect">
            <a:avLst/>
          </a:prstGeom>
        </p:spPr>
      </p:pic>
      <p:pic>
        <p:nvPicPr>
          <p:cNvPr id="23" name="Picture 22">
            <a:extLst>
              <a:ext uri="{FF2B5EF4-FFF2-40B4-BE49-F238E27FC236}">
                <a16:creationId xmlns:a16="http://schemas.microsoft.com/office/drawing/2014/main" id="{6E174E69-EBE6-1ABC-68B5-426E8D2670B2}"/>
              </a:ext>
            </a:extLst>
          </p:cNvPr>
          <p:cNvPicPr>
            <a:picLocks noChangeAspect="1"/>
          </p:cNvPicPr>
          <p:nvPr/>
        </p:nvPicPr>
        <p:blipFill>
          <a:blip r:embed="rId7"/>
          <a:stretch>
            <a:fillRect/>
          </a:stretch>
        </p:blipFill>
        <p:spPr>
          <a:xfrm>
            <a:off x="6978048" y="2466721"/>
            <a:ext cx="533404" cy="238127"/>
          </a:xfrm>
          <a:prstGeom prst="rect">
            <a:avLst/>
          </a:prstGeom>
        </p:spPr>
      </p:pic>
      <p:pic>
        <p:nvPicPr>
          <p:cNvPr id="25" name="Picture 24">
            <a:extLst>
              <a:ext uri="{FF2B5EF4-FFF2-40B4-BE49-F238E27FC236}">
                <a16:creationId xmlns:a16="http://schemas.microsoft.com/office/drawing/2014/main" id="{9768DC07-C100-7F4C-F7CE-B01621C5F63A}"/>
              </a:ext>
            </a:extLst>
          </p:cNvPr>
          <p:cNvPicPr>
            <a:picLocks noChangeAspect="1"/>
          </p:cNvPicPr>
          <p:nvPr/>
        </p:nvPicPr>
        <p:blipFill>
          <a:blip r:embed="rId8"/>
          <a:stretch>
            <a:fillRect/>
          </a:stretch>
        </p:blipFill>
        <p:spPr>
          <a:xfrm>
            <a:off x="6964598" y="996154"/>
            <a:ext cx="514354" cy="247652"/>
          </a:xfrm>
          <a:prstGeom prst="rect">
            <a:avLst/>
          </a:prstGeom>
        </p:spPr>
      </p:pic>
      <p:sp>
        <p:nvSpPr>
          <p:cNvPr id="29" name="TextBox 28">
            <a:extLst>
              <a:ext uri="{FF2B5EF4-FFF2-40B4-BE49-F238E27FC236}">
                <a16:creationId xmlns:a16="http://schemas.microsoft.com/office/drawing/2014/main" id="{D00766E0-E1CC-6C26-B597-D3947860E379}"/>
              </a:ext>
            </a:extLst>
          </p:cNvPr>
          <p:cNvSpPr txBox="1"/>
          <p:nvPr/>
        </p:nvSpPr>
        <p:spPr>
          <a:xfrm>
            <a:off x="6932086" y="4047126"/>
            <a:ext cx="4728737"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Customer (IT)</a:t>
            </a:r>
            <a:r>
              <a:rPr kumimoji="0" lang="en-US" sz="1000" b="0" i="0" u="none" strike="noStrike" kern="1200" cap="none" spc="0" normalizeH="0" baseline="0" noProof="0">
                <a:ln>
                  <a:noFill/>
                </a:ln>
                <a:solidFill>
                  <a:schemeClr val="bg1"/>
                </a:solidFill>
                <a:effectLst/>
                <a:uLnTx/>
                <a:uFillTx/>
                <a:latin typeface="Segoe UI"/>
                <a:ea typeface="+mn-ea"/>
                <a:cs typeface="+mn-cs"/>
              </a:rPr>
              <a:t> knows their configuration of features in Generative AI Services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bg1"/>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Microsoft Product Documentation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UI"/>
                <a:ea typeface="+mn-ea"/>
                <a:cs typeface="+mn-cs"/>
              </a:rPr>
              <a:t>learn.microsoft.com/docs</a:t>
            </a:r>
          </a:p>
        </p:txBody>
      </p:sp>
      <p:pic>
        <p:nvPicPr>
          <p:cNvPr id="30" name="Picture 29">
            <a:extLst>
              <a:ext uri="{FF2B5EF4-FFF2-40B4-BE49-F238E27FC236}">
                <a16:creationId xmlns:a16="http://schemas.microsoft.com/office/drawing/2014/main" id="{4AE07E08-15BC-180A-D936-11AC4603757E}"/>
              </a:ext>
            </a:extLst>
          </p:cNvPr>
          <p:cNvPicPr>
            <a:picLocks noChangeAspect="1"/>
          </p:cNvPicPr>
          <p:nvPr/>
        </p:nvPicPr>
        <p:blipFill>
          <a:blip r:embed="rId4"/>
          <a:stretch>
            <a:fillRect/>
          </a:stretch>
        </p:blipFill>
        <p:spPr>
          <a:xfrm>
            <a:off x="6932851" y="3612937"/>
            <a:ext cx="5211668" cy="358697"/>
          </a:xfrm>
          <a:prstGeom prst="rect">
            <a:avLst/>
          </a:prstGeom>
        </p:spPr>
      </p:pic>
      <p:sp>
        <p:nvSpPr>
          <p:cNvPr id="31" name="TextBox 30">
            <a:extLst>
              <a:ext uri="{FF2B5EF4-FFF2-40B4-BE49-F238E27FC236}">
                <a16:creationId xmlns:a16="http://schemas.microsoft.com/office/drawing/2014/main" id="{C6D884A5-A88D-346B-7110-FD2315519061}"/>
              </a:ext>
            </a:extLst>
          </p:cNvPr>
          <p:cNvSpPr txBox="1"/>
          <p:nvPr/>
        </p:nvSpPr>
        <p:spPr>
          <a:xfrm>
            <a:off x="7522926" y="3668646"/>
            <a:ext cx="466907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Segoe UI"/>
                <a:ea typeface="+mn-ea"/>
                <a:cs typeface="+mn-cs"/>
              </a:rPr>
              <a:t>Model Dependent Shared Controls / Technical Measures in Online Services</a:t>
            </a:r>
          </a:p>
        </p:txBody>
      </p:sp>
      <p:pic>
        <p:nvPicPr>
          <p:cNvPr id="34" name="Picture 33">
            <a:extLst>
              <a:ext uri="{FF2B5EF4-FFF2-40B4-BE49-F238E27FC236}">
                <a16:creationId xmlns:a16="http://schemas.microsoft.com/office/drawing/2014/main" id="{9C154C0F-10D9-CB1D-1777-0353C8BAF76E}"/>
              </a:ext>
            </a:extLst>
          </p:cNvPr>
          <p:cNvPicPr>
            <a:picLocks noChangeAspect="1"/>
          </p:cNvPicPr>
          <p:nvPr/>
        </p:nvPicPr>
        <p:blipFill>
          <a:blip r:embed="rId9"/>
          <a:stretch>
            <a:fillRect/>
          </a:stretch>
        </p:blipFill>
        <p:spPr>
          <a:xfrm>
            <a:off x="6978383" y="3675206"/>
            <a:ext cx="514354" cy="238127"/>
          </a:xfrm>
          <a:prstGeom prst="rect">
            <a:avLst/>
          </a:prstGeom>
        </p:spPr>
      </p:pic>
    </p:spTree>
    <p:extLst>
      <p:ext uri="{BB962C8B-B14F-4D97-AF65-F5344CB8AC3E}">
        <p14:creationId xmlns:p14="http://schemas.microsoft.com/office/powerpoint/2010/main" val="2368889216"/>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__MICROSOFT_TRANSLATOR_CLM_SLIDEINFO" val="{&quot;Guid&quot;:&quot;021718a1-7d5d-4027-9d56-790e30a09a22&quot;,&quot;TimeStamp&quot;:&quot;2020-01-22T20:01:32.0198025-06:00&quo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Qn_ZWtEZrO.8jTPA_3H2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Black Template">
  <a:themeElements>
    <a:clrScheme name="MSFT">
      <a:dk1>
        <a:srgbClr val="000000"/>
      </a:dk1>
      <a:lt1>
        <a:srgbClr val="FFFFFF"/>
      </a:lt1>
      <a:dk2>
        <a:srgbClr val="5E5E5E"/>
      </a:dk2>
      <a:lt2>
        <a:srgbClr val="E6E6E6"/>
      </a:lt2>
      <a:accent1>
        <a:srgbClr val="0078D3"/>
      </a:accent1>
      <a:accent2>
        <a:srgbClr val="0091E5"/>
      </a:accent2>
      <a:accent3>
        <a:srgbClr val="9187E6"/>
      </a:accent3>
      <a:accent4>
        <a:srgbClr val="BE58C8"/>
      </a:accent4>
      <a:accent5>
        <a:srgbClr val="000000"/>
      </a:accent5>
      <a:accent6>
        <a:srgbClr val="000000"/>
      </a:accent6>
      <a:hlink>
        <a:srgbClr val="0078D3"/>
      </a:hlink>
      <a:folHlink>
        <a:srgbClr val="9187E6"/>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000000"/>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CIO_Connections_16-9_Template" id="{6C8FA419-2AAC-A34A-97C0-3DCAB34170DC}" vid="{0D390DF1-26D7-B749-9D7B-A332EB6ADB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61C81E5A082C6429A3923FE44A8C301" ma:contentTypeVersion="19" ma:contentTypeDescription="Create a new document." ma:contentTypeScope="" ma:versionID="eb6a9a26c8ef744d3aff6f2e0abe2e8b">
  <xsd:schema xmlns:xsd="http://www.w3.org/2001/XMLSchema" xmlns:xs="http://www.w3.org/2001/XMLSchema" xmlns:p="http://schemas.microsoft.com/office/2006/metadata/properties" xmlns:ns1="http://schemas.microsoft.com/sharepoint/v3" xmlns:ns2="1f95ac01-a369-402c-86b2-a8e8229069fc" xmlns:ns3="f9e659c3-47f4-427f-8b59-fced071ec3b9" xmlns:ns4="230e9df3-be65-4c73-a93b-d1236ebd677e" targetNamespace="http://schemas.microsoft.com/office/2006/metadata/properties" ma:root="true" ma:fieldsID="6890e28a17102c16df4bada00448dd9f" ns1:_="" ns2:_="" ns3:_="" ns4:_="">
    <xsd:import namespace="http://schemas.microsoft.com/sharepoint/v3"/>
    <xsd:import namespace="1f95ac01-a369-402c-86b2-a8e8229069fc"/>
    <xsd:import namespace="f9e659c3-47f4-427f-8b59-fced071ec3b9"/>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1:_ip_UnifiedCompliancePolicyProperties" minOccurs="0"/>
                <xsd:element ref="ns1:_ip_UnifiedCompliancePolicyUIAction" minOccurs="0"/>
                <xsd:element ref="ns2:MediaLengthInSeconds" minOccurs="0"/>
                <xsd:element ref="ns2:MediaServiceSearchProperties" minOccurs="0"/>
                <xsd:element ref="ns2:MediaServiceDocTags" minOccurs="0"/>
                <xsd:element ref="ns2:MediaServiceObjectDetectorVersions"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f95ac01-a369-402c-86b2-a8e8229069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ocTags" ma:index="22" nillable="true" ma:displayName="MediaServiceDocTags" ma:hidden="true" ma:internalName="MediaServiceDocTag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f9e659c3-47f4-427f-8b59-fced071ec3b9"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6" nillable="true" ma:displayName="Taxonomy Catch All Column" ma:hidden="true" ma:list="{5b8b4400-c2a9-41b0-86cf-78ee66f12a71}" ma:internalName="TaxCatchAll" ma:showField="CatchAllData" ma:web="f9e659c3-47f4-427f-8b59-fced071ec3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4BEEE90-0176-415B-AD35-1621D9470470}">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1f95ac01-a369-402c-86b2-a8e8229069fc"/>
    <ds:schemaRef ds:uri="f9e659c3-47f4-427f-8b59-fced071ec3b9"/>
    <ds:schemaRef ds:uri="230e9df3-be65-4c73-a93b-d1236ebd677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5766046-0FE9-4E7C-B309-DA668A29549C}">
  <ds:schemaRefs>
    <ds:schemaRef ds:uri="http://schemas.microsoft.com/sharepoint/v3/contenttype/forms"/>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3660</TotalTime>
  <Words>2983</Words>
  <Application>Microsoft Macintosh PowerPoint</Application>
  <PresentationFormat>Widescreen</PresentationFormat>
  <Paragraphs>847</Paragraphs>
  <Slides>41</Slides>
  <Notes>19</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56" baseType="lpstr">
      <vt:lpstr>Aptos</vt:lpstr>
      <vt:lpstr>Arial</vt:lpstr>
      <vt:lpstr>Calibri</vt:lpstr>
      <vt:lpstr>Open Sans</vt:lpstr>
      <vt:lpstr>Quattrocento Sans</vt:lpstr>
      <vt:lpstr>Segoe</vt:lpstr>
      <vt:lpstr>Segoe Sans Display Semibold</vt:lpstr>
      <vt:lpstr>Segoe Sans Text Semilight</vt:lpstr>
      <vt:lpstr>Segoe UI</vt:lpstr>
      <vt:lpstr>Segoe UI Semibold</vt:lpstr>
      <vt:lpstr>Times New Roman</vt:lpstr>
      <vt:lpstr>Tw Cen MT</vt:lpstr>
      <vt:lpstr>Wingdings</vt:lpstr>
      <vt:lpstr>2_Black Template</vt:lpstr>
      <vt:lpstr>think-cell Slide</vt:lpstr>
      <vt:lpstr>PowerPoint Presentation</vt:lpstr>
      <vt:lpstr>PowerPoint Presentation</vt:lpstr>
      <vt:lpstr>Data – how to use them</vt:lpstr>
      <vt:lpstr>PowerPoint Presentation</vt:lpstr>
      <vt:lpstr>PowerPoint Presentation</vt:lpstr>
      <vt:lpstr>The Cloud</vt:lpstr>
      <vt:lpstr>Cloud Models</vt:lpstr>
      <vt:lpstr>Azure runs what you need</vt:lpstr>
      <vt:lpstr>A data platform “Future proof” </vt:lpstr>
      <vt:lpstr>PowerPoint Presentation</vt:lpstr>
      <vt:lpstr>PowerPoint Presentation</vt:lpstr>
      <vt:lpstr>PowerPoint Presentation</vt:lpstr>
      <vt:lpstr>PowerPoint Presentation</vt:lpstr>
      <vt:lpstr>PowerPoint Presentation</vt:lpstr>
      <vt:lpstr>How to…… </vt:lpstr>
      <vt:lpstr>PowerPoint Presentation</vt:lpstr>
      <vt:lpstr>PowerPoint Presentation</vt:lpstr>
      <vt:lpstr>PowerPoint Presentation</vt:lpstr>
      <vt:lpstr>PowerPoint Presentation</vt:lpstr>
      <vt:lpstr>Security and DevOps </vt:lpstr>
      <vt:lpstr>PowerPoint Presentation</vt:lpstr>
      <vt:lpstr>PowerPoint Presentation</vt:lpstr>
      <vt:lpstr>Data : Environments / Pipelines</vt:lpstr>
      <vt:lpstr>Possible setup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Shared Responsibility in the cloud?  ISO requirement in 27017 – Azure example</vt:lpstr>
      <vt:lpstr>PowerPoint Presentation</vt:lpstr>
      <vt:lpstr>PowerPoint Presentation</vt:lpstr>
      <vt:lpstr>PowerPoint Presentation</vt:lpstr>
      <vt:lpstr>Shared Responsibility in the cloud?</vt:lpstr>
      <vt:lpstr>Artificial intelligence (AI) shared responsibility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Devanshi Thakar (GPS)</dc:creator>
  <cp:lastModifiedBy>Jan Cordtz</cp:lastModifiedBy>
  <cp:revision>10</cp:revision>
  <dcterms:created xsi:type="dcterms:W3CDTF">2023-10-24T04:46:52Z</dcterms:created>
  <dcterms:modified xsi:type="dcterms:W3CDTF">2026-05-07T08:12:30Z</dcterms:modified>
</cp:coreProperties>
</file>